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notesSlides/notesSlide22.xml" ContentType="application/vnd.openxmlformats-officedocument.presentationml.notesSlide+xml"/>
  <Override PartName="/ppt/notesSlides/notesSlide64.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109.xml" ContentType="application/vnd.openxmlformats-officedocument.presentationml.notesSlide+xml"/>
  <Override PartName="/ppt/notesSlides/notesSlide65.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108.xml" ContentType="application/vnd.openxmlformats-officedocument.presentationml.notesSlide+xml"/>
  <Override PartName="/ppt/notesSlides/notesSlide66.xml" ContentType="application/vnd.openxmlformats-officedocument.presentationml.notesSlide+xml"/>
  <Override PartName="/ppt/notesSlides/notesSlide3.xml" ContentType="application/vnd.openxmlformats-officedocument.presentationml.notesSlide+xml"/>
  <Override PartName="/ppt/notesSlides/notesSlide107.xml" ContentType="application/vnd.openxmlformats-officedocument.presentationml.notesSlide+xml"/>
  <Override PartName="/ppt/notesSlides/notesSlide67.xml" ContentType="application/vnd.openxmlformats-officedocument.presentationml.notesSlide+xml"/>
  <Override PartName="/ppt/notesSlides/notesSlide106.xml" ContentType="application/vnd.openxmlformats-officedocument.presentationml.notesSlide+xml"/>
  <Override PartName="/ppt/notesSlides/notesSlide77.xml" ContentType="application/vnd.openxmlformats-officedocument.presentationml.notesSlide+xml"/>
  <Override PartName="/ppt/notesSlides/notesSlide68.xml" ContentType="application/vnd.openxmlformats-officedocument.presentationml.notesSlide+xml"/>
  <Override PartName="/ppt/notesSlides/notesSlide105.xml" ContentType="application/vnd.openxmlformats-officedocument.presentationml.notesSlide+xml"/>
  <Override PartName="/ppt/notesSlides/notesSlide4.xml" ContentType="application/vnd.openxmlformats-officedocument.presentationml.notesSlide+xml"/>
  <Override PartName="/ppt/notesSlides/notesSlide69.xml" ContentType="application/vnd.openxmlformats-officedocument.presentationml.notesSlide+xml"/>
  <Override PartName="/ppt/notesSlides/notesSlide104.xml" ContentType="application/vnd.openxmlformats-officedocument.presentationml.notesSlide+xml"/>
  <Override PartName="/ppt/notesSlides/notesSlide70.xml" ContentType="application/vnd.openxmlformats-officedocument.presentationml.notesSlide+xml"/>
  <Override PartName="/ppt/notesSlides/notesSlide10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1.xml" ContentType="application/vnd.openxmlformats-officedocument.presentationml.notesSlide+xml"/>
  <Override PartName="/ppt/notesSlides/notesSlide102.xml" ContentType="application/vnd.openxmlformats-officedocument.presentationml.notesSlide+xml"/>
  <Override PartName="/ppt/notesSlides/notesSlide72.xml" ContentType="application/vnd.openxmlformats-officedocument.presentationml.notesSlide+xml"/>
  <Override PartName="/ppt/notesSlides/notesSlide101.xml" ContentType="application/vnd.openxmlformats-officedocument.presentationml.notesSlide+xml"/>
  <Override PartName="/ppt/notesSlides/notesSlide73.xml" ContentType="application/vnd.openxmlformats-officedocument.presentationml.notesSlide+xml"/>
  <Override PartName="/ppt/notesSlides/notesSlide100.xml" ContentType="application/vnd.openxmlformats-officedocument.presentationml.notesSlide+xml"/>
  <Override PartName="/ppt/notesSlides/notesSlide7.xml" ContentType="application/vnd.openxmlformats-officedocument.presentationml.notesSlide+xml"/>
  <Override PartName="/ppt/notesSlides/notesSlide74.xml" ContentType="application/vnd.openxmlformats-officedocument.presentationml.notesSlide+xml"/>
  <Override PartName="/ppt/notesSlides/notesSlide99.xml" ContentType="application/vnd.openxmlformats-officedocument.presentationml.notesSlide+xml"/>
  <Override PartName="/ppt/notesSlides/notesSlide75.xml" ContentType="application/vnd.openxmlformats-officedocument.presentationml.notesSlide+xml"/>
  <Override PartName="/ppt/notesSlides/notesSlide98.xml" ContentType="application/vnd.openxmlformats-officedocument.presentationml.notesSlide+xml"/>
  <Override PartName="/ppt/notesSlides/notesSlide8.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10.xml" ContentType="application/vnd.openxmlformats-officedocument.presentationml.notesSlide+xml"/>
  <Override PartName="/ppt/notesSlides/notesSlide29.xml" ContentType="application/vnd.openxmlformats-officedocument.presentationml.notesSlide+xml"/>
  <Override PartName="/ppt/notesSlides/notesSlide11.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95.xml" ContentType="application/vnd.openxmlformats-officedocument.presentationml.notesSlide+xml"/>
  <Override PartName="/ppt/notesSlides/notesSlide38.xml" ContentType="application/vnd.openxmlformats-officedocument.presentationml.notesSlide+xml"/>
  <Override PartName="/ppt/notesSlides/notesSlide94.xml" ContentType="application/vnd.openxmlformats-officedocument.presentationml.notesSlide+xml"/>
  <Override PartName="/ppt/notesSlides/notesSlide39.xml" ContentType="application/vnd.openxmlformats-officedocument.presentationml.notesSlide+xml"/>
  <Override PartName="/ppt/notesSlides/notesSlide12.xml" ContentType="application/vnd.openxmlformats-officedocument.presentationml.notesSlide+xml"/>
  <Override PartName="/ppt/notesSlides/notesSlide96.xml" ContentType="application/vnd.openxmlformats-officedocument.presentationml.notesSlide+xml"/>
  <Override PartName="/ppt/notesSlides/notesSlide40.xml" ContentType="application/vnd.openxmlformats-officedocument.presentationml.notesSlide+xml"/>
  <Override PartName="/ppt/notesSlides/notesSlide93.xml" ContentType="application/vnd.openxmlformats-officedocument.presentationml.notesSlide+xml"/>
  <Override PartName="/ppt/notesSlides/notesSlide41.xml" ContentType="application/vnd.openxmlformats-officedocument.presentationml.notesSlide+xml"/>
  <Override PartName="/ppt/notesSlides/notesSlide92.xml" ContentType="application/vnd.openxmlformats-officedocument.presentationml.notesSlide+xml"/>
  <Override PartName="/ppt/notesSlides/notesSlide42.xml" ContentType="application/vnd.openxmlformats-officedocument.presentationml.notesSlide+xml"/>
  <Override PartName="/ppt/notesSlides/notesSlide13.xml" ContentType="application/vnd.openxmlformats-officedocument.presentationml.notesSlide+xml"/>
  <Override PartName="/ppt/notesSlides/notesSlide91.xml" ContentType="application/vnd.openxmlformats-officedocument.presentationml.notesSlide+xml"/>
  <Override PartName="/ppt/notesSlides/notesSlide43.xml" ContentType="application/vnd.openxmlformats-officedocument.presentationml.notesSlide+xml"/>
  <Override PartName="/ppt/notesSlides/notesSlide90.xml" ContentType="application/vnd.openxmlformats-officedocument.presentationml.notesSlide+xml"/>
  <Override PartName="/ppt/notesSlides/notesSlide44.xml" ContentType="application/vnd.openxmlformats-officedocument.presentationml.notesSlide+xml"/>
  <Override PartName="/ppt/notesSlides/notesSlide89.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88.xml" ContentType="application/vnd.openxmlformats-officedocument.presentationml.notesSlide+xml"/>
  <Override PartName="/ppt/notesSlides/notesSlide47.xml" ContentType="application/vnd.openxmlformats-officedocument.presentationml.notesSlide+xml"/>
  <Override PartName="/ppt/notesSlides/notesSlide87.xml" ContentType="application/vnd.openxmlformats-officedocument.presentationml.notesSlide+xml"/>
  <Override PartName="/ppt/notesSlides/notesSlide48.xml" ContentType="application/vnd.openxmlformats-officedocument.presentationml.notesSlide+xml"/>
  <Override PartName="/ppt/notesSlides/notesSlide14.xml" ContentType="application/vnd.openxmlformats-officedocument.presentationml.notesSlide+xml"/>
  <Override PartName="/ppt/notesSlides/notesSlide86.xml" ContentType="application/vnd.openxmlformats-officedocument.presentationml.notesSlide+xml"/>
  <Override PartName="/ppt/notesSlides/notesSlide49.xml" ContentType="application/vnd.openxmlformats-officedocument.presentationml.notesSlide+xml"/>
  <Override PartName="/ppt/notesSlides/notesSlide85.xml" ContentType="application/vnd.openxmlformats-officedocument.presentationml.notesSlide+xml"/>
  <Override PartName="/ppt/notesSlides/notesSlide15.xml" ContentType="application/vnd.openxmlformats-officedocument.presentationml.notesSlide+xml"/>
  <Override PartName="/ppt/notesSlides/notesSlide50.xml" ContentType="application/vnd.openxmlformats-officedocument.presentationml.notesSlide+xml"/>
  <Override PartName="/ppt/notesSlides/notesSlide84.xml" ContentType="application/vnd.openxmlformats-officedocument.presentationml.notesSlide+xml"/>
  <Override PartName="/ppt/notesSlides/notesSlide51.xml" ContentType="application/vnd.openxmlformats-officedocument.presentationml.notesSlide+xml"/>
  <Override PartName="/ppt/notesSlides/notesSlide16.xml" ContentType="application/vnd.openxmlformats-officedocument.presentationml.notesSlide+xml"/>
  <Override PartName="/ppt/notesSlides/notesSlide83.xml" ContentType="application/vnd.openxmlformats-officedocument.presentationml.notesSlide+xml"/>
  <Override PartName="/ppt/notesSlides/notesSlide52.xml" ContentType="application/vnd.openxmlformats-officedocument.presentationml.notesSlide+xml"/>
  <Override PartName="/ppt/notesSlides/notesSlide82.xml" ContentType="application/vnd.openxmlformats-officedocument.presentationml.notesSlide+xml"/>
  <Override PartName="/ppt/notesSlides/notesSlide53.xml" ContentType="application/vnd.openxmlformats-officedocument.presentationml.notesSlide+xml"/>
  <Override PartName="/ppt/notesSlides/notesSlide17.xml" ContentType="application/vnd.openxmlformats-officedocument.presentationml.notesSlide+xml"/>
  <Override PartName="/ppt/notesSlides/notesSlide81.xml" ContentType="application/vnd.openxmlformats-officedocument.presentationml.notesSlide+xml"/>
  <Override PartName="/ppt/notesSlides/notesSlide54.xml" ContentType="application/vnd.openxmlformats-officedocument.presentationml.notesSlide+xml"/>
  <Override PartName="/ppt/notesSlides/notesSlide80.xml" ContentType="application/vnd.openxmlformats-officedocument.presentationml.notesSlide+xml"/>
  <Override PartName="/ppt/notesSlides/notesSlide55.xml" ContentType="application/vnd.openxmlformats-officedocument.presentationml.notesSlide+xml"/>
  <Override PartName="/ppt/notesSlides/notesSlide18.xml" ContentType="application/vnd.openxmlformats-officedocument.presentationml.notesSlide+xml"/>
  <Override PartName="/ppt/notesSlides/notesSlide79.xml" ContentType="application/vnd.openxmlformats-officedocument.presentationml.notesSlide+xml"/>
  <Override PartName="/ppt/notesSlides/notesSlide56.xml" ContentType="application/vnd.openxmlformats-officedocument.presentationml.notesSlide+xml"/>
  <Override PartName="/ppt/notesSlides/notesSlide78.xml" ContentType="application/vnd.openxmlformats-officedocument.presentationml.notesSlide+xml"/>
  <Override PartName="/ppt/notesSlides/notesSlide57.xml" ContentType="application/vnd.openxmlformats-officedocument.presentationml.notesSlide+xml"/>
  <Override PartName="/ppt/notesSlides/notesSlide19.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97.xml" ContentType="application/vnd.openxmlformats-officedocument.presentationml.notesSlide+xml"/>
  <Override PartName="/ppt/notesSlides/notesSlide113.xml" ContentType="application/vnd.openxmlformats-officedocument.presentationml.notesSlide+xml"/>
  <Override PartName="/ppt/notesSlides/notesSlide60.xml" ContentType="application/vnd.openxmlformats-officedocument.presentationml.notesSlide+xml"/>
  <Override PartName="/ppt/notesSlides/notesSlide20.xml" ContentType="application/vnd.openxmlformats-officedocument.presentationml.notesSlide+xml"/>
  <Override PartName="/ppt/notesSlides/notesSlide112.xml" ContentType="application/vnd.openxmlformats-officedocument.presentationml.notesSlide+xml"/>
  <Override PartName="/ppt/notesSlides/notesSlide61.xml" ContentType="application/vnd.openxmlformats-officedocument.presentationml.notesSlide+xml"/>
  <Override PartName="/ppt/notesSlides/notesSlide111.xml" ContentType="application/vnd.openxmlformats-officedocument.presentationml.notesSlide+xml"/>
  <Override PartName="/ppt/notesSlides/notesSlide62.xml" ContentType="application/vnd.openxmlformats-officedocument.presentationml.notesSlide+xml"/>
  <Override PartName="/ppt/notesSlides/notesSlide110.xml" ContentType="application/vnd.openxmlformats-officedocument.presentationml.notesSlide+xml"/>
  <Override PartName="/ppt/notesSlides/notesSlide63.xml" ContentType="application/vnd.openxmlformats-officedocument.presentationml.notesSlide+xml"/>
  <Override PartName="/ppt/notesSlides/notesSlide21.xml" ContentType="application/vnd.openxmlformats-officedocument.presentationml.notesSlide+xml"/>
  <Override PartName="/ppt/notesSlides/notesSlide76.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ppt/tags/tag49.xml" ContentType="application/vnd.openxmlformats-officedocument.presentationml.tags+xml"/>
  <Override PartName="/ppt/tags/tag51.xml" ContentType="application/vnd.openxmlformats-officedocument.presentationml.tags+xml"/>
  <Override PartName="/ppt/tags/tag80.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tags/tag4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tags/tag57.xml" ContentType="application/vnd.openxmlformats-officedocument.presentationml.tags+xml"/>
  <Override PartName="/ppt/tags/tag58.xml" ContentType="application/vnd.openxmlformats-officedocument.presentationml.tags+xml"/>
  <Override PartName="/ppt/tags/tag39.xml" ContentType="application/vnd.openxmlformats-officedocument.presentationml.tags+xml"/>
  <Override PartName="/ppt/tags/tag38.xml" ContentType="application/vnd.openxmlformats-officedocument.presentationml.tags+xml"/>
  <Override PartName="/ppt/tags/tag37.xml" ContentType="application/vnd.openxmlformats-officedocument.presentationml.tags+xml"/>
  <Override PartName="/ppt/tags/tag59.xml" ContentType="application/vnd.openxmlformats-officedocument.presentationml.tags+xml"/>
  <Override PartName="/ppt/tags/tag36.xml" ContentType="application/vnd.openxmlformats-officedocument.presentationml.tags+xml"/>
  <Override PartName="/ppt/tags/tag60.xml" ContentType="application/vnd.openxmlformats-officedocument.presentationml.tags+xml"/>
  <Override PartName="/ppt/tags/tag35.xml" ContentType="application/vnd.openxmlformats-officedocument.presentationml.tags+xml"/>
  <Override PartName="/ppt/tags/tag61.xml" ContentType="application/vnd.openxmlformats-officedocument.presentationml.tags+xml"/>
  <Override PartName="/ppt/tags/tag34.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3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32.xml" ContentType="application/vnd.openxmlformats-officedocument.presentationml.tags+xml"/>
  <Override PartName="/ppt/tags/tag66.xml" ContentType="application/vnd.openxmlformats-officedocument.presentationml.tags+xml"/>
  <Override PartName="/ppt/tags/tag31.xml" ContentType="application/vnd.openxmlformats-officedocument.presentationml.tags+xml"/>
  <Override PartName="/ppt/tags/tag67.xml" ContentType="application/vnd.openxmlformats-officedocument.presentationml.tags+xml"/>
  <Override PartName="/ppt/tags/tag30.xml" ContentType="application/vnd.openxmlformats-officedocument.presentationml.tags+xml"/>
  <Override PartName="/ppt/tags/tag68.xml" ContentType="application/vnd.openxmlformats-officedocument.presentationml.tags+xml"/>
  <Override PartName="/ppt/tags/tag29.xml" ContentType="application/vnd.openxmlformats-officedocument.presentationml.tags+xml"/>
  <Override PartName="/ppt/tags/tag69.xml" ContentType="application/vnd.openxmlformats-officedocument.presentationml.tags+xml"/>
  <Override PartName="/ppt/tags/tag28.xml" ContentType="application/vnd.openxmlformats-officedocument.presentationml.tags+xml"/>
  <Override PartName="/ppt/tags/tag70.xml" ContentType="application/vnd.openxmlformats-officedocument.presentationml.tags+xml"/>
  <Override PartName="/ppt/tags/tag27.xml" ContentType="application/vnd.openxmlformats-officedocument.presentationml.tags+xml"/>
  <Override PartName="/ppt/tags/tag26.xml" ContentType="application/vnd.openxmlformats-officedocument.presentationml.tags+xml"/>
  <Override PartName="/ppt/tags/tag25.xml" ContentType="application/vnd.openxmlformats-officedocument.presentationml.tags+xml"/>
  <Override PartName="/ppt/tags/tag72.xml" ContentType="application/vnd.openxmlformats-officedocument.presentationml.tags+xml"/>
  <Override PartName="/ppt/tags/tag24.xml" ContentType="application/vnd.openxmlformats-officedocument.presentationml.tags+xml"/>
  <Override PartName="/ppt/tags/tag73.xml" ContentType="application/vnd.openxmlformats-officedocument.presentationml.tags+xml"/>
  <Override PartName="/ppt/tags/tag23.xml" ContentType="application/vnd.openxmlformats-officedocument.presentationml.tags+xml"/>
  <Override PartName="/ppt/tags/tag74.xml" ContentType="application/vnd.openxmlformats-officedocument.presentationml.tags+xml"/>
  <Override PartName="/ppt/tags/tag22.xml" ContentType="application/vnd.openxmlformats-officedocument.presentationml.tags+xml"/>
  <Override PartName="/ppt/tags/tag75.xml" ContentType="application/vnd.openxmlformats-officedocument.presentationml.tags+xml"/>
  <Override PartName="/ppt/tags/tag21.xml" ContentType="application/vnd.openxmlformats-officedocument.presentationml.tags+xml"/>
  <Override PartName="/ppt/tags/tag76.xml" ContentType="application/vnd.openxmlformats-officedocument.presentationml.tags+xml"/>
  <Override PartName="/ppt/tags/tag19.xml" ContentType="application/vnd.openxmlformats-officedocument.presentationml.tags+xml"/>
  <Override PartName="/ppt/tags/tag77.xml" ContentType="application/vnd.openxmlformats-officedocument.presentationml.tags+xml"/>
  <Override PartName="/ppt/tags/tag18.xml" ContentType="application/vnd.openxmlformats-officedocument.presentationml.tags+xml"/>
  <Override PartName="/ppt/tags/tag56.xml" ContentType="application/vnd.openxmlformats-officedocument.presentationml.tags+xml"/>
  <Override PartName="/ppt/tags/tag17.xml" ContentType="application/vnd.openxmlformats-officedocument.presentationml.tags+xml"/>
  <Override PartName="/ppt/tags/tag16.xml" ContentType="application/vnd.openxmlformats-officedocument.presentationml.tags+xml"/>
  <Override PartName="/ppt/tags/tag15.xml" ContentType="application/vnd.openxmlformats-officedocument.presentationml.tags+xml"/>
  <Override PartName="/ppt/tags/tag14.xml" ContentType="application/vnd.openxmlformats-officedocument.presentationml.tags+xml"/>
  <Override PartName="/ppt/tags/tag13.xml" ContentType="application/vnd.openxmlformats-officedocument.presentationml.tags+xml"/>
  <Override PartName="/ppt/tags/tag12.xml" ContentType="application/vnd.openxmlformats-officedocument.presentationml.tags+xml"/>
  <Override PartName="/ppt/tags/tag11.xml" ContentType="application/vnd.openxmlformats-officedocument.presentationml.tags+xml"/>
  <Override PartName="/ppt/tags/tag10.xml" ContentType="application/vnd.openxmlformats-officedocument.presentationml.tags+xml"/>
  <Override PartName="/ppt/tags/tag81.xml" ContentType="application/vnd.openxmlformats-officedocument.presentationml.tags+xml"/>
  <Override PartName="/ppt/tags/tag9.xml" ContentType="application/vnd.openxmlformats-officedocument.presentationml.tags+xml"/>
  <Override PartName="/ppt/tags/tag8.xml" ContentType="application/vnd.openxmlformats-officedocument.presentationml.tags+xml"/>
  <Override PartName="/ppt/tags/tag7.xml" ContentType="application/vnd.openxmlformats-officedocument.presentationml.tags+xml"/>
  <Override PartName="/ppt/tags/tag6.xml" ContentType="application/vnd.openxmlformats-officedocument.presentationml.tags+xml"/>
  <Override PartName="/ppt/tags/tag5.xml" ContentType="application/vnd.openxmlformats-officedocument.presentationml.tags+xml"/>
  <Override PartName="/ppt/tags/tag4.xml" ContentType="application/vnd.openxmlformats-officedocument.presentationml.tags+xml"/>
  <Override PartName="/ppt/tags/tag3.xml" ContentType="application/vnd.openxmlformats-officedocument.presentationml.tags+xml"/>
  <Override PartName="/ppt/tags/tag2.xml" ContentType="application/vnd.openxmlformats-officedocument.presentationml.tags+xml"/>
  <Override PartName="/ppt/tags/tag45.xml" ContentType="application/vnd.openxmlformats-officedocument.presentationml.tags+xml"/>
  <Override PartName="/ppt/tags/tag78.xml" ContentType="application/vnd.openxmlformats-officedocument.presentationml.tags+xml"/>
  <Override PartName="/ppt/tags/tag41.xml" ContentType="application/vnd.openxmlformats-officedocument.presentationml.tags+xml"/>
  <Override PartName="/ppt/tags/tag1.xml" ContentType="application/vnd.openxmlformats-officedocument.presentationml.tags+xml"/>
  <Override PartName="/customXml/itemProps2.xml" ContentType="application/vnd.openxmlformats-officedocument.customXmlProperties+xml"/>
  <Override PartName="/customXml/itemProps1.xml" ContentType="application/vnd.openxmlformats-officedocument.customXmlProperties+xml"/>
  <Override PartName="/ppt/tags/tag40.xml" ContentType="application/vnd.openxmlformats-officedocument.presentationml.tags+xml"/>
  <Override PartName="/ppt/tags/tag55.xml" ContentType="application/vnd.openxmlformats-officedocument.presentationml.tags+xml"/>
  <Override PartName="/ppt/tags/tag20.xml" ContentType="application/vnd.openxmlformats-officedocument.presentationml.tags+xml"/>
  <Override PartName="/ppt/tags/tag48.xml" ContentType="application/vnd.openxmlformats-officedocument.presentationml.tags+xml"/>
  <Override PartName="/ppt/tags/tag82.xml" ContentType="application/vnd.openxmlformats-officedocument.presentationml.tags+xml"/>
  <Override PartName="/ppt/tags/tag54.xml" ContentType="application/vnd.openxmlformats-officedocument.presentationml.tags+xml"/>
  <Override PartName="/ppt/tags/tag47.xml" ContentType="application/vnd.openxmlformats-officedocument.presentationml.tags+xml"/>
  <Override PartName="/ppt/tags/tag50.xml" ContentType="application/vnd.openxmlformats-officedocument.presentationml.tags+xml"/>
  <Override PartName="/ppt/tags/tag83.xml" ContentType="application/vnd.openxmlformats-officedocument.presentationml.tags+xml"/>
  <Override PartName="/ppt/tags/tag43.xml" ContentType="application/vnd.openxmlformats-officedocument.presentationml.tags+xml"/>
  <Override PartName="/ppt/tags/tag42.xml" ContentType="application/vnd.openxmlformats-officedocument.presentationml.tags+xml"/>
  <Override PartName="/ppt/tags/tag46.xml" ContentType="application/vnd.openxmlformats-officedocument.presentationml.tags+xml"/>
  <Override PartName="/ppt/tags/tag53.xml" ContentType="application/vnd.openxmlformats-officedocument.presentationml.tags+xml"/>
  <Override PartName="/ppt/tags/tag52.xml" ContentType="application/vnd.openxmlformats-officedocument.presentationml.tags+xml"/>
  <Override PartName="/ppt/tags/tag79.xml" ContentType="application/vnd.openxmlformats-officedocument.presentationml.tags+xml"/>
  <Override PartName="/ppt/tags/tag71.xml" ContentType="application/vnd.openxmlformats-officedocument.presentationml.tag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3"/>
    <p:sldMasterId id="2147483660" r:id="rId4"/>
  </p:sldMasterIdLst>
  <p:notesMasterIdLst>
    <p:notesMasterId r:id="rId209"/>
  </p:notesMasterIdLst>
  <p:sldIdLst>
    <p:sldId id="256" r:id="rId5"/>
    <p:sldId id="280" r:id="rId6"/>
    <p:sldId id="340" r:id="rId7"/>
    <p:sldId id="282" r:id="rId8"/>
    <p:sldId id="270" r:id="rId9"/>
    <p:sldId id="341" r:id="rId10"/>
    <p:sldId id="271" r:id="rId11"/>
    <p:sldId id="299" r:id="rId12"/>
    <p:sldId id="3529" r:id="rId13"/>
    <p:sldId id="3530" r:id="rId14"/>
    <p:sldId id="272" r:id="rId15"/>
    <p:sldId id="300" r:id="rId16"/>
    <p:sldId id="286" r:id="rId17"/>
    <p:sldId id="303" r:id="rId18"/>
    <p:sldId id="304" r:id="rId19"/>
    <p:sldId id="307" r:id="rId20"/>
    <p:sldId id="305" r:id="rId21"/>
    <p:sldId id="306" r:id="rId22"/>
    <p:sldId id="273" r:id="rId23"/>
    <p:sldId id="308" r:id="rId24"/>
    <p:sldId id="309" r:id="rId25"/>
    <p:sldId id="310" r:id="rId26"/>
    <p:sldId id="311" r:id="rId27"/>
    <p:sldId id="3531" r:id="rId28"/>
    <p:sldId id="312" r:id="rId29"/>
    <p:sldId id="313" r:id="rId30"/>
    <p:sldId id="314" r:id="rId31"/>
    <p:sldId id="315" r:id="rId32"/>
    <p:sldId id="274" r:id="rId33"/>
    <p:sldId id="316" r:id="rId34"/>
    <p:sldId id="317" r:id="rId35"/>
    <p:sldId id="259" r:id="rId36"/>
    <p:sldId id="318" r:id="rId37"/>
    <p:sldId id="319" r:id="rId38"/>
    <p:sldId id="261" r:id="rId39"/>
    <p:sldId id="262" r:id="rId40"/>
    <p:sldId id="291" r:id="rId41"/>
    <p:sldId id="263" r:id="rId42"/>
    <p:sldId id="264" r:id="rId43"/>
    <p:sldId id="265" r:id="rId44"/>
    <p:sldId id="320" r:id="rId45"/>
    <p:sldId id="266" r:id="rId46"/>
    <p:sldId id="322" r:id="rId47"/>
    <p:sldId id="321" r:id="rId48"/>
    <p:sldId id="295" r:id="rId49"/>
    <p:sldId id="323" r:id="rId50"/>
    <p:sldId id="3329" r:id="rId51"/>
    <p:sldId id="3282" r:id="rId52"/>
    <p:sldId id="3293" r:id="rId53"/>
    <p:sldId id="3285" r:id="rId54"/>
    <p:sldId id="3294" r:id="rId55"/>
    <p:sldId id="3295" r:id="rId56"/>
    <p:sldId id="3296" r:id="rId57"/>
    <p:sldId id="3298" r:id="rId58"/>
    <p:sldId id="3297" r:id="rId59"/>
    <p:sldId id="3299" r:id="rId60"/>
    <p:sldId id="3300" r:id="rId61"/>
    <p:sldId id="3301" r:id="rId62"/>
    <p:sldId id="3302" r:id="rId63"/>
    <p:sldId id="3303" r:id="rId64"/>
    <p:sldId id="3304" r:id="rId65"/>
    <p:sldId id="3305" r:id="rId66"/>
    <p:sldId id="3306" r:id="rId67"/>
    <p:sldId id="3307" r:id="rId68"/>
    <p:sldId id="3312" r:id="rId69"/>
    <p:sldId id="3313" r:id="rId70"/>
    <p:sldId id="3314" r:id="rId71"/>
    <p:sldId id="3117" r:id="rId72"/>
    <p:sldId id="3118" r:id="rId73"/>
    <p:sldId id="3027" r:id="rId74"/>
    <p:sldId id="3028" r:id="rId75"/>
    <p:sldId id="3029" r:id="rId76"/>
    <p:sldId id="3030" r:id="rId77"/>
    <p:sldId id="3031" r:id="rId78"/>
    <p:sldId id="3032" r:id="rId79"/>
    <p:sldId id="3033" r:id="rId80"/>
    <p:sldId id="3034" r:id="rId81"/>
    <p:sldId id="3035" r:id="rId82"/>
    <p:sldId id="3036" r:id="rId83"/>
    <p:sldId id="3037" r:id="rId84"/>
    <p:sldId id="3038" r:id="rId85"/>
    <p:sldId id="3039" r:id="rId86"/>
    <p:sldId id="3040" r:id="rId87"/>
    <p:sldId id="3041" r:id="rId88"/>
    <p:sldId id="3042" r:id="rId89"/>
    <p:sldId id="3158" r:id="rId90"/>
    <p:sldId id="3159" r:id="rId91"/>
    <p:sldId id="3160" r:id="rId92"/>
    <p:sldId id="3161" r:id="rId93"/>
    <p:sldId id="3162" r:id="rId94"/>
    <p:sldId id="3163" r:id="rId95"/>
    <p:sldId id="3164" r:id="rId96"/>
    <p:sldId id="3165" r:id="rId97"/>
    <p:sldId id="3166" r:id="rId98"/>
    <p:sldId id="3167" r:id="rId99"/>
    <p:sldId id="3168" r:id="rId100"/>
    <p:sldId id="3169" r:id="rId101"/>
    <p:sldId id="3170" r:id="rId102"/>
    <p:sldId id="3180" r:id="rId103"/>
    <p:sldId id="3184" r:id="rId104"/>
    <p:sldId id="3186" r:id="rId105"/>
    <p:sldId id="3193" r:id="rId106"/>
    <p:sldId id="3194" r:id="rId107"/>
    <p:sldId id="3434" r:id="rId108"/>
    <p:sldId id="3435" r:id="rId109"/>
    <p:sldId id="3436" r:id="rId110"/>
    <p:sldId id="3437" r:id="rId111"/>
    <p:sldId id="3438" r:id="rId112"/>
    <p:sldId id="3439" r:id="rId113"/>
    <p:sldId id="3492" r:id="rId114"/>
    <p:sldId id="3493" r:id="rId115"/>
    <p:sldId id="3494" r:id="rId116"/>
    <p:sldId id="3495" r:id="rId117"/>
    <p:sldId id="3496" r:id="rId118"/>
    <p:sldId id="3497" r:id="rId119"/>
    <p:sldId id="3498" r:id="rId120"/>
    <p:sldId id="3499" r:id="rId121"/>
    <p:sldId id="3500" r:id="rId122"/>
    <p:sldId id="3501" r:id="rId123"/>
    <p:sldId id="3502" r:id="rId124"/>
    <p:sldId id="3503" r:id="rId125"/>
    <p:sldId id="3504" r:id="rId126"/>
    <p:sldId id="3505" r:id="rId127"/>
    <p:sldId id="3506" r:id="rId128"/>
    <p:sldId id="3507" r:id="rId129"/>
    <p:sldId id="3508" r:id="rId130"/>
    <p:sldId id="3509" r:id="rId131"/>
    <p:sldId id="3510" r:id="rId132"/>
    <p:sldId id="3511" r:id="rId133"/>
    <p:sldId id="3512" r:id="rId134"/>
    <p:sldId id="3513" r:id="rId135"/>
    <p:sldId id="3514" r:id="rId136"/>
    <p:sldId id="3515" r:id="rId137"/>
    <p:sldId id="3516" r:id="rId138"/>
    <p:sldId id="3517" r:id="rId139"/>
    <p:sldId id="3518" r:id="rId140"/>
    <p:sldId id="3519" r:id="rId141"/>
    <p:sldId id="3520" r:id="rId142"/>
    <p:sldId id="3521" r:id="rId143"/>
    <p:sldId id="3522" r:id="rId144"/>
    <p:sldId id="3523" r:id="rId145"/>
    <p:sldId id="3524" r:id="rId146"/>
    <p:sldId id="3525" r:id="rId147"/>
    <p:sldId id="3526" r:id="rId148"/>
    <p:sldId id="3527" r:id="rId149"/>
    <p:sldId id="3528" r:id="rId150"/>
    <p:sldId id="276" r:id="rId151"/>
    <p:sldId id="324" r:id="rId152"/>
    <p:sldId id="325" r:id="rId153"/>
    <p:sldId id="277" r:id="rId154"/>
    <p:sldId id="326" r:id="rId155"/>
    <p:sldId id="267" r:id="rId156"/>
    <p:sldId id="278" r:id="rId157"/>
    <p:sldId id="327" r:id="rId158"/>
    <p:sldId id="328" r:id="rId159"/>
    <p:sldId id="269" r:id="rId160"/>
    <p:sldId id="329" r:id="rId161"/>
    <p:sldId id="330" r:id="rId162"/>
    <p:sldId id="331" r:id="rId163"/>
    <p:sldId id="279" r:id="rId164"/>
    <p:sldId id="332" r:id="rId165"/>
    <p:sldId id="333" r:id="rId166"/>
    <p:sldId id="334" r:id="rId167"/>
    <p:sldId id="335" r:id="rId168"/>
    <p:sldId id="336" r:id="rId169"/>
    <p:sldId id="342" r:id="rId170"/>
    <p:sldId id="3532" r:id="rId171"/>
    <p:sldId id="3533" r:id="rId172"/>
    <p:sldId id="285" r:id="rId173"/>
    <p:sldId id="3535" r:id="rId174"/>
    <p:sldId id="3534" r:id="rId175"/>
    <p:sldId id="3537" r:id="rId176"/>
    <p:sldId id="3552" r:id="rId177"/>
    <p:sldId id="343" r:id="rId178"/>
    <p:sldId id="355" r:id="rId179"/>
    <p:sldId id="3536" r:id="rId180"/>
    <p:sldId id="3538" r:id="rId181"/>
    <p:sldId id="3539" r:id="rId182"/>
    <p:sldId id="3540" r:id="rId183"/>
    <p:sldId id="356" r:id="rId184"/>
    <p:sldId id="287" r:id="rId185"/>
    <p:sldId id="353" r:id="rId186"/>
    <p:sldId id="3541" r:id="rId187"/>
    <p:sldId id="3542" r:id="rId188"/>
    <p:sldId id="288" r:id="rId189"/>
    <p:sldId id="3543" r:id="rId190"/>
    <p:sldId id="3544" r:id="rId191"/>
    <p:sldId id="354" r:id="rId192"/>
    <p:sldId id="275" r:id="rId193"/>
    <p:sldId id="3545" r:id="rId194"/>
    <p:sldId id="357" r:id="rId195"/>
    <p:sldId id="3546" r:id="rId196"/>
    <p:sldId id="3547" r:id="rId197"/>
    <p:sldId id="292" r:id="rId198"/>
    <p:sldId id="289" r:id="rId199"/>
    <p:sldId id="3548" r:id="rId200"/>
    <p:sldId id="290" r:id="rId201"/>
    <p:sldId id="3549" r:id="rId202"/>
    <p:sldId id="3550" r:id="rId203"/>
    <p:sldId id="3551" r:id="rId204"/>
    <p:sldId id="344" r:id="rId205"/>
    <p:sldId id="345" r:id="rId206"/>
    <p:sldId id="351" r:id="rId207"/>
    <p:sldId id="339" r:id="rId208"/>
  </p:sldIdLst>
  <p:sldSz cx="9144000" cy="6858000" type="screen4x3"/>
  <p:notesSz cx="6858000" cy="9144000"/>
  <p:custDataLst>
    <p:tags r:id="rId210"/>
  </p:custDataLst>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22CD"/>
    <a:srgbClr val="003399"/>
    <a:srgbClr val="187534"/>
    <a:srgbClr val="D6736B"/>
    <a:srgbClr val="C6C6CE"/>
    <a:srgbClr val="990000"/>
    <a:srgbClr val="0099CC"/>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AB685C-9A52-444B-8BB0-AF63533D9F49}" v="25" dt="2022-08-31T13:25:49.0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53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6322"/>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slide" Target="slides/slide166.xml"/><Relationship Id="rId191" Type="http://schemas.openxmlformats.org/officeDocument/2006/relationships/slide" Target="slides/slide187.xml"/><Relationship Id="rId205" Type="http://schemas.openxmlformats.org/officeDocument/2006/relationships/slide" Target="slides/slide201.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slide" Target="slides/slide177.xml"/><Relationship Id="rId216" Type="http://schemas.microsoft.com/office/2015/10/relationships/revisionInfo" Target="revisionInfo.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92" Type="http://schemas.openxmlformats.org/officeDocument/2006/relationships/slide" Target="slides/slide188.xml"/><Relationship Id="rId206" Type="http://schemas.openxmlformats.org/officeDocument/2006/relationships/slide" Target="slides/slide202.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slide" Target="slides/slide178.xml"/><Relationship Id="rId217" Type="http://schemas.openxmlformats.org/officeDocument/2006/relationships/customXml" Target="../customXml/item3.xml"/><Relationship Id="rId6" Type="http://schemas.openxmlformats.org/officeDocument/2006/relationships/slide" Target="slides/slide2.xml"/><Relationship Id="rId23" Type="http://schemas.openxmlformats.org/officeDocument/2006/relationships/slide" Target="slides/slide19.xml"/><Relationship Id="rId119" Type="http://schemas.openxmlformats.org/officeDocument/2006/relationships/slide" Target="slides/slide115.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93" Type="http://schemas.openxmlformats.org/officeDocument/2006/relationships/slide" Target="slides/slide189.xml"/><Relationship Id="rId207" Type="http://schemas.openxmlformats.org/officeDocument/2006/relationships/slide" Target="slides/slide203.xml"/><Relationship Id="rId13" Type="http://schemas.openxmlformats.org/officeDocument/2006/relationships/slide" Target="slides/slide9.xml"/><Relationship Id="rId109" Type="http://schemas.openxmlformats.org/officeDocument/2006/relationships/slide" Target="slides/slide105.xml"/><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162" Type="http://schemas.openxmlformats.org/officeDocument/2006/relationships/slide" Target="slides/slide158.xml"/><Relationship Id="rId183" Type="http://schemas.openxmlformats.org/officeDocument/2006/relationships/slide" Target="slides/slide179.xml"/><Relationship Id="rId24" Type="http://schemas.openxmlformats.org/officeDocument/2006/relationships/slide" Target="slides/slide20.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31" Type="http://schemas.openxmlformats.org/officeDocument/2006/relationships/slide" Target="slides/slide127.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208" Type="http://schemas.openxmlformats.org/officeDocument/2006/relationships/slide" Target="slides/slide204.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189" Type="http://schemas.openxmlformats.org/officeDocument/2006/relationships/slide" Target="slides/slide185.xml"/><Relationship Id="rId3" Type="http://schemas.openxmlformats.org/officeDocument/2006/relationships/slideMaster" Target="slideMasters/slideMaster1.xml"/><Relationship Id="rId214" Type="http://schemas.openxmlformats.org/officeDocument/2006/relationships/tableStyles" Target="tableStyles.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79" Type="http://schemas.openxmlformats.org/officeDocument/2006/relationships/slide" Target="slides/slide175.xml"/><Relationship Id="rId195" Type="http://schemas.openxmlformats.org/officeDocument/2006/relationships/slide" Target="slides/slide191.xml"/><Relationship Id="rId209" Type="http://schemas.openxmlformats.org/officeDocument/2006/relationships/notesMaster" Target="notesMasters/notesMaster1.xml"/><Relationship Id="rId190" Type="http://schemas.openxmlformats.org/officeDocument/2006/relationships/slide" Target="slides/slide186.xml"/><Relationship Id="rId204" Type="http://schemas.openxmlformats.org/officeDocument/2006/relationships/slide" Target="slides/slide200.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185" Type="http://schemas.openxmlformats.org/officeDocument/2006/relationships/slide" Target="slides/slide181.xml"/><Relationship Id="rId4" Type="http://schemas.openxmlformats.org/officeDocument/2006/relationships/slideMaster" Target="slideMasters/slideMaster2.xml"/><Relationship Id="rId9" Type="http://schemas.openxmlformats.org/officeDocument/2006/relationships/slide" Target="slides/slide5.xml"/><Relationship Id="rId180" Type="http://schemas.openxmlformats.org/officeDocument/2006/relationships/slide" Target="slides/slide176.xml"/><Relationship Id="rId210" Type="http://schemas.openxmlformats.org/officeDocument/2006/relationships/tags" Target="tags/tag1.xml"/><Relationship Id="rId215" Type="http://schemas.microsoft.com/office/2016/11/relationships/changesInfo" Target="changesInfos/changesInfo1.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11" Type="http://schemas.openxmlformats.org/officeDocument/2006/relationships/presProps" Target="presProps.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slide" Target="slides/slide197.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1" Type="http://schemas.openxmlformats.org/officeDocument/2006/relationships/customXml" Target="../customXml/item1.xml"/><Relationship Id="rId212" Type="http://schemas.openxmlformats.org/officeDocument/2006/relationships/viewProps" Target="viewProps.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202" Type="http://schemas.openxmlformats.org/officeDocument/2006/relationships/slide" Target="slides/slide198.xml"/><Relationship Id="rId18" Type="http://schemas.openxmlformats.org/officeDocument/2006/relationships/slide" Target="slides/slide14.xml"/><Relationship Id="rId39" Type="http://schemas.openxmlformats.org/officeDocument/2006/relationships/slide" Target="slides/slide35.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71" Type="http://schemas.openxmlformats.org/officeDocument/2006/relationships/slide" Target="slides/slide67.xml"/><Relationship Id="rId92" Type="http://schemas.openxmlformats.org/officeDocument/2006/relationships/slide" Target="slides/slide88.xml"/><Relationship Id="rId213"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25.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61" Type="http://schemas.openxmlformats.org/officeDocument/2006/relationships/slide" Target="slides/slide57.xml"/><Relationship Id="rId82" Type="http://schemas.openxmlformats.org/officeDocument/2006/relationships/slide" Target="slides/slide78.xml"/><Relationship Id="rId199" Type="http://schemas.openxmlformats.org/officeDocument/2006/relationships/slide" Target="slides/slide195.xml"/><Relationship Id="rId203" Type="http://schemas.openxmlformats.org/officeDocument/2006/relationships/slide" Target="slides/slide199.xml"/><Relationship Id="rId19"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Ayesha Sharmin" userId="S::ayeshasharmin900@chem.buet.ac.bd::be51cbb5-d3e5-442f-8b27-d5603910de6c" providerId="AD" clId="Web-{7EAB685C-9A52-444B-8BB0-AF63533D9F49}"/>
    <pc:docChg chg="addSld delSld modSld sldOrd">
      <pc:chgData name="Dr. Ayesha Sharmin" userId="S::ayeshasharmin900@chem.buet.ac.bd::be51cbb5-d3e5-442f-8b27-d5603910de6c" providerId="AD" clId="Web-{7EAB685C-9A52-444B-8BB0-AF63533D9F49}" dt="2022-08-31T13:25:49.057" v="22" actId="14100"/>
      <pc:docMkLst>
        <pc:docMk/>
      </pc:docMkLst>
      <pc:sldChg chg="addSp delSp modSp ord">
        <pc:chgData name="Dr. Ayesha Sharmin" userId="S::ayeshasharmin900@chem.buet.ac.bd::be51cbb5-d3e5-442f-8b27-d5603910de6c" providerId="AD" clId="Web-{7EAB685C-9A52-444B-8BB0-AF63533D9F49}" dt="2022-08-31T13:23:08.614" v="18"/>
        <pc:sldMkLst>
          <pc:docMk/>
          <pc:sldMk cId="0" sldId="343"/>
        </pc:sldMkLst>
        <pc:picChg chg="add del mod">
          <ac:chgData name="Dr. Ayesha Sharmin" userId="S::ayeshasharmin900@chem.buet.ac.bd::be51cbb5-d3e5-442f-8b27-d5603910de6c" providerId="AD" clId="Web-{7EAB685C-9A52-444B-8BB0-AF63533D9F49}" dt="2022-08-31T13:19:27.648" v="1"/>
          <ac:picMkLst>
            <pc:docMk/>
            <pc:sldMk cId="0" sldId="343"/>
            <ac:picMk id="2" creationId="{803430C2-68A8-84E2-03F8-2F9E339948FD}"/>
          </ac:picMkLst>
        </pc:picChg>
      </pc:sldChg>
      <pc:sldChg chg="addSp delSp modSp">
        <pc:chgData name="Dr. Ayesha Sharmin" userId="S::ayeshasharmin900@chem.buet.ac.bd::be51cbb5-d3e5-442f-8b27-d5603910de6c" providerId="AD" clId="Web-{7EAB685C-9A52-444B-8BB0-AF63533D9F49}" dt="2022-08-31T13:19:33.544" v="3"/>
        <pc:sldMkLst>
          <pc:docMk/>
          <pc:sldMk cId="0" sldId="3533"/>
        </pc:sldMkLst>
        <pc:picChg chg="add del mod">
          <ac:chgData name="Dr. Ayesha Sharmin" userId="S::ayeshasharmin900@chem.buet.ac.bd::be51cbb5-d3e5-442f-8b27-d5603910de6c" providerId="AD" clId="Web-{7EAB685C-9A52-444B-8BB0-AF63533D9F49}" dt="2022-08-31T13:19:33.544" v="3"/>
          <ac:picMkLst>
            <pc:docMk/>
            <pc:sldMk cId="0" sldId="3533"/>
            <ac:picMk id="2" creationId="{36A762E7-ADAA-DC83-96C9-EA0E13EE369E}"/>
          </ac:picMkLst>
        </pc:picChg>
      </pc:sldChg>
      <pc:sldChg chg="addSp delSp modSp new del mod modClrScheme chgLayout">
        <pc:chgData name="Dr. Ayesha Sharmin" userId="S::ayeshasharmin900@chem.buet.ac.bd::be51cbb5-d3e5-442f-8b27-d5603910de6c" providerId="AD" clId="Web-{7EAB685C-9A52-444B-8BB0-AF63533D9F49}" dt="2022-08-31T13:21:14.735" v="9"/>
        <pc:sldMkLst>
          <pc:docMk/>
          <pc:sldMk cId="262588570" sldId="3552"/>
        </pc:sldMkLst>
        <pc:picChg chg="add del mod">
          <ac:chgData name="Dr. Ayesha Sharmin" userId="S::ayeshasharmin900@chem.buet.ac.bd::be51cbb5-d3e5-442f-8b27-d5603910de6c" providerId="AD" clId="Web-{7EAB685C-9A52-444B-8BB0-AF63533D9F49}" dt="2022-08-31T13:20:01.764" v="8"/>
          <ac:picMkLst>
            <pc:docMk/>
            <pc:sldMk cId="262588570" sldId="3552"/>
            <ac:picMk id="2" creationId="{D292CAF5-6D87-077D-A4B7-BF7BE7815816}"/>
          </ac:picMkLst>
        </pc:picChg>
      </pc:sldChg>
      <pc:sldChg chg="addSp modSp new mod ord modClrScheme chgLayout">
        <pc:chgData name="Dr. Ayesha Sharmin" userId="S::ayeshasharmin900@chem.buet.ac.bd::be51cbb5-d3e5-442f-8b27-d5603910de6c" providerId="AD" clId="Web-{7EAB685C-9A52-444B-8BB0-AF63533D9F49}" dt="2022-08-31T13:23:04.286" v="17"/>
        <pc:sldMkLst>
          <pc:docMk/>
          <pc:sldMk cId="4018208378" sldId="3552"/>
        </pc:sldMkLst>
        <pc:picChg chg="add mod">
          <ac:chgData name="Dr. Ayesha Sharmin" userId="S::ayeshasharmin900@chem.buet.ac.bd::be51cbb5-d3e5-442f-8b27-d5603910de6c" providerId="AD" clId="Web-{7EAB685C-9A52-444B-8BB0-AF63533D9F49}" dt="2022-08-31T13:22:07.377" v="16" actId="14100"/>
          <ac:picMkLst>
            <pc:docMk/>
            <pc:sldMk cId="4018208378" sldId="3552"/>
            <ac:picMk id="2" creationId="{613B3D65-29EB-A6C1-29E5-A9A2580AA6EE}"/>
          </ac:picMkLst>
        </pc:picChg>
      </pc:sldChg>
      <pc:sldChg chg="addSp modSp new">
        <pc:chgData name="Dr. Ayesha Sharmin" userId="S::ayeshasharmin900@chem.buet.ac.bd::be51cbb5-d3e5-442f-8b27-d5603910de6c" providerId="AD" clId="Web-{7EAB685C-9A52-444B-8BB0-AF63533D9F49}" dt="2022-08-31T13:25:49.057" v="22" actId="14100"/>
        <pc:sldMkLst>
          <pc:docMk/>
          <pc:sldMk cId="2963424844" sldId="3553"/>
        </pc:sldMkLst>
        <pc:picChg chg="add mod">
          <ac:chgData name="Dr. Ayesha Sharmin" userId="S::ayeshasharmin900@chem.buet.ac.bd::be51cbb5-d3e5-442f-8b27-d5603910de6c" providerId="AD" clId="Web-{7EAB685C-9A52-444B-8BB0-AF63533D9F49}" dt="2022-08-31T13:25:49.057" v="22" actId="14100"/>
          <ac:picMkLst>
            <pc:docMk/>
            <pc:sldMk cId="2963424844" sldId="3553"/>
            <ac:picMk id="2" creationId="{8E20FA21-2A50-83AC-ED46-A151C59C565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8484E5A4-08E1-AB67-DC4D-C88E0145F37A}"/>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defRPr sz="1200">
                <a:latin typeface="Arial" charset="0"/>
                <a:ea typeface="+mn-ea"/>
                <a:cs typeface="+mn-cs"/>
              </a:defRPr>
            </a:lvl1pPr>
          </a:lstStyle>
          <a:p>
            <a:pPr>
              <a:defRPr/>
            </a:pPr>
            <a:endParaRPr lang="en-US"/>
          </a:p>
        </p:txBody>
      </p:sp>
      <p:sp>
        <p:nvSpPr>
          <p:cNvPr id="43011" name="Rectangle 3">
            <a:extLst>
              <a:ext uri="{FF2B5EF4-FFF2-40B4-BE49-F238E27FC236}">
                <a16:creationId xmlns:a16="http://schemas.microsoft.com/office/drawing/2014/main" id="{0684A2EB-67C4-4499-486B-71B3B7A316B5}"/>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200">
                <a:latin typeface="Arial" charset="0"/>
                <a:ea typeface="+mn-ea"/>
                <a:cs typeface="+mn-cs"/>
              </a:defRPr>
            </a:lvl1pPr>
          </a:lstStyle>
          <a:p>
            <a:pPr>
              <a:defRPr/>
            </a:pPr>
            <a:endParaRPr lang="en-US"/>
          </a:p>
        </p:txBody>
      </p:sp>
      <p:sp>
        <p:nvSpPr>
          <p:cNvPr id="3076" name="Rectangle 4">
            <a:extLst>
              <a:ext uri="{FF2B5EF4-FFF2-40B4-BE49-F238E27FC236}">
                <a16:creationId xmlns:a16="http://schemas.microsoft.com/office/drawing/2014/main" id="{A8644C46-95E1-F22B-7BA2-BA00B99D1C50}"/>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a:extLst>
              <a:ext uri="{FF2B5EF4-FFF2-40B4-BE49-F238E27FC236}">
                <a16:creationId xmlns:a16="http://schemas.microsoft.com/office/drawing/2014/main" id="{A8848EF8-89FC-D674-F9AB-35524D5CA9FC}"/>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3014" name="Rectangle 6">
            <a:extLst>
              <a:ext uri="{FF2B5EF4-FFF2-40B4-BE49-F238E27FC236}">
                <a16:creationId xmlns:a16="http://schemas.microsoft.com/office/drawing/2014/main" id="{2A2775DC-1193-50F8-5CE1-A6D6803D85FA}"/>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defRPr sz="1200">
                <a:latin typeface="Arial" charset="0"/>
                <a:ea typeface="+mn-ea"/>
                <a:cs typeface="+mn-cs"/>
              </a:defRPr>
            </a:lvl1pPr>
          </a:lstStyle>
          <a:p>
            <a:pPr>
              <a:defRPr/>
            </a:pPr>
            <a:endParaRPr lang="en-US"/>
          </a:p>
        </p:txBody>
      </p:sp>
      <p:sp>
        <p:nvSpPr>
          <p:cNvPr id="43015" name="Rectangle 7">
            <a:extLst>
              <a:ext uri="{FF2B5EF4-FFF2-40B4-BE49-F238E27FC236}">
                <a16:creationId xmlns:a16="http://schemas.microsoft.com/office/drawing/2014/main" id="{7CF88F1D-CD16-514D-6B27-4C741A44E143}"/>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defRPr sz="1200"/>
            </a:lvl1pPr>
          </a:lstStyle>
          <a:p>
            <a:pPr>
              <a:defRPr/>
            </a:pPr>
            <a:fld id="{10C9D4A4-534C-4974-8BBE-CDC55D1FE4B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48"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pitchFamily="4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pitchFamily="4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pitchFamily="4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pitchFamily="48"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C32BA09C-F48E-824B-2DEA-E8888655AC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3F995DD7-49B2-4F51-82BB-D8D3F18A594F}" type="slidenum">
              <a:rPr lang="en-US" altLang="en-US" sz="1200" smtClean="0"/>
              <a:pPr/>
              <a:t>1</a:t>
            </a:fld>
            <a:endParaRPr lang="en-US" altLang="en-US" sz="1200"/>
          </a:p>
        </p:txBody>
      </p:sp>
      <p:sp>
        <p:nvSpPr>
          <p:cNvPr id="6147" name="Rectangle 2">
            <a:extLst>
              <a:ext uri="{FF2B5EF4-FFF2-40B4-BE49-F238E27FC236}">
                <a16:creationId xmlns:a16="http://schemas.microsoft.com/office/drawing/2014/main" id="{21A2E3EF-765A-805A-1A15-28CF32B3EEA9}"/>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D4E2E068-2967-F476-BEFC-DAD85A98BB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E65938A8-A95B-F7AD-B914-0C4F146B0A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72E274FF-5901-4298-B012-C9C3A73B7BC4}" type="slidenum">
              <a:rPr lang="en-US" altLang="en-US" sz="1200" smtClean="0"/>
              <a:pPr/>
              <a:t>2</a:t>
            </a:fld>
            <a:endParaRPr lang="en-US" altLang="en-US" sz="1200"/>
          </a:p>
        </p:txBody>
      </p:sp>
      <p:sp>
        <p:nvSpPr>
          <p:cNvPr id="8195" name="Rectangle 2">
            <a:extLst>
              <a:ext uri="{FF2B5EF4-FFF2-40B4-BE49-F238E27FC236}">
                <a16:creationId xmlns:a16="http://schemas.microsoft.com/office/drawing/2014/main" id="{06FB40E0-10B7-49E1-4B66-399932127DD7}"/>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8C87BCF1-CCED-D55B-3F74-5A62C1B06E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CDD70310-35E3-474C-F84F-105321FDB6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81887CC0-4526-41F6-A9C6-C399CC549EE5}" type="slidenum">
              <a:rPr lang="en-US" altLang="en-US" sz="1200" smtClean="0"/>
              <a:pPr/>
              <a:t>4</a:t>
            </a:fld>
            <a:endParaRPr lang="en-US" altLang="en-US" sz="1200"/>
          </a:p>
        </p:txBody>
      </p:sp>
      <p:sp>
        <p:nvSpPr>
          <p:cNvPr id="11267" name="Rectangle 2">
            <a:extLst>
              <a:ext uri="{FF2B5EF4-FFF2-40B4-BE49-F238E27FC236}">
                <a16:creationId xmlns:a16="http://schemas.microsoft.com/office/drawing/2014/main" id="{B6AF4569-87BB-E596-B1BC-A2FF2E8E76B0}"/>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1D989AD8-B626-F6C1-6D30-C466BFDA9B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45AFE94E-D7F3-EBFE-E653-7FB09AEB0B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E96B4F5-BCD1-4DEE-AC41-A3CEA4A76EF1}" type="slidenum">
              <a:rPr lang="en-US" altLang="en-US" sz="1200" smtClean="0"/>
              <a:pPr/>
              <a:t>5</a:t>
            </a:fld>
            <a:endParaRPr lang="en-US" altLang="en-US" sz="1200"/>
          </a:p>
        </p:txBody>
      </p:sp>
      <p:sp>
        <p:nvSpPr>
          <p:cNvPr id="13315" name="Rectangle 2">
            <a:extLst>
              <a:ext uri="{FF2B5EF4-FFF2-40B4-BE49-F238E27FC236}">
                <a16:creationId xmlns:a16="http://schemas.microsoft.com/office/drawing/2014/main" id="{0618D7D4-F7C4-E90C-998E-9A3306D1241F}"/>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8A8AC006-CEE8-458F-4E7B-EA9364D43F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296FD6C1-2172-4001-23FA-E70B8C5178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B35FBA1F-C784-4E2C-A8CF-2229EDD65463}" type="slidenum">
              <a:rPr lang="en-US" altLang="en-US" sz="1200" smtClean="0"/>
              <a:pPr/>
              <a:t>6</a:t>
            </a:fld>
            <a:endParaRPr lang="en-US" altLang="en-US" sz="1200"/>
          </a:p>
        </p:txBody>
      </p:sp>
      <p:sp>
        <p:nvSpPr>
          <p:cNvPr id="15363" name="Rectangle 2">
            <a:extLst>
              <a:ext uri="{FF2B5EF4-FFF2-40B4-BE49-F238E27FC236}">
                <a16:creationId xmlns:a16="http://schemas.microsoft.com/office/drawing/2014/main" id="{DB1CAC03-24F3-FC09-1FA9-6DE38DC79F2F}"/>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20548A10-81BB-E507-D97B-4FACD124D3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4885D960-C12E-BCF1-F79B-73CA3015F6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170B456-E7AA-4DBE-94F3-DBD2D1774882}" type="slidenum">
              <a:rPr lang="en-US" altLang="en-US" sz="1200" smtClean="0"/>
              <a:pPr/>
              <a:t>7</a:t>
            </a:fld>
            <a:endParaRPr lang="en-US" altLang="en-US" sz="1200"/>
          </a:p>
        </p:txBody>
      </p:sp>
      <p:sp>
        <p:nvSpPr>
          <p:cNvPr id="17411" name="Rectangle 2">
            <a:extLst>
              <a:ext uri="{FF2B5EF4-FFF2-40B4-BE49-F238E27FC236}">
                <a16:creationId xmlns:a16="http://schemas.microsoft.com/office/drawing/2014/main" id="{13D29A43-3BF3-67C0-5D9E-9AA8E695EFF4}"/>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948F832F-8134-816F-CFC7-3126424E2A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D5174C7C-C79E-94A6-F3C5-A1F2517FD1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B5C2446A-394A-4A41-92DD-354A51C256E0}" type="slidenum">
              <a:rPr lang="en-US" altLang="en-US" sz="1200" smtClean="0"/>
              <a:pPr/>
              <a:t>11</a:t>
            </a:fld>
            <a:endParaRPr lang="en-US" altLang="en-US" sz="1200"/>
          </a:p>
        </p:txBody>
      </p:sp>
      <p:sp>
        <p:nvSpPr>
          <p:cNvPr id="22531" name="Rectangle 2">
            <a:extLst>
              <a:ext uri="{FF2B5EF4-FFF2-40B4-BE49-F238E27FC236}">
                <a16:creationId xmlns:a16="http://schemas.microsoft.com/office/drawing/2014/main" id="{2496E5D8-304D-F75E-B229-860E3E2D1CA3}"/>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848907E5-B2BA-0676-FF92-57D023A0CB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5B3882F7-63F8-0F78-7CC3-34A6E62599E6}"/>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fld id="{78DA0F16-1AC3-4AF6-B380-CDD7476288E3}" type="slidenum">
              <a:rPr lang="en-US" altLang="en-US" sz="1200"/>
              <a:pPr algn="r"/>
              <a:t>12</a:t>
            </a:fld>
            <a:endParaRPr lang="en-US" altLang="en-US" sz="1200"/>
          </a:p>
        </p:txBody>
      </p:sp>
      <p:sp>
        <p:nvSpPr>
          <p:cNvPr id="24579" name="Rectangle 2">
            <a:extLst>
              <a:ext uri="{FF2B5EF4-FFF2-40B4-BE49-F238E27FC236}">
                <a16:creationId xmlns:a16="http://schemas.microsoft.com/office/drawing/2014/main" id="{D406C29A-670D-CD55-6FBC-ADCE25B0DB25}"/>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49C8B007-14BC-6B60-7A20-7DFE33EA3F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D768CB40-C50C-1192-22A1-D8A3E06A91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764C3EE5-94BD-42F2-B9BF-B28EBE0076D1}" type="slidenum">
              <a:rPr lang="en-US" altLang="en-US" sz="1200" smtClean="0"/>
              <a:pPr/>
              <a:t>13</a:t>
            </a:fld>
            <a:endParaRPr lang="en-US" altLang="en-US" sz="1200"/>
          </a:p>
        </p:txBody>
      </p:sp>
      <p:sp>
        <p:nvSpPr>
          <p:cNvPr id="26627" name="Rectangle 2">
            <a:extLst>
              <a:ext uri="{FF2B5EF4-FFF2-40B4-BE49-F238E27FC236}">
                <a16:creationId xmlns:a16="http://schemas.microsoft.com/office/drawing/2014/main" id="{1166D02A-7921-923F-E5EC-156D0BFB2E3C}"/>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1378AA95-EC5A-8E4C-A815-C5078BB5D1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A05E2176-0389-47A8-D5C4-E50348AEA0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A002F3CC-29A0-41C2-8A9A-35CB80E944D7}" type="slidenum">
              <a:rPr lang="en-US" altLang="en-US" sz="1200" smtClean="0"/>
              <a:pPr/>
              <a:t>19</a:t>
            </a:fld>
            <a:endParaRPr lang="en-US" altLang="en-US" sz="1200"/>
          </a:p>
        </p:txBody>
      </p:sp>
      <p:sp>
        <p:nvSpPr>
          <p:cNvPr id="33795" name="Rectangle 2">
            <a:extLst>
              <a:ext uri="{FF2B5EF4-FFF2-40B4-BE49-F238E27FC236}">
                <a16:creationId xmlns:a16="http://schemas.microsoft.com/office/drawing/2014/main" id="{54EE069B-E151-5252-1130-F657398DEA46}"/>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F3573C3F-AF24-DB72-C5AC-1E12BB5C19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EC579D65-AEBE-CB58-B474-4557087B9CF3}"/>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fld id="{50FDAC61-0111-4D0D-8E5F-DC2E16596F18}" type="slidenum">
              <a:rPr lang="en-US" altLang="en-US" sz="1200"/>
              <a:pPr algn="r"/>
              <a:t>20</a:t>
            </a:fld>
            <a:endParaRPr lang="en-US" altLang="en-US" sz="1200"/>
          </a:p>
        </p:txBody>
      </p:sp>
      <p:sp>
        <p:nvSpPr>
          <p:cNvPr id="35843" name="Rectangle 2">
            <a:extLst>
              <a:ext uri="{FF2B5EF4-FFF2-40B4-BE49-F238E27FC236}">
                <a16:creationId xmlns:a16="http://schemas.microsoft.com/office/drawing/2014/main" id="{86200364-3836-F3CF-7AC3-13179D81AD25}"/>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4D545E46-C335-48E4-8365-1EC343084F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54BBC1DA-14D7-604F-B556-5FA909946B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D95C91C3-1729-46F4-8420-2A3EC6CF77B2}" type="slidenum">
              <a:rPr lang="en-US" altLang="en-US" sz="1200" smtClean="0"/>
              <a:pPr/>
              <a:t>29</a:t>
            </a:fld>
            <a:endParaRPr lang="en-US" altLang="en-US" sz="1200"/>
          </a:p>
        </p:txBody>
      </p:sp>
      <p:sp>
        <p:nvSpPr>
          <p:cNvPr id="46083" name="Rectangle 2">
            <a:extLst>
              <a:ext uri="{FF2B5EF4-FFF2-40B4-BE49-F238E27FC236}">
                <a16:creationId xmlns:a16="http://schemas.microsoft.com/office/drawing/2014/main" id="{906DE152-F7A7-47A4-422C-CB11CCD4E07E}"/>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9C0A1942-31D9-44A1-2637-B004538041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667825CD-5FEA-AD42-30CA-E2FB05267B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8C3CA7E-7D6B-4F8C-89FD-43D2F57849C0}" type="slidenum">
              <a:rPr lang="en-US" altLang="en-US" sz="1200" smtClean="0"/>
              <a:pPr/>
              <a:t>32</a:t>
            </a:fld>
            <a:endParaRPr lang="en-US" altLang="en-US" sz="1200"/>
          </a:p>
        </p:txBody>
      </p:sp>
      <p:sp>
        <p:nvSpPr>
          <p:cNvPr id="50179" name="Rectangle 2">
            <a:extLst>
              <a:ext uri="{FF2B5EF4-FFF2-40B4-BE49-F238E27FC236}">
                <a16:creationId xmlns:a16="http://schemas.microsoft.com/office/drawing/2014/main" id="{FBA0EB75-7619-5ECD-8EA3-D76AA26E9860}"/>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8F838BCC-234B-7215-6F68-3015C52EC0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66307F32-989E-949E-14EB-F09779DC68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9BEEF1FE-B819-40FE-B8B5-0281AC40C29D}" type="slidenum">
              <a:rPr lang="en-US" altLang="en-US" sz="1200" smtClean="0"/>
              <a:pPr/>
              <a:t>35</a:t>
            </a:fld>
            <a:endParaRPr lang="en-US" altLang="en-US" sz="1200"/>
          </a:p>
        </p:txBody>
      </p:sp>
      <p:sp>
        <p:nvSpPr>
          <p:cNvPr id="54275" name="Rectangle 2">
            <a:extLst>
              <a:ext uri="{FF2B5EF4-FFF2-40B4-BE49-F238E27FC236}">
                <a16:creationId xmlns:a16="http://schemas.microsoft.com/office/drawing/2014/main" id="{280F0A1F-0A45-0986-7D92-149A4E0A8391}"/>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9F4B96A4-8F16-21CC-F30F-8AB9CE30BC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7E3DB32E-9B81-31F0-FA80-587EAE7AD1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88D7F9D7-82CD-4DD3-A787-B5AAE1060697}" type="slidenum">
              <a:rPr lang="en-US" altLang="en-US" sz="1200" smtClean="0"/>
              <a:pPr/>
              <a:t>36</a:t>
            </a:fld>
            <a:endParaRPr lang="en-US" altLang="en-US" sz="1200"/>
          </a:p>
        </p:txBody>
      </p:sp>
      <p:sp>
        <p:nvSpPr>
          <p:cNvPr id="56323" name="Rectangle 2">
            <a:extLst>
              <a:ext uri="{FF2B5EF4-FFF2-40B4-BE49-F238E27FC236}">
                <a16:creationId xmlns:a16="http://schemas.microsoft.com/office/drawing/2014/main" id="{EDACF49E-A0DF-1D86-78AF-23D93FDECADC}"/>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1B9425BC-73B5-8528-3291-7A053A31CE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FBB27607-2F0F-6703-4A26-51C4CFB355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CC306689-8179-40F5-A805-8B00FD507065}" type="slidenum">
              <a:rPr lang="en-US" altLang="en-US" sz="1200" smtClean="0"/>
              <a:pPr/>
              <a:t>37</a:t>
            </a:fld>
            <a:endParaRPr lang="en-US" altLang="en-US" sz="1200"/>
          </a:p>
        </p:txBody>
      </p:sp>
      <p:sp>
        <p:nvSpPr>
          <p:cNvPr id="58371" name="Rectangle 2">
            <a:extLst>
              <a:ext uri="{FF2B5EF4-FFF2-40B4-BE49-F238E27FC236}">
                <a16:creationId xmlns:a16="http://schemas.microsoft.com/office/drawing/2014/main" id="{58AAA326-8272-4808-1185-C76271989519}"/>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E88F007E-E821-0412-A4F6-8D463EE0FA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C35661D9-36E5-0DC0-914B-A4093D02B9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365D447-4BEC-44D7-8603-895C2D680048}" type="slidenum">
              <a:rPr lang="en-US" altLang="en-US" sz="1200" smtClean="0"/>
              <a:pPr/>
              <a:t>38</a:t>
            </a:fld>
            <a:endParaRPr lang="en-US" altLang="en-US" sz="1200"/>
          </a:p>
        </p:txBody>
      </p:sp>
      <p:sp>
        <p:nvSpPr>
          <p:cNvPr id="60419" name="Rectangle 2">
            <a:extLst>
              <a:ext uri="{FF2B5EF4-FFF2-40B4-BE49-F238E27FC236}">
                <a16:creationId xmlns:a16="http://schemas.microsoft.com/office/drawing/2014/main" id="{5516121B-129C-4011-0A78-032F10166FA3}"/>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566340F3-D845-4A1C-2CCD-75ACAE258E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A6250063-B991-C0AF-1835-1397A30E3E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CE974BF1-8928-4D90-8ABD-D7C6BA276CEC}" type="slidenum">
              <a:rPr lang="en-US" altLang="en-US" sz="1200" smtClean="0"/>
              <a:pPr/>
              <a:t>39</a:t>
            </a:fld>
            <a:endParaRPr lang="en-US" altLang="en-US" sz="1200"/>
          </a:p>
        </p:txBody>
      </p:sp>
      <p:sp>
        <p:nvSpPr>
          <p:cNvPr id="62467" name="Rectangle 2">
            <a:extLst>
              <a:ext uri="{FF2B5EF4-FFF2-40B4-BE49-F238E27FC236}">
                <a16:creationId xmlns:a16="http://schemas.microsoft.com/office/drawing/2014/main" id="{39CAC7C1-ACD2-5EEA-9760-39ABF25DDDBB}"/>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C5435051-21D9-549A-8BC6-41A7846731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414D150B-F135-8959-FAB8-B96D9BF455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9F8BB3F-E206-4C27-9A30-DA49E10F0217}" type="slidenum">
              <a:rPr lang="en-US" altLang="en-US" sz="1200" smtClean="0"/>
              <a:pPr/>
              <a:t>40</a:t>
            </a:fld>
            <a:endParaRPr lang="en-US" altLang="en-US" sz="1200"/>
          </a:p>
        </p:txBody>
      </p:sp>
      <p:sp>
        <p:nvSpPr>
          <p:cNvPr id="64515" name="Rectangle 2">
            <a:extLst>
              <a:ext uri="{FF2B5EF4-FFF2-40B4-BE49-F238E27FC236}">
                <a16:creationId xmlns:a16="http://schemas.microsoft.com/office/drawing/2014/main" id="{12F1CC59-4914-EBF2-5DEC-F040800D31CA}"/>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C040F3D2-AF9B-CC91-B2B3-CDA07215A4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1C17BEAA-BF07-6EC4-F8C3-8EE2D9F4AC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FBCBCD74-0DDF-48EF-A2A6-02CD2B4FB6A3}" type="slidenum">
              <a:rPr lang="en-US" altLang="en-US" sz="1200" smtClean="0"/>
              <a:pPr/>
              <a:t>42</a:t>
            </a:fld>
            <a:endParaRPr lang="en-US" altLang="en-US" sz="1200"/>
          </a:p>
        </p:txBody>
      </p:sp>
      <p:sp>
        <p:nvSpPr>
          <p:cNvPr id="67587" name="Rectangle 2">
            <a:extLst>
              <a:ext uri="{FF2B5EF4-FFF2-40B4-BE49-F238E27FC236}">
                <a16:creationId xmlns:a16="http://schemas.microsoft.com/office/drawing/2014/main" id="{B5F58E09-0641-06A7-EF1E-2C68429E2440}"/>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82C8EA1A-9A6F-335F-2C9E-A5CCC9E480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8804E0DC-EAF3-92F1-B104-3DFF92F6D7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D68F9406-E5C1-4F35-9335-724CBF86402B}" type="slidenum">
              <a:rPr lang="en-US" altLang="en-US" sz="1200" smtClean="0"/>
              <a:pPr/>
              <a:t>45</a:t>
            </a:fld>
            <a:endParaRPr lang="en-US" altLang="en-US" sz="1200"/>
          </a:p>
        </p:txBody>
      </p:sp>
      <p:sp>
        <p:nvSpPr>
          <p:cNvPr id="71683" name="Rectangle 2">
            <a:extLst>
              <a:ext uri="{FF2B5EF4-FFF2-40B4-BE49-F238E27FC236}">
                <a16:creationId xmlns:a16="http://schemas.microsoft.com/office/drawing/2014/main" id="{5ABC80AE-57B3-FD64-B1DE-956F409B34A9}"/>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1D58FD19-DB2C-B289-55B3-366CF4DE86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1819F70C-A2DB-714A-966C-F7A91B664729}"/>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FDA91D89-3078-F576-F748-FBECD3EB07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19F59E72-9F8E-1426-2E0A-07E406DFE1A3}"/>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C170BAFF-100E-5C0D-5088-34BB9D548B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D17B7283-E48F-1B1E-20BB-72FA49796EB9}"/>
              </a:ext>
            </a:extLst>
          </p:cNvPr>
          <p:cNvSpPr>
            <a:spLocks noGrp="1" noRot="1" noChangeAspect="1" noChangeArrowheads="1" noTextEdit="1"/>
          </p:cNvSpPr>
          <p:nvPr>
            <p:ph type="sldImg"/>
          </p:nvPr>
        </p:nvSpPr>
        <p:spPr>
          <a:ln/>
        </p:spPr>
      </p:sp>
      <p:sp>
        <p:nvSpPr>
          <p:cNvPr id="100355" name="Rectangle 3">
            <a:extLst>
              <a:ext uri="{FF2B5EF4-FFF2-40B4-BE49-F238E27FC236}">
                <a16:creationId xmlns:a16="http://schemas.microsoft.com/office/drawing/2014/main" id="{B892A21E-A6E9-6F1D-8F2B-1689908203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4E630629-9981-EF9E-D92C-733579FBA8C4}"/>
              </a:ext>
            </a:extLst>
          </p:cNvPr>
          <p:cNvSpPr>
            <a:spLocks noGrp="1" noRot="1" noChangeAspect="1" noChangeArrowheads="1" noTextEdit="1"/>
          </p:cNvSpPr>
          <p:nvPr>
            <p:ph type="sldImg"/>
          </p:nvPr>
        </p:nvSpPr>
        <p:spPr>
          <a:ln/>
        </p:spPr>
      </p:sp>
      <p:sp>
        <p:nvSpPr>
          <p:cNvPr id="102403" name="Rectangle 3">
            <a:extLst>
              <a:ext uri="{FF2B5EF4-FFF2-40B4-BE49-F238E27FC236}">
                <a16:creationId xmlns:a16="http://schemas.microsoft.com/office/drawing/2014/main" id="{6D5D0102-A514-6A8A-2CAB-2CD67E2BB9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435C5582-C2BB-C84C-C88F-BEA0FB99A0E6}"/>
              </a:ext>
            </a:extLst>
          </p:cNvPr>
          <p:cNvSpPr>
            <a:spLocks noGrp="1" noRot="1" noChangeAspect="1" noChangeArrowheads="1" noTextEdit="1"/>
          </p:cNvSpPr>
          <p:nvPr>
            <p:ph type="sldImg"/>
          </p:nvPr>
        </p:nvSpPr>
        <p:spPr>
          <a:ln/>
        </p:spPr>
      </p:sp>
      <p:sp>
        <p:nvSpPr>
          <p:cNvPr id="104451" name="Rectangle 3">
            <a:extLst>
              <a:ext uri="{FF2B5EF4-FFF2-40B4-BE49-F238E27FC236}">
                <a16:creationId xmlns:a16="http://schemas.microsoft.com/office/drawing/2014/main" id="{74A6CB5F-B8C3-D25B-6B82-5FC0EAD720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FECA87E3-01F5-D9CE-121E-3A5938F86812}"/>
              </a:ext>
            </a:extLst>
          </p:cNvPr>
          <p:cNvSpPr>
            <a:spLocks noGrp="1" noRot="1" noChangeAspect="1" noChangeArrowheads="1" noTextEdit="1"/>
          </p:cNvSpPr>
          <p:nvPr>
            <p:ph type="sldImg"/>
          </p:nvPr>
        </p:nvSpPr>
        <p:spPr>
          <a:ln/>
        </p:spPr>
      </p:sp>
      <p:sp>
        <p:nvSpPr>
          <p:cNvPr id="106499" name="Rectangle 3">
            <a:extLst>
              <a:ext uri="{FF2B5EF4-FFF2-40B4-BE49-F238E27FC236}">
                <a16:creationId xmlns:a16="http://schemas.microsoft.com/office/drawing/2014/main" id="{742680C7-C035-830D-3185-A2E0DF42EF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6FDAD380-D8C0-9016-CCB4-C353C9AE4E99}"/>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EC3CCD96-2A4F-F4BE-33B5-6B453917B7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C979F32C-50EB-B74D-CBE4-16AFC83380DF}"/>
              </a:ext>
            </a:extLst>
          </p:cNvPr>
          <p:cNvSpPr>
            <a:spLocks noGrp="1" noRot="1" noChangeAspect="1" noChangeArrowheads="1" noTextEdit="1"/>
          </p:cNvSpPr>
          <p:nvPr>
            <p:ph type="sldImg"/>
          </p:nvPr>
        </p:nvSpPr>
        <p:spPr>
          <a:ln/>
        </p:spPr>
      </p:sp>
      <p:sp>
        <p:nvSpPr>
          <p:cNvPr id="110595" name="Rectangle 3">
            <a:extLst>
              <a:ext uri="{FF2B5EF4-FFF2-40B4-BE49-F238E27FC236}">
                <a16:creationId xmlns:a16="http://schemas.microsoft.com/office/drawing/2014/main" id="{7EF77091-0E8D-8D25-3994-496D8EE02B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BD633B9F-8FE0-96BB-73D6-F3C875ECCCED}"/>
              </a:ext>
            </a:extLst>
          </p:cNvPr>
          <p:cNvSpPr>
            <a:spLocks noGrp="1" noRot="1" noChangeAspect="1" noChangeArrowheads="1" noTextEdit="1"/>
          </p:cNvSpPr>
          <p:nvPr>
            <p:ph type="sldImg"/>
          </p:nvPr>
        </p:nvSpPr>
        <p:spPr>
          <a:ln/>
        </p:spPr>
      </p:sp>
      <p:sp>
        <p:nvSpPr>
          <p:cNvPr id="112643" name="Rectangle 3">
            <a:extLst>
              <a:ext uri="{FF2B5EF4-FFF2-40B4-BE49-F238E27FC236}">
                <a16:creationId xmlns:a16="http://schemas.microsoft.com/office/drawing/2014/main" id="{7C012A2D-0E9C-D541-5BC3-4343A0F5AC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A58B2EEE-63F1-4049-76D0-CBCF7D0EDE60}"/>
              </a:ext>
            </a:extLst>
          </p:cNvPr>
          <p:cNvSpPr>
            <a:spLocks noGrp="1" noRot="1" noChangeAspect="1" noChangeArrowheads="1" noTextEdit="1"/>
          </p:cNvSpPr>
          <p:nvPr>
            <p:ph type="sldImg"/>
          </p:nvPr>
        </p:nvSpPr>
        <p:spPr>
          <a:ln/>
        </p:spPr>
      </p:sp>
      <p:sp>
        <p:nvSpPr>
          <p:cNvPr id="114691" name="Rectangle 3">
            <a:extLst>
              <a:ext uri="{FF2B5EF4-FFF2-40B4-BE49-F238E27FC236}">
                <a16:creationId xmlns:a16="http://schemas.microsoft.com/office/drawing/2014/main" id="{B5F9CA52-887E-3A19-6F78-E985AA5C2F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49878C68-F3B8-8FBC-57FA-4C7CA559780E}"/>
              </a:ext>
            </a:extLst>
          </p:cNvPr>
          <p:cNvSpPr>
            <a:spLocks noGrp="1" noRot="1" noChangeAspect="1" noChangeArrowheads="1" noTextEdit="1"/>
          </p:cNvSpPr>
          <p:nvPr>
            <p:ph type="sldImg"/>
          </p:nvPr>
        </p:nvSpPr>
        <p:spPr>
          <a:ln/>
        </p:spPr>
      </p:sp>
      <p:sp>
        <p:nvSpPr>
          <p:cNvPr id="116739" name="Rectangle 3">
            <a:extLst>
              <a:ext uri="{FF2B5EF4-FFF2-40B4-BE49-F238E27FC236}">
                <a16:creationId xmlns:a16="http://schemas.microsoft.com/office/drawing/2014/main" id="{553D47C8-AB9B-5FDF-6EB1-ECD134B277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5A4E83D3-35D9-D6FD-3876-19EC54F3F38B}"/>
              </a:ext>
            </a:extLst>
          </p:cNvPr>
          <p:cNvSpPr>
            <a:spLocks noGrp="1" noRot="1" noChangeAspect="1" noChangeArrowheads="1" noTextEdit="1"/>
          </p:cNvSpPr>
          <p:nvPr>
            <p:ph type="sldImg"/>
          </p:nvPr>
        </p:nvSpPr>
        <p:spPr>
          <a:ln/>
        </p:spPr>
      </p:sp>
      <p:sp>
        <p:nvSpPr>
          <p:cNvPr id="118787" name="Rectangle 3">
            <a:extLst>
              <a:ext uri="{FF2B5EF4-FFF2-40B4-BE49-F238E27FC236}">
                <a16:creationId xmlns:a16="http://schemas.microsoft.com/office/drawing/2014/main" id="{115087BD-B1FE-D464-3C20-22D388AD14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93DA115A-7E2C-882C-5136-1F1C83878283}"/>
              </a:ext>
            </a:extLst>
          </p:cNvPr>
          <p:cNvSpPr>
            <a:spLocks noGrp="1" noRot="1" noChangeAspect="1" noChangeArrowheads="1" noTextEdit="1"/>
          </p:cNvSpPr>
          <p:nvPr>
            <p:ph type="sldImg"/>
          </p:nvPr>
        </p:nvSpPr>
        <p:spPr>
          <a:ln/>
        </p:spPr>
      </p:sp>
      <p:sp>
        <p:nvSpPr>
          <p:cNvPr id="120835" name="Rectangle 3">
            <a:extLst>
              <a:ext uri="{FF2B5EF4-FFF2-40B4-BE49-F238E27FC236}">
                <a16:creationId xmlns:a16="http://schemas.microsoft.com/office/drawing/2014/main" id="{CE46F6E5-F497-B774-0433-456D8E0AFA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73174A31-09C0-C00F-8E77-B9341CB3DEE9}"/>
              </a:ext>
            </a:extLst>
          </p:cNvPr>
          <p:cNvSpPr>
            <a:spLocks noGrp="1" noRot="1" noChangeAspect="1" noChangeArrowheads="1" noTextEdit="1"/>
          </p:cNvSpPr>
          <p:nvPr>
            <p:ph type="sldImg"/>
          </p:nvPr>
        </p:nvSpPr>
        <p:spPr>
          <a:ln/>
        </p:spPr>
      </p:sp>
      <p:sp>
        <p:nvSpPr>
          <p:cNvPr id="122883" name="Rectangle 3">
            <a:extLst>
              <a:ext uri="{FF2B5EF4-FFF2-40B4-BE49-F238E27FC236}">
                <a16:creationId xmlns:a16="http://schemas.microsoft.com/office/drawing/2014/main" id="{E80B6082-D0D8-FCC0-48CD-C508657606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109B29F2-BCCB-3256-05BF-94535D2C3E7D}"/>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559365B5-95CD-87CA-592C-16EA680AC2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2BF96529-06B0-D6A3-764A-CDC6E33DBCF4}"/>
              </a:ext>
            </a:extLst>
          </p:cNvPr>
          <p:cNvSpPr>
            <a:spLocks noGrp="1" noRot="1" noChangeAspect="1" noChangeArrowheads="1" noTextEdit="1"/>
          </p:cNvSpPr>
          <p:nvPr>
            <p:ph type="sldImg"/>
          </p:nvPr>
        </p:nvSpPr>
        <p:spPr>
          <a:ln/>
        </p:spPr>
      </p:sp>
      <p:sp>
        <p:nvSpPr>
          <p:cNvPr id="126979" name="Rectangle 3">
            <a:extLst>
              <a:ext uri="{FF2B5EF4-FFF2-40B4-BE49-F238E27FC236}">
                <a16:creationId xmlns:a16="http://schemas.microsoft.com/office/drawing/2014/main" id="{C6EA4D72-80AD-2BA0-C50C-444ED70A20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F278C8FE-06DD-CCEA-3C82-760E086394BA}"/>
              </a:ext>
            </a:extLst>
          </p:cNvPr>
          <p:cNvSpPr>
            <a:spLocks noGrp="1" noRot="1" noChangeAspect="1" noChangeArrowheads="1" noTextEdit="1"/>
          </p:cNvSpPr>
          <p:nvPr>
            <p:ph type="sldImg"/>
          </p:nvPr>
        </p:nvSpPr>
        <p:spPr>
          <a:ln/>
        </p:spPr>
      </p:sp>
      <p:sp>
        <p:nvSpPr>
          <p:cNvPr id="129027" name="Rectangle 3">
            <a:extLst>
              <a:ext uri="{FF2B5EF4-FFF2-40B4-BE49-F238E27FC236}">
                <a16:creationId xmlns:a16="http://schemas.microsoft.com/office/drawing/2014/main" id="{6929C97F-F9E6-7EA2-1FAA-F676FAD154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83D28B3D-660E-6182-629B-DDC4804AF3DF}"/>
              </a:ext>
            </a:extLst>
          </p:cNvPr>
          <p:cNvSpPr>
            <a:spLocks noGrp="1" noRot="1" noChangeAspect="1" noChangeArrowheads="1" noTextEdit="1"/>
          </p:cNvSpPr>
          <p:nvPr>
            <p:ph type="sldImg"/>
          </p:nvPr>
        </p:nvSpPr>
        <p:spPr>
          <a:ln/>
        </p:spPr>
      </p:sp>
      <p:sp>
        <p:nvSpPr>
          <p:cNvPr id="131075" name="Rectangle 3">
            <a:extLst>
              <a:ext uri="{FF2B5EF4-FFF2-40B4-BE49-F238E27FC236}">
                <a16:creationId xmlns:a16="http://schemas.microsoft.com/office/drawing/2014/main" id="{F52EBD89-25F5-2287-DFE8-49BA10F2BD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06314537-15D1-1408-EDF5-1257B28AF093}"/>
              </a:ext>
            </a:extLst>
          </p:cNvPr>
          <p:cNvSpPr>
            <a:spLocks noGrp="1" noRot="1" noChangeAspect="1" noChangeArrowheads="1" noTextEdit="1"/>
          </p:cNvSpPr>
          <p:nvPr>
            <p:ph type="sldImg"/>
          </p:nvPr>
        </p:nvSpPr>
        <p:spPr>
          <a:ln/>
        </p:spPr>
      </p:sp>
      <p:sp>
        <p:nvSpPr>
          <p:cNvPr id="133123" name="Rectangle 3">
            <a:extLst>
              <a:ext uri="{FF2B5EF4-FFF2-40B4-BE49-F238E27FC236}">
                <a16:creationId xmlns:a16="http://schemas.microsoft.com/office/drawing/2014/main" id="{9FDC15E4-1F08-3DC6-092F-9819B13ADE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73205643-2583-236D-2F80-31EADBE4F996}"/>
              </a:ext>
            </a:extLst>
          </p:cNvPr>
          <p:cNvSpPr>
            <a:spLocks noGrp="1" noRot="1" noChangeAspect="1" noChangeArrowheads="1" noTextEdit="1"/>
          </p:cNvSpPr>
          <p:nvPr>
            <p:ph type="sldImg"/>
          </p:nvPr>
        </p:nvSpPr>
        <p:spPr>
          <a:ln/>
        </p:spPr>
      </p:sp>
      <p:sp>
        <p:nvSpPr>
          <p:cNvPr id="135171" name="Rectangle 3">
            <a:extLst>
              <a:ext uri="{FF2B5EF4-FFF2-40B4-BE49-F238E27FC236}">
                <a16:creationId xmlns:a16="http://schemas.microsoft.com/office/drawing/2014/main" id="{7BF8A752-7E14-01A0-6E2B-DBC88672A7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a:extLst>
              <a:ext uri="{FF2B5EF4-FFF2-40B4-BE49-F238E27FC236}">
                <a16:creationId xmlns:a16="http://schemas.microsoft.com/office/drawing/2014/main" id="{03D49BD8-B3D3-9ADC-CBAB-2D6B3E955400}"/>
              </a:ext>
            </a:extLst>
          </p:cNvPr>
          <p:cNvSpPr>
            <a:spLocks noGrp="1" noRot="1" noChangeAspect="1" noChangeArrowheads="1" noTextEdit="1"/>
          </p:cNvSpPr>
          <p:nvPr>
            <p:ph type="sldImg"/>
          </p:nvPr>
        </p:nvSpPr>
        <p:spPr>
          <a:ln/>
        </p:spPr>
      </p:sp>
      <p:sp>
        <p:nvSpPr>
          <p:cNvPr id="137219" name="Rectangle 3">
            <a:extLst>
              <a:ext uri="{FF2B5EF4-FFF2-40B4-BE49-F238E27FC236}">
                <a16:creationId xmlns:a16="http://schemas.microsoft.com/office/drawing/2014/main" id="{E96435E5-FCC3-B9D5-F5EA-6DC95A478C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508D5F97-6005-A1F1-768F-6A7968C6DB10}"/>
              </a:ext>
            </a:extLst>
          </p:cNvPr>
          <p:cNvSpPr>
            <a:spLocks noGrp="1" noRot="1" noChangeAspect="1" noChangeArrowheads="1" noTextEdit="1"/>
          </p:cNvSpPr>
          <p:nvPr>
            <p:ph type="sldImg"/>
          </p:nvPr>
        </p:nvSpPr>
        <p:spPr>
          <a:ln/>
        </p:spPr>
      </p:sp>
      <p:sp>
        <p:nvSpPr>
          <p:cNvPr id="139267" name="Rectangle 3">
            <a:extLst>
              <a:ext uri="{FF2B5EF4-FFF2-40B4-BE49-F238E27FC236}">
                <a16:creationId xmlns:a16="http://schemas.microsoft.com/office/drawing/2014/main" id="{2AD707EF-2BF6-690B-EFCF-2BA35E2253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a:extLst>
              <a:ext uri="{FF2B5EF4-FFF2-40B4-BE49-F238E27FC236}">
                <a16:creationId xmlns:a16="http://schemas.microsoft.com/office/drawing/2014/main" id="{F57B98DF-061A-8D29-973C-A5F89A7043F9}"/>
              </a:ext>
            </a:extLst>
          </p:cNvPr>
          <p:cNvSpPr>
            <a:spLocks noGrp="1" noRot="1" noChangeAspect="1" noChangeArrowheads="1" noTextEdit="1"/>
          </p:cNvSpPr>
          <p:nvPr>
            <p:ph type="sldImg"/>
          </p:nvPr>
        </p:nvSpPr>
        <p:spPr>
          <a:ln/>
        </p:spPr>
      </p:sp>
      <p:sp>
        <p:nvSpPr>
          <p:cNvPr id="141315" name="Rectangle 3">
            <a:extLst>
              <a:ext uri="{FF2B5EF4-FFF2-40B4-BE49-F238E27FC236}">
                <a16:creationId xmlns:a16="http://schemas.microsoft.com/office/drawing/2014/main" id="{C4686954-BECD-1A9A-6DAF-9D8FCDBD49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F83B5E98-EEA7-693D-1C2F-33A873C3556B}"/>
              </a:ext>
            </a:extLst>
          </p:cNvPr>
          <p:cNvSpPr>
            <a:spLocks noGrp="1" noRot="1" noChangeAspect="1" noChangeArrowheads="1" noTextEdit="1"/>
          </p:cNvSpPr>
          <p:nvPr>
            <p:ph type="sldImg"/>
          </p:nvPr>
        </p:nvSpPr>
        <p:spPr>
          <a:ln/>
        </p:spPr>
      </p:sp>
      <p:sp>
        <p:nvSpPr>
          <p:cNvPr id="143363" name="Rectangle 3">
            <a:extLst>
              <a:ext uri="{FF2B5EF4-FFF2-40B4-BE49-F238E27FC236}">
                <a16:creationId xmlns:a16="http://schemas.microsoft.com/office/drawing/2014/main" id="{F0E98156-220E-92FA-C00E-BF9687D7EE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635AC482-02E4-2D74-6138-8C0A62CCFC48}"/>
              </a:ext>
            </a:extLst>
          </p:cNvPr>
          <p:cNvSpPr>
            <a:spLocks noGrp="1" noRot="1" noChangeAspect="1" noChangeArrowheads="1" noTextEdit="1"/>
          </p:cNvSpPr>
          <p:nvPr>
            <p:ph type="sldImg"/>
          </p:nvPr>
        </p:nvSpPr>
        <p:spPr>
          <a:ln/>
        </p:spPr>
      </p:sp>
      <p:sp>
        <p:nvSpPr>
          <p:cNvPr id="145411" name="Rectangle 3">
            <a:extLst>
              <a:ext uri="{FF2B5EF4-FFF2-40B4-BE49-F238E27FC236}">
                <a16:creationId xmlns:a16="http://schemas.microsoft.com/office/drawing/2014/main" id="{A43464C8-F246-08A7-EE44-FBFC5335B9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874618FE-A681-D1A5-3B71-9C0CE9A3D78C}"/>
              </a:ext>
            </a:extLst>
          </p:cNvPr>
          <p:cNvSpPr>
            <a:spLocks noGrp="1" noRot="1" noChangeAspect="1" noChangeArrowheads="1" noTextEdit="1"/>
          </p:cNvSpPr>
          <p:nvPr>
            <p:ph type="sldImg"/>
          </p:nvPr>
        </p:nvSpPr>
        <p:spPr>
          <a:ln/>
        </p:spPr>
      </p:sp>
      <p:sp>
        <p:nvSpPr>
          <p:cNvPr id="147459" name="Rectangle 3">
            <a:extLst>
              <a:ext uri="{FF2B5EF4-FFF2-40B4-BE49-F238E27FC236}">
                <a16:creationId xmlns:a16="http://schemas.microsoft.com/office/drawing/2014/main" id="{F768FDEF-FC57-C127-AAA1-D7B1F5F47F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a:extLst>
              <a:ext uri="{FF2B5EF4-FFF2-40B4-BE49-F238E27FC236}">
                <a16:creationId xmlns:a16="http://schemas.microsoft.com/office/drawing/2014/main" id="{97472736-2E06-7CF9-7F33-EAD5CC58D479}"/>
              </a:ext>
            </a:extLst>
          </p:cNvPr>
          <p:cNvSpPr>
            <a:spLocks noGrp="1" noRot="1" noChangeAspect="1" noChangeArrowheads="1" noTextEdit="1"/>
          </p:cNvSpPr>
          <p:nvPr>
            <p:ph type="sldImg"/>
          </p:nvPr>
        </p:nvSpPr>
        <p:spPr>
          <a:ln/>
        </p:spPr>
      </p:sp>
      <p:sp>
        <p:nvSpPr>
          <p:cNvPr id="149507" name="Rectangle 3">
            <a:extLst>
              <a:ext uri="{FF2B5EF4-FFF2-40B4-BE49-F238E27FC236}">
                <a16:creationId xmlns:a16="http://schemas.microsoft.com/office/drawing/2014/main" id="{A165380B-7803-F0E4-0DF6-516A6672C7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a:extLst>
              <a:ext uri="{FF2B5EF4-FFF2-40B4-BE49-F238E27FC236}">
                <a16:creationId xmlns:a16="http://schemas.microsoft.com/office/drawing/2014/main" id="{7C07C841-1765-CA3E-56C9-5439CA3A22F3}"/>
              </a:ext>
            </a:extLst>
          </p:cNvPr>
          <p:cNvSpPr>
            <a:spLocks noGrp="1" noRot="1" noChangeAspect="1" noChangeArrowheads="1" noTextEdit="1"/>
          </p:cNvSpPr>
          <p:nvPr>
            <p:ph type="sldImg"/>
          </p:nvPr>
        </p:nvSpPr>
        <p:spPr>
          <a:ln/>
        </p:spPr>
      </p:sp>
      <p:sp>
        <p:nvSpPr>
          <p:cNvPr id="151555" name="Rectangle 3">
            <a:extLst>
              <a:ext uri="{FF2B5EF4-FFF2-40B4-BE49-F238E27FC236}">
                <a16:creationId xmlns:a16="http://schemas.microsoft.com/office/drawing/2014/main" id="{4DF2EBF7-4BB8-2A4C-0F03-3E229C7A36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B63DC398-50AA-4097-5787-FDBB802B1ADA}"/>
              </a:ext>
            </a:extLst>
          </p:cNvPr>
          <p:cNvSpPr>
            <a:spLocks noGrp="1" noRot="1" noChangeAspect="1" noChangeArrowheads="1" noTextEdit="1"/>
          </p:cNvSpPr>
          <p:nvPr>
            <p:ph type="sldImg"/>
          </p:nvPr>
        </p:nvSpPr>
        <p:spPr>
          <a:ln/>
        </p:spPr>
      </p:sp>
      <p:sp>
        <p:nvSpPr>
          <p:cNvPr id="153603" name="Rectangle 3">
            <a:extLst>
              <a:ext uri="{FF2B5EF4-FFF2-40B4-BE49-F238E27FC236}">
                <a16:creationId xmlns:a16="http://schemas.microsoft.com/office/drawing/2014/main" id="{C5AF23E4-C807-E12F-45E4-F4C7F76F92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8F339F1B-8609-1AF4-3E7A-34A90FC1B2E9}"/>
              </a:ext>
            </a:extLst>
          </p:cNvPr>
          <p:cNvSpPr>
            <a:spLocks noGrp="1" noRot="1" noChangeAspect="1" noChangeArrowheads="1" noTextEdit="1"/>
          </p:cNvSpPr>
          <p:nvPr>
            <p:ph type="sldImg"/>
          </p:nvPr>
        </p:nvSpPr>
        <p:spPr>
          <a:ln/>
        </p:spPr>
      </p:sp>
      <p:sp>
        <p:nvSpPr>
          <p:cNvPr id="155651" name="Rectangle 3">
            <a:extLst>
              <a:ext uri="{FF2B5EF4-FFF2-40B4-BE49-F238E27FC236}">
                <a16:creationId xmlns:a16="http://schemas.microsoft.com/office/drawing/2014/main" id="{C629A88E-5478-07B5-3546-08A30B04FA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a:extLst>
              <a:ext uri="{FF2B5EF4-FFF2-40B4-BE49-F238E27FC236}">
                <a16:creationId xmlns:a16="http://schemas.microsoft.com/office/drawing/2014/main" id="{D7BAFC8D-874D-20D8-3EFA-9322C635349F}"/>
              </a:ext>
            </a:extLst>
          </p:cNvPr>
          <p:cNvSpPr>
            <a:spLocks noGrp="1" noRot="1" noChangeAspect="1" noChangeArrowheads="1" noTextEdit="1"/>
          </p:cNvSpPr>
          <p:nvPr>
            <p:ph type="sldImg"/>
          </p:nvPr>
        </p:nvSpPr>
        <p:spPr>
          <a:ln/>
        </p:spPr>
      </p:sp>
      <p:sp>
        <p:nvSpPr>
          <p:cNvPr id="157699" name="Rectangle 3">
            <a:extLst>
              <a:ext uri="{FF2B5EF4-FFF2-40B4-BE49-F238E27FC236}">
                <a16:creationId xmlns:a16="http://schemas.microsoft.com/office/drawing/2014/main" id="{2361CD61-FA13-BD0F-7117-6A8F641D25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EB7F5788-2DBD-EB0B-97EE-B32F44E8ED79}"/>
              </a:ext>
            </a:extLst>
          </p:cNvPr>
          <p:cNvSpPr>
            <a:spLocks noGrp="1" noRot="1" noChangeAspect="1" noChangeArrowheads="1" noTextEdit="1"/>
          </p:cNvSpPr>
          <p:nvPr>
            <p:ph type="sldImg"/>
          </p:nvPr>
        </p:nvSpPr>
        <p:spPr>
          <a:ln/>
        </p:spPr>
      </p:sp>
      <p:sp>
        <p:nvSpPr>
          <p:cNvPr id="159747" name="Rectangle 3">
            <a:extLst>
              <a:ext uri="{FF2B5EF4-FFF2-40B4-BE49-F238E27FC236}">
                <a16:creationId xmlns:a16="http://schemas.microsoft.com/office/drawing/2014/main" id="{CD05B941-3DA3-EE14-2A89-0BCB6C9B21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a:extLst>
              <a:ext uri="{FF2B5EF4-FFF2-40B4-BE49-F238E27FC236}">
                <a16:creationId xmlns:a16="http://schemas.microsoft.com/office/drawing/2014/main" id="{EA03990B-927F-D6C4-EDC6-AB1D068E89AE}"/>
              </a:ext>
            </a:extLst>
          </p:cNvPr>
          <p:cNvSpPr>
            <a:spLocks noGrp="1" noRot="1" noChangeAspect="1" noChangeArrowheads="1" noTextEdit="1"/>
          </p:cNvSpPr>
          <p:nvPr>
            <p:ph type="sldImg"/>
          </p:nvPr>
        </p:nvSpPr>
        <p:spPr>
          <a:ln/>
        </p:spPr>
      </p:sp>
      <p:sp>
        <p:nvSpPr>
          <p:cNvPr id="180227" name="Rectangle 3">
            <a:extLst>
              <a:ext uri="{FF2B5EF4-FFF2-40B4-BE49-F238E27FC236}">
                <a16:creationId xmlns:a16="http://schemas.microsoft.com/office/drawing/2014/main" id="{FC955EB8-9351-A163-1D16-2E3DF7772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a:extLst>
              <a:ext uri="{FF2B5EF4-FFF2-40B4-BE49-F238E27FC236}">
                <a16:creationId xmlns:a16="http://schemas.microsoft.com/office/drawing/2014/main" id="{31671A42-1481-01A6-D795-D5D407657E3C}"/>
              </a:ext>
            </a:extLst>
          </p:cNvPr>
          <p:cNvSpPr>
            <a:spLocks noGrp="1" noRot="1" noChangeAspect="1" noChangeArrowheads="1" noTextEdit="1"/>
          </p:cNvSpPr>
          <p:nvPr>
            <p:ph type="sldImg"/>
          </p:nvPr>
        </p:nvSpPr>
        <p:spPr>
          <a:ln/>
        </p:spPr>
      </p:sp>
      <p:sp>
        <p:nvSpPr>
          <p:cNvPr id="188419" name="Rectangle 3">
            <a:extLst>
              <a:ext uri="{FF2B5EF4-FFF2-40B4-BE49-F238E27FC236}">
                <a16:creationId xmlns:a16="http://schemas.microsoft.com/office/drawing/2014/main" id="{FD44D400-58A9-ADCD-E489-F56D4768CD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FBFF84C9-B56D-9DC7-2378-C1027ADA8F3D}"/>
              </a:ext>
            </a:extLst>
          </p:cNvPr>
          <p:cNvSpPr>
            <a:spLocks noGrp="1" noRot="1" noChangeAspect="1" noChangeArrowheads="1" noTextEdit="1"/>
          </p:cNvSpPr>
          <p:nvPr>
            <p:ph type="sldImg"/>
          </p:nvPr>
        </p:nvSpPr>
        <p:spPr>
          <a:ln/>
        </p:spPr>
      </p:sp>
      <p:sp>
        <p:nvSpPr>
          <p:cNvPr id="192515" name="Rectangle 3">
            <a:extLst>
              <a:ext uri="{FF2B5EF4-FFF2-40B4-BE49-F238E27FC236}">
                <a16:creationId xmlns:a16="http://schemas.microsoft.com/office/drawing/2014/main" id="{D59576E2-CE1F-B612-AF04-A164590798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a:extLst>
              <a:ext uri="{FF2B5EF4-FFF2-40B4-BE49-F238E27FC236}">
                <a16:creationId xmlns:a16="http://schemas.microsoft.com/office/drawing/2014/main" id="{2E5DCFC6-DEDD-8E45-03C0-595054AED4D5}"/>
              </a:ext>
            </a:extLst>
          </p:cNvPr>
          <p:cNvSpPr>
            <a:spLocks noGrp="1" noRot="1" noChangeAspect="1" noChangeArrowheads="1" noTextEdit="1"/>
          </p:cNvSpPr>
          <p:nvPr>
            <p:ph type="sldImg"/>
          </p:nvPr>
        </p:nvSpPr>
        <p:spPr>
          <a:ln/>
        </p:spPr>
      </p:sp>
      <p:sp>
        <p:nvSpPr>
          <p:cNvPr id="206851" name="Rectangle 3">
            <a:extLst>
              <a:ext uri="{FF2B5EF4-FFF2-40B4-BE49-F238E27FC236}">
                <a16:creationId xmlns:a16="http://schemas.microsoft.com/office/drawing/2014/main" id="{42FAE2F8-9603-3C67-BFF2-E586D2F7DB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a:extLst>
              <a:ext uri="{FF2B5EF4-FFF2-40B4-BE49-F238E27FC236}">
                <a16:creationId xmlns:a16="http://schemas.microsoft.com/office/drawing/2014/main" id="{491D3A45-7D7F-BC09-61CA-5A0A2DA98FDC}"/>
              </a:ext>
            </a:extLst>
          </p:cNvPr>
          <p:cNvSpPr>
            <a:spLocks noGrp="1" noRot="1" noChangeAspect="1" noChangeArrowheads="1" noTextEdit="1"/>
          </p:cNvSpPr>
          <p:nvPr>
            <p:ph type="sldImg"/>
          </p:nvPr>
        </p:nvSpPr>
        <p:spPr>
          <a:ln/>
        </p:spPr>
      </p:sp>
      <p:sp>
        <p:nvSpPr>
          <p:cNvPr id="208899" name="Rectangle 3">
            <a:extLst>
              <a:ext uri="{FF2B5EF4-FFF2-40B4-BE49-F238E27FC236}">
                <a16:creationId xmlns:a16="http://schemas.microsoft.com/office/drawing/2014/main" id="{2A2D18D3-09DA-B06E-D581-8C179B57BA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a:extLst>
              <a:ext uri="{FF2B5EF4-FFF2-40B4-BE49-F238E27FC236}">
                <a16:creationId xmlns:a16="http://schemas.microsoft.com/office/drawing/2014/main" id="{8678323A-9E1C-83EA-44CD-4E944ADF2B9E}"/>
              </a:ext>
            </a:extLst>
          </p:cNvPr>
          <p:cNvSpPr>
            <a:spLocks noGrp="1" noRot="1" noChangeAspect="1" noChangeArrowheads="1" noTextEdit="1"/>
          </p:cNvSpPr>
          <p:nvPr>
            <p:ph type="sldImg"/>
          </p:nvPr>
        </p:nvSpPr>
        <p:spPr>
          <a:ln/>
        </p:spPr>
      </p:sp>
      <p:sp>
        <p:nvSpPr>
          <p:cNvPr id="210947" name="Rectangle 3">
            <a:extLst>
              <a:ext uri="{FF2B5EF4-FFF2-40B4-BE49-F238E27FC236}">
                <a16:creationId xmlns:a16="http://schemas.microsoft.com/office/drawing/2014/main" id="{96F77D3E-6DB0-AB94-1FDF-B51A34B678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a:extLst>
              <a:ext uri="{FF2B5EF4-FFF2-40B4-BE49-F238E27FC236}">
                <a16:creationId xmlns:a16="http://schemas.microsoft.com/office/drawing/2014/main" id="{A007C75F-84CD-3090-FF8A-E23E7962E1A7}"/>
              </a:ext>
            </a:extLst>
          </p:cNvPr>
          <p:cNvSpPr>
            <a:spLocks noGrp="1" noRot="1" noChangeAspect="1" noChangeArrowheads="1" noTextEdit="1"/>
          </p:cNvSpPr>
          <p:nvPr>
            <p:ph type="sldImg"/>
          </p:nvPr>
        </p:nvSpPr>
        <p:spPr>
          <a:ln/>
        </p:spPr>
      </p:sp>
      <p:sp>
        <p:nvSpPr>
          <p:cNvPr id="212995" name="Rectangle 3">
            <a:extLst>
              <a:ext uri="{FF2B5EF4-FFF2-40B4-BE49-F238E27FC236}">
                <a16:creationId xmlns:a16="http://schemas.microsoft.com/office/drawing/2014/main" id="{48AF3223-C3B6-5E10-5DF1-3D8FCB68CC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a:extLst>
              <a:ext uri="{FF2B5EF4-FFF2-40B4-BE49-F238E27FC236}">
                <a16:creationId xmlns:a16="http://schemas.microsoft.com/office/drawing/2014/main" id="{51B812D8-B766-F320-AB39-D7994441DB7A}"/>
              </a:ext>
            </a:extLst>
          </p:cNvPr>
          <p:cNvSpPr>
            <a:spLocks noGrp="1" noRot="1" noChangeAspect="1" noChangeArrowheads="1" noTextEdit="1"/>
          </p:cNvSpPr>
          <p:nvPr>
            <p:ph type="sldImg"/>
          </p:nvPr>
        </p:nvSpPr>
        <p:spPr>
          <a:ln/>
        </p:spPr>
      </p:sp>
      <p:sp>
        <p:nvSpPr>
          <p:cNvPr id="215043" name="Rectangle 3">
            <a:extLst>
              <a:ext uri="{FF2B5EF4-FFF2-40B4-BE49-F238E27FC236}">
                <a16:creationId xmlns:a16="http://schemas.microsoft.com/office/drawing/2014/main" id="{CCD5BB20-1B0F-53D2-57F9-D6745A2215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a:extLst>
              <a:ext uri="{FF2B5EF4-FFF2-40B4-BE49-F238E27FC236}">
                <a16:creationId xmlns:a16="http://schemas.microsoft.com/office/drawing/2014/main" id="{033C8857-D93A-1B5C-D853-7397E118C818}"/>
              </a:ext>
            </a:extLst>
          </p:cNvPr>
          <p:cNvSpPr>
            <a:spLocks noGrp="1" noRot="1" noChangeAspect="1" noChangeArrowheads="1" noTextEdit="1"/>
          </p:cNvSpPr>
          <p:nvPr>
            <p:ph type="sldImg"/>
          </p:nvPr>
        </p:nvSpPr>
        <p:spPr>
          <a:ln/>
        </p:spPr>
      </p:sp>
      <p:sp>
        <p:nvSpPr>
          <p:cNvPr id="217091" name="Rectangle 3">
            <a:extLst>
              <a:ext uri="{FF2B5EF4-FFF2-40B4-BE49-F238E27FC236}">
                <a16:creationId xmlns:a16="http://schemas.microsoft.com/office/drawing/2014/main" id="{AD7DDAA9-4B35-DF8D-D6D7-7E5991AA9F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a:extLst>
              <a:ext uri="{FF2B5EF4-FFF2-40B4-BE49-F238E27FC236}">
                <a16:creationId xmlns:a16="http://schemas.microsoft.com/office/drawing/2014/main" id="{23CB7DC8-5539-DAF2-F82C-8631C085D855}"/>
              </a:ext>
            </a:extLst>
          </p:cNvPr>
          <p:cNvSpPr>
            <a:spLocks noGrp="1" noRot="1" noChangeAspect="1" noChangeArrowheads="1" noTextEdit="1"/>
          </p:cNvSpPr>
          <p:nvPr>
            <p:ph type="sldImg"/>
          </p:nvPr>
        </p:nvSpPr>
        <p:spPr>
          <a:ln/>
        </p:spPr>
      </p:sp>
      <p:sp>
        <p:nvSpPr>
          <p:cNvPr id="219139" name="Rectangle 3">
            <a:extLst>
              <a:ext uri="{FF2B5EF4-FFF2-40B4-BE49-F238E27FC236}">
                <a16:creationId xmlns:a16="http://schemas.microsoft.com/office/drawing/2014/main" id="{5BD3B197-089E-5C55-1A9D-6B5EFFD2D4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a:extLst>
              <a:ext uri="{FF2B5EF4-FFF2-40B4-BE49-F238E27FC236}">
                <a16:creationId xmlns:a16="http://schemas.microsoft.com/office/drawing/2014/main" id="{8D26D9DD-43E0-5AA6-23C4-255F91D340F7}"/>
              </a:ext>
            </a:extLst>
          </p:cNvPr>
          <p:cNvSpPr>
            <a:spLocks noGrp="1" noRot="1" noChangeAspect="1" noChangeArrowheads="1" noTextEdit="1"/>
          </p:cNvSpPr>
          <p:nvPr>
            <p:ph type="sldImg"/>
          </p:nvPr>
        </p:nvSpPr>
        <p:spPr>
          <a:ln/>
        </p:spPr>
      </p:sp>
      <p:sp>
        <p:nvSpPr>
          <p:cNvPr id="221187" name="Rectangle 3">
            <a:extLst>
              <a:ext uri="{FF2B5EF4-FFF2-40B4-BE49-F238E27FC236}">
                <a16:creationId xmlns:a16="http://schemas.microsoft.com/office/drawing/2014/main" id="{6B97F74D-2EB2-B1BE-038A-CA21BE09A0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a:extLst>
              <a:ext uri="{FF2B5EF4-FFF2-40B4-BE49-F238E27FC236}">
                <a16:creationId xmlns:a16="http://schemas.microsoft.com/office/drawing/2014/main" id="{8DF6E31C-CF9D-377F-B16E-174A18A278F4}"/>
              </a:ext>
            </a:extLst>
          </p:cNvPr>
          <p:cNvSpPr>
            <a:spLocks noGrp="1" noRot="1" noChangeAspect="1" noChangeArrowheads="1" noTextEdit="1"/>
          </p:cNvSpPr>
          <p:nvPr>
            <p:ph type="sldImg"/>
          </p:nvPr>
        </p:nvSpPr>
        <p:spPr>
          <a:ln/>
        </p:spPr>
      </p:sp>
      <p:sp>
        <p:nvSpPr>
          <p:cNvPr id="223235" name="Rectangle 3">
            <a:extLst>
              <a:ext uri="{FF2B5EF4-FFF2-40B4-BE49-F238E27FC236}">
                <a16:creationId xmlns:a16="http://schemas.microsoft.com/office/drawing/2014/main" id="{D4F50813-15F4-2667-FAF7-FF73FCB5C6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a:extLst>
              <a:ext uri="{FF2B5EF4-FFF2-40B4-BE49-F238E27FC236}">
                <a16:creationId xmlns:a16="http://schemas.microsoft.com/office/drawing/2014/main" id="{F5D91F63-9557-4512-F3BD-D5FA9BDF36D8}"/>
              </a:ext>
            </a:extLst>
          </p:cNvPr>
          <p:cNvSpPr>
            <a:spLocks noGrp="1" noRot="1" noChangeAspect="1" noChangeArrowheads="1" noTextEdit="1"/>
          </p:cNvSpPr>
          <p:nvPr>
            <p:ph type="sldImg"/>
          </p:nvPr>
        </p:nvSpPr>
        <p:spPr>
          <a:ln/>
        </p:spPr>
      </p:sp>
      <p:sp>
        <p:nvSpPr>
          <p:cNvPr id="225283" name="Rectangle 3">
            <a:extLst>
              <a:ext uri="{FF2B5EF4-FFF2-40B4-BE49-F238E27FC236}">
                <a16:creationId xmlns:a16="http://schemas.microsoft.com/office/drawing/2014/main" id="{0D132285-74F6-6100-F0A6-447EA3AB12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a:extLst>
              <a:ext uri="{FF2B5EF4-FFF2-40B4-BE49-F238E27FC236}">
                <a16:creationId xmlns:a16="http://schemas.microsoft.com/office/drawing/2014/main" id="{988B7935-B565-100F-7A02-B85D843CAD19}"/>
              </a:ext>
            </a:extLst>
          </p:cNvPr>
          <p:cNvSpPr>
            <a:spLocks noGrp="1" noRot="1" noChangeAspect="1" noChangeArrowheads="1" noTextEdit="1"/>
          </p:cNvSpPr>
          <p:nvPr>
            <p:ph type="sldImg"/>
          </p:nvPr>
        </p:nvSpPr>
        <p:spPr>
          <a:ln/>
        </p:spPr>
      </p:sp>
      <p:sp>
        <p:nvSpPr>
          <p:cNvPr id="227331" name="Rectangle 3">
            <a:extLst>
              <a:ext uri="{FF2B5EF4-FFF2-40B4-BE49-F238E27FC236}">
                <a16:creationId xmlns:a16="http://schemas.microsoft.com/office/drawing/2014/main" id="{2D75CC47-B08C-640E-4669-8449FCD4DD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a:extLst>
              <a:ext uri="{FF2B5EF4-FFF2-40B4-BE49-F238E27FC236}">
                <a16:creationId xmlns:a16="http://schemas.microsoft.com/office/drawing/2014/main" id="{98C0987F-9DA6-88B9-A9FA-A2870C24C4D3}"/>
              </a:ext>
            </a:extLst>
          </p:cNvPr>
          <p:cNvSpPr>
            <a:spLocks noGrp="1" noRot="1" noChangeAspect="1" noChangeArrowheads="1" noTextEdit="1"/>
          </p:cNvSpPr>
          <p:nvPr>
            <p:ph type="sldImg"/>
          </p:nvPr>
        </p:nvSpPr>
        <p:spPr>
          <a:ln/>
        </p:spPr>
      </p:sp>
      <p:sp>
        <p:nvSpPr>
          <p:cNvPr id="229379" name="Rectangle 3">
            <a:extLst>
              <a:ext uri="{FF2B5EF4-FFF2-40B4-BE49-F238E27FC236}">
                <a16:creationId xmlns:a16="http://schemas.microsoft.com/office/drawing/2014/main" id="{C5BE992B-EE54-2156-E182-74203EA250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a:extLst>
              <a:ext uri="{FF2B5EF4-FFF2-40B4-BE49-F238E27FC236}">
                <a16:creationId xmlns:a16="http://schemas.microsoft.com/office/drawing/2014/main" id="{55C6DF22-7CED-2658-4B26-4392C7885D38}"/>
              </a:ext>
            </a:extLst>
          </p:cNvPr>
          <p:cNvSpPr>
            <a:spLocks noGrp="1" noRot="1" noChangeAspect="1" noChangeArrowheads="1" noTextEdit="1"/>
          </p:cNvSpPr>
          <p:nvPr>
            <p:ph type="sldImg"/>
          </p:nvPr>
        </p:nvSpPr>
        <p:spPr>
          <a:ln/>
        </p:spPr>
      </p:sp>
      <p:sp>
        <p:nvSpPr>
          <p:cNvPr id="231427" name="Rectangle 3">
            <a:extLst>
              <a:ext uri="{FF2B5EF4-FFF2-40B4-BE49-F238E27FC236}">
                <a16:creationId xmlns:a16="http://schemas.microsoft.com/office/drawing/2014/main" id="{B764F12C-AB93-42F7-30EF-4BDB4CD6B0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a:extLst>
              <a:ext uri="{FF2B5EF4-FFF2-40B4-BE49-F238E27FC236}">
                <a16:creationId xmlns:a16="http://schemas.microsoft.com/office/drawing/2014/main" id="{9BEDA0C0-2ED1-47EB-525D-C2393EE63FD0}"/>
              </a:ext>
            </a:extLst>
          </p:cNvPr>
          <p:cNvSpPr>
            <a:spLocks noGrp="1" noRot="1" noChangeAspect="1" noChangeArrowheads="1" noTextEdit="1"/>
          </p:cNvSpPr>
          <p:nvPr>
            <p:ph type="sldImg"/>
          </p:nvPr>
        </p:nvSpPr>
        <p:spPr>
          <a:ln/>
        </p:spPr>
      </p:sp>
      <p:sp>
        <p:nvSpPr>
          <p:cNvPr id="233475" name="Rectangle 3">
            <a:extLst>
              <a:ext uri="{FF2B5EF4-FFF2-40B4-BE49-F238E27FC236}">
                <a16:creationId xmlns:a16="http://schemas.microsoft.com/office/drawing/2014/main" id="{223059ED-A1E0-EE8B-03EA-D3F6674E7A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a:extLst>
              <a:ext uri="{FF2B5EF4-FFF2-40B4-BE49-F238E27FC236}">
                <a16:creationId xmlns:a16="http://schemas.microsoft.com/office/drawing/2014/main" id="{2523AE08-2F08-1847-D427-3AA839AF7C9D}"/>
              </a:ext>
            </a:extLst>
          </p:cNvPr>
          <p:cNvSpPr>
            <a:spLocks noGrp="1" noRot="1" noChangeAspect="1" noChangeArrowheads="1" noTextEdit="1"/>
          </p:cNvSpPr>
          <p:nvPr>
            <p:ph type="sldImg"/>
          </p:nvPr>
        </p:nvSpPr>
        <p:spPr>
          <a:ln/>
        </p:spPr>
      </p:sp>
      <p:sp>
        <p:nvSpPr>
          <p:cNvPr id="235523" name="Rectangle 3">
            <a:extLst>
              <a:ext uri="{FF2B5EF4-FFF2-40B4-BE49-F238E27FC236}">
                <a16:creationId xmlns:a16="http://schemas.microsoft.com/office/drawing/2014/main" id="{FB051EA6-AB09-9AA9-38D8-6647EE2119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a:extLst>
              <a:ext uri="{FF2B5EF4-FFF2-40B4-BE49-F238E27FC236}">
                <a16:creationId xmlns:a16="http://schemas.microsoft.com/office/drawing/2014/main" id="{918029F6-3C03-C0E5-C4B2-EEC2B72DC321}"/>
              </a:ext>
            </a:extLst>
          </p:cNvPr>
          <p:cNvSpPr>
            <a:spLocks noGrp="1" noRot="1" noChangeAspect="1" noChangeArrowheads="1" noTextEdit="1"/>
          </p:cNvSpPr>
          <p:nvPr>
            <p:ph type="sldImg"/>
          </p:nvPr>
        </p:nvSpPr>
        <p:spPr>
          <a:ln/>
        </p:spPr>
      </p:sp>
      <p:sp>
        <p:nvSpPr>
          <p:cNvPr id="237571" name="Rectangle 3">
            <a:extLst>
              <a:ext uri="{FF2B5EF4-FFF2-40B4-BE49-F238E27FC236}">
                <a16:creationId xmlns:a16="http://schemas.microsoft.com/office/drawing/2014/main" id="{3C43E2A3-C8F5-A8AB-4C06-F6E66A6C5C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a:extLst>
              <a:ext uri="{FF2B5EF4-FFF2-40B4-BE49-F238E27FC236}">
                <a16:creationId xmlns:a16="http://schemas.microsoft.com/office/drawing/2014/main" id="{77687668-1570-8428-DA09-44F2E5B32D8D}"/>
              </a:ext>
            </a:extLst>
          </p:cNvPr>
          <p:cNvSpPr>
            <a:spLocks noGrp="1" noRot="1" noChangeAspect="1" noChangeArrowheads="1" noTextEdit="1"/>
          </p:cNvSpPr>
          <p:nvPr>
            <p:ph type="sldImg"/>
          </p:nvPr>
        </p:nvSpPr>
        <p:spPr>
          <a:ln/>
        </p:spPr>
      </p:sp>
      <p:sp>
        <p:nvSpPr>
          <p:cNvPr id="239619" name="Rectangle 3">
            <a:extLst>
              <a:ext uri="{FF2B5EF4-FFF2-40B4-BE49-F238E27FC236}">
                <a16:creationId xmlns:a16="http://schemas.microsoft.com/office/drawing/2014/main" id="{4881DEC9-7F45-1C8C-4D5C-08A415D722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a:extLst>
              <a:ext uri="{FF2B5EF4-FFF2-40B4-BE49-F238E27FC236}">
                <a16:creationId xmlns:a16="http://schemas.microsoft.com/office/drawing/2014/main" id="{2BF092E3-3BDC-1813-79AA-71B66300E683}"/>
              </a:ext>
            </a:extLst>
          </p:cNvPr>
          <p:cNvSpPr>
            <a:spLocks noGrp="1" noRot="1" noChangeAspect="1" noChangeArrowheads="1" noTextEdit="1"/>
          </p:cNvSpPr>
          <p:nvPr>
            <p:ph type="sldImg"/>
          </p:nvPr>
        </p:nvSpPr>
        <p:spPr>
          <a:ln/>
        </p:spPr>
      </p:sp>
      <p:sp>
        <p:nvSpPr>
          <p:cNvPr id="241667" name="Rectangle 3">
            <a:extLst>
              <a:ext uri="{FF2B5EF4-FFF2-40B4-BE49-F238E27FC236}">
                <a16:creationId xmlns:a16="http://schemas.microsoft.com/office/drawing/2014/main" id="{6DA4F19B-D824-BB79-FB3C-D5AF57EA61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a:extLst>
              <a:ext uri="{FF2B5EF4-FFF2-40B4-BE49-F238E27FC236}">
                <a16:creationId xmlns:a16="http://schemas.microsoft.com/office/drawing/2014/main" id="{C6304B14-C9CB-139F-F0D1-14BCC9F16D90}"/>
              </a:ext>
            </a:extLst>
          </p:cNvPr>
          <p:cNvSpPr>
            <a:spLocks noGrp="1" noRot="1" noChangeAspect="1" noChangeArrowheads="1" noTextEdit="1"/>
          </p:cNvSpPr>
          <p:nvPr>
            <p:ph type="sldImg"/>
          </p:nvPr>
        </p:nvSpPr>
        <p:spPr>
          <a:ln/>
        </p:spPr>
      </p:sp>
      <p:sp>
        <p:nvSpPr>
          <p:cNvPr id="243715" name="Rectangle 3">
            <a:extLst>
              <a:ext uri="{FF2B5EF4-FFF2-40B4-BE49-F238E27FC236}">
                <a16:creationId xmlns:a16="http://schemas.microsoft.com/office/drawing/2014/main" id="{8AE71DB7-70D0-FA25-CC09-98D5CB3782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a:extLst>
              <a:ext uri="{FF2B5EF4-FFF2-40B4-BE49-F238E27FC236}">
                <a16:creationId xmlns:a16="http://schemas.microsoft.com/office/drawing/2014/main" id="{8F7E937E-E8FD-49EB-EEBF-85855B5F5491}"/>
              </a:ext>
            </a:extLst>
          </p:cNvPr>
          <p:cNvSpPr>
            <a:spLocks noGrp="1" noRot="1" noChangeAspect="1" noChangeArrowheads="1" noTextEdit="1"/>
          </p:cNvSpPr>
          <p:nvPr>
            <p:ph type="sldImg"/>
          </p:nvPr>
        </p:nvSpPr>
        <p:spPr>
          <a:ln/>
        </p:spPr>
      </p:sp>
      <p:sp>
        <p:nvSpPr>
          <p:cNvPr id="245763" name="Rectangle 3">
            <a:extLst>
              <a:ext uri="{FF2B5EF4-FFF2-40B4-BE49-F238E27FC236}">
                <a16:creationId xmlns:a16="http://schemas.microsoft.com/office/drawing/2014/main" id="{D28A2861-9C55-3F8B-4338-E0DC65A9B7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a:extLst>
              <a:ext uri="{FF2B5EF4-FFF2-40B4-BE49-F238E27FC236}">
                <a16:creationId xmlns:a16="http://schemas.microsoft.com/office/drawing/2014/main" id="{72F62FFD-89AD-4A55-DDE4-BB811064DDED}"/>
              </a:ext>
            </a:extLst>
          </p:cNvPr>
          <p:cNvSpPr>
            <a:spLocks noGrp="1" noRot="1" noChangeAspect="1" noChangeArrowheads="1" noTextEdit="1"/>
          </p:cNvSpPr>
          <p:nvPr>
            <p:ph type="sldImg"/>
          </p:nvPr>
        </p:nvSpPr>
        <p:spPr>
          <a:ln/>
        </p:spPr>
      </p:sp>
      <p:sp>
        <p:nvSpPr>
          <p:cNvPr id="247811" name="Rectangle 3">
            <a:extLst>
              <a:ext uri="{FF2B5EF4-FFF2-40B4-BE49-F238E27FC236}">
                <a16:creationId xmlns:a16="http://schemas.microsoft.com/office/drawing/2014/main" id="{70FB47D7-F3A7-64B5-2AEF-96A457DC84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a:extLst>
              <a:ext uri="{FF2B5EF4-FFF2-40B4-BE49-F238E27FC236}">
                <a16:creationId xmlns:a16="http://schemas.microsoft.com/office/drawing/2014/main" id="{E00246F1-3385-41B1-35DD-26685E1100B4}"/>
              </a:ext>
            </a:extLst>
          </p:cNvPr>
          <p:cNvSpPr>
            <a:spLocks noGrp="1" noRot="1" noChangeAspect="1" noChangeArrowheads="1" noTextEdit="1"/>
          </p:cNvSpPr>
          <p:nvPr>
            <p:ph type="sldImg"/>
          </p:nvPr>
        </p:nvSpPr>
        <p:spPr>
          <a:ln/>
        </p:spPr>
      </p:sp>
      <p:sp>
        <p:nvSpPr>
          <p:cNvPr id="249859" name="Rectangle 3">
            <a:extLst>
              <a:ext uri="{FF2B5EF4-FFF2-40B4-BE49-F238E27FC236}">
                <a16:creationId xmlns:a16="http://schemas.microsoft.com/office/drawing/2014/main" id="{81B67062-735D-A26F-AD9C-EAC1413AE9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a:extLst>
              <a:ext uri="{FF2B5EF4-FFF2-40B4-BE49-F238E27FC236}">
                <a16:creationId xmlns:a16="http://schemas.microsoft.com/office/drawing/2014/main" id="{B6D26505-1182-3F53-2785-2D4D749E0BEB}"/>
              </a:ext>
            </a:extLst>
          </p:cNvPr>
          <p:cNvSpPr>
            <a:spLocks noGrp="1" noRot="1" noChangeAspect="1" noChangeArrowheads="1" noTextEdit="1"/>
          </p:cNvSpPr>
          <p:nvPr>
            <p:ph type="sldImg"/>
          </p:nvPr>
        </p:nvSpPr>
        <p:spPr>
          <a:ln/>
        </p:spPr>
      </p:sp>
      <p:sp>
        <p:nvSpPr>
          <p:cNvPr id="251907" name="Rectangle 3">
            <a:extLst>
              <a:ext uri="{FF2B5EF4-FFF2-40B4-BE49-F238E27FC236}">
                <a16:creationId xmlns:a16="http://schemas.microsoft.com/office/drawing/2014/main" id="{A8A92094-692F-B315-CDCE-7209E70E22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a:extLst>
              <a:ext uri="{FF2B5EF4-FFF2-40B4-BE49-F238E27FC236}">
                <a16:creationId xmlns:a16="http://schemas.microsoft.com/office/drawing/2014/main" id="{73D14F72-D2B6-652C-E7AF-AF70BF6B7275}"/>
              </a:ext>
            </a:extLst>
          </p:cNvPr>
          <p:cNvSpPr>
            <a:spLocks noGrp="1" noRot="1" noChangeAspect="1" noChangeArrowheads="1" noTextEdit="1"/>
          </p:cNvSpPr>
          <p:nvPr>
            <p:ph type="sldImg"/>
          </p:nvPr>
        </p:nvSpPr>
        <p:spPr>
          <a:ln/>
        </p:spPr>
      </p:sp>
      <p:sp>
        <p:nvSpPr>
          <p:cNvPr id="253955" name="Rectangle 3">
            <a:extLst>
              <a:ext uri="{FF2B5EF4-FFF2-40B4-BE49-F238E27FC236}">
                <a16:creationId xmlns:a16="http://schemas.microsoft.com/office/drawing/2014/main" id="{9013225E-2E96-9E83-AB2C-8CE4B7C278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a:extLst>
              <a:ext uri="{FF2B5EF4-FFF2-40B4-BE49-F238E27FC236}">
                <a16:creationId xmlns:a16="http://schemas.microsoft.com/office/drawing/2014/main" id="{052C28AB-FB8B-7A2D-BE8E-BB7ACCC916C3}"/>
              </a:ext>
            </a:extLst>
          </p:cNvPr>
          <p:cNvSpPr>
            <a:spLocks noGrp="1" noRot="1" noChangeAspect="1" noChangeArrowheads="1" noTextEdit="1"/>
          </p:cNvSpPr>
          <p:nvPr>
            <p:ph type="sldImg"/>
          </p:nvPr>
        </p:nvSpPr>
        <p:spPr>
          <a:ln/>
        </p:spPr>
      </p:sp>
      <p:sp>
        <p:nvSpPr>
          <p:cNvPr id="256003" name="Rectangle 3">
            <a:extLst>
              <a:ext uri="{FF2B5EF4-FFF2-40B4-BE49-F238E27FC236}">
                <a16:creationId xmlns:a16="http://schemas.microsoft.com/office/drawing/2014/main" id="{D5F518A7-A7F9-EAF0-DF33-7E80ACAA28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a:extLst>
              <a:ext uri="{FF2B5EF4-FFF2-40B4-BE49-F238E27FC236}">
                <a16:creationId xmlns:a16="http://schemas.microsoft.com/office/drawing/2014/main" id="{5349B852-1C01-F4E4-1695-C55104806B42}"/>
              </a:ext>
            </a:extLst>
          </p:cNvPr>
          <p:cNvSpPr>
            <a:spLocks noGrp="1" noRot="1" noChangeAspect="1" noChangeArrowheads="1" noTextEdit="1"/>
          </p:cNvSpPr>
          <p:nvPr>
            <p:ph type="sldImg"/>
          </p:nvPr>
        </p:nvSpPr>
        <p:spPr>
          <a:ln/>
        </p:spPr>
      </p:sp>
      <p:sp>
        <p:nvSpPr>
          <p:cNvPr id="258051" name="Rectangle 3">
            <a:extLst>
              <a:ext uri="{FF2B5EF4-FFF2-40B4-BE49-F238E27FC236}">
                <a16:creationId xmlns:a16="http://schemas.microsoft.com/office/drawing/2014/main" id="{07D884E5-42FA-3D8F-09C0-822C9FF4E6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a:extLst>
              <a:ext uri="{FF2B5EF4-FFF2-40B4-BE49-F238E27FC236}">
                <a16:creationId xmlns:a16="http://schemas.microsoft.com/office/drawing/2014/main" id="{E3C8241C-8DF6-B8FB-CABF-A6F4F1F1FCDE}"/>
              </a:ext>
            </a:extLst>
          </p:cNvPr>
          <p:cNvSpPr>
            <a:spLocks noGrp="1" noRot="1" noChangeAspect="1" noChangeArrowheads="1" noTextEdit="1"/>
          </p:cNvSpPr>
          <p:nvPr>
            <p:ph type="sldImg"/>
          </p:nvPr>
        </p:nvSpPr>
        <p:spPr>
          <a:ln/>
        </p:spPr>
      </p:sp>
      <p:sp>
        <p:nvSpPr>
          <p:cNvPr id="260099" name="Rectangle 3">
            <a:extLst>
              <a:ext uri="{FF2B5EF4-FFF2-40B4-BE49-F238E27FC236}">
                <a16:creationId xmlns:a16="http://schemas.microsoft.com/office/drawing/2014/main" id="{10571B90-EB9D-370D-F7BA-84E4EFA3B4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a:extLst>
              <a:ext uri="{FF2B5EF4-FFF2-40B4-BE49-F238E27FC236}">
                <a16:creationId xmlns:a16="http://schemas.microsoft.com/office/drawing/2014/main" id="{2BB904E8-3A87-C7D2-96ED-4A99E5F1F2B0}"/>
              </a:ext>
            </a:extLst>
          </p:cNvPr>
          <p:cNvSpPr>
            <a:spLocks noGrp="1" noRot="1" noChangeAspect="1" noChangeArrowheads="1" noTextEdit="1"/>
          </p:cNvSpPr>
          <p:nvPr>
            <p:ph type="sldImg"/>
          </p:nvPr>
        </p:nvSpPr>
        <p:spPr>
          <a:ln/>
        </p:spPr>
      </p:sp>
      <p:sp>
        <p:nvSpPr>
          <p:cNvPr id="262147" name="Rectangle 3">
            <a:extLst>
              <a:ext uri="{FF2B5EF4-FFF2-40B4-BE49-F238E27FC236}">
                <a16:creationId xmlns:a16="http://schemas.microsoft.com/office/drawing/2014/main" id="{5267701C-CBB2-7E06-4CB3-F016E8D4C2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a:extLst>
              <a:ext uri="{FF2B5EF4-FFF2-40B4-BE49-F238E27FC236}">
                <a16:creationId xmlns:a16="http://schemas.microsoft.com/office/drawing/2014/main" id="{62812170-9CF4-B8B5-428D-020C32134957}"/>
              </a:ext>
            </a:extLst>
          </p:cNvPr>
          <p:cNvSpPr>
            <a:spLocks noGrp="1" noRot="1" noChangeAspect="1" noChangeArrowheads="1" noTextEdit="1"/>
          </p:cNvSpPr>
          <p:nvPr>
            <p:ph type="sldImg"/>
          </p:nvPr>
        </p:nvSpPr>
        <p:spPr>
          <a:ln/>
        </p:spPr>
      </p:sp>
      <p:sp>
        <p:nvSpPr>
          <p:cNvPr id="264195" name="Rectangle 3">
            <a:extLst>
              <a:ext uri="{FF2B5EF4-FFF2-40B4-BE49-F238E27FC236}">
                <a16:creationId xmlns:a16="http://schemas.microsoft.com/office/drawing/2014/main" id="{EFBB0C3D-EC18-8025-5853-5C979536DE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a:extLst>
              <a:ext uri="{FF2B5EF4-FFF2-40B4-BE49-F238E27FC236}">
                <a16:creationId xmlns:a16="http://schemas.microsoft.com/office/drawing/2014/main" id="{22FACFFB-757A-86E6-DDB5-7A7A325C269B}"/>
              </a:ext>
            </a:extLst>
          </p:cNvPr>
          <p:cNvSpPr>
            <a:spLocks noGrp="1" noRot="1" noChangeAspect="1" noChangeArrowheads="1" noTextEdit="1"/>
          </p:cNvSpPr>
          <p:nvPr>
            <p:ph type="sldImg"/>
          </p:nvPr>
        </p:nvSpPr>
        <p:spPr>
          <a:ln/>
        </p:spPr>
      </p:sp>
      <p:sp>
        <p:nvSpPr>
          <p:cNvPr id="266243" name="Rectangle 3">
            <a:extLst>
              <a:ext uri="{FF2B5EF4-FFF2-40B4-BE49-F238E27FC236}">
                <a16:creationId xmlns:a16="http://schemas.microsoft.com/office/drawing/2014/main" id="{8590644F-CC56-19D8-0115-99C5CC70AD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a:extLst>
              <a:ext uri="{FF2B5EF4-FFF2-40B4-BE49-F238E27FC236}">
                <a16:creationId xmlns:a16="http://schemas.microsoft.com/office/drawing/2014/main" id="{EF38B6F5-998B-25DE-4367-D711C39DBDFB}"/>
              </a:ext>
            </a:extLst>
          </p:cNvPr>
          <p:cNvSpPr>
            <a:spLocks noGrp="1" noRot="1" noChangeAspect="1" noChangeArrowheads="1" noTextEdit="1"/>
          </p:cNvSpPr>
          <p:nvPr>
            <p:ph type="sldImg"/>
          </p:nvPr>
        </p:nvSpPr>
        <p:spPr>
          <a:ln/>
        </p:spPr>
      </p:sp>
      <p:sp>
        <p:nvSpPr>
          <p:cNvPr id="268291" name="Rectangle 3">
            <a:extLst>
              <a:ext uri="{FF2B5EF4-FFF2-40B4-BE49-F238E27FC236}">
                <a16:creationId xmlns:a16="http://schemas.microsoft.com/office/drawing/2014/main" id="{CDDEEB01-3EEF-29B6-0C96-8707E4CDA6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a:extLst>
              <a:ext uri="{FF2B5EF4-FFF2-40B4-BE49-F238E27FC236}">
                <a16:creationId xmlns:a16="http://schemas.microsoft.com/office/drawing/2014/main" id="{C97A81B0-9E51-D04B-C032-5680A6EFCB5D}"/>
              </a:ext>
            </a:extLst>
          </p:cNvPr>
          <p:cNvSpPr>
            <a:spLocks noGrp="1" noRot="1" noChangeAspect="1" noChangeArrowheads="1" noTextEdit="1"/>
          </p:cNvSpPr>
          <p:nvPr>
            <p:ph type="sldImg"/>
          </p:nvPr>
        </p:nvSpPr>
        <p:spPr>
          <a:ln/>
        </p:spPr>
      </p:sp>
      <p:sp>
        <p:nvSpPr>
          <p:cNvPr id="270339" name="Rectangle 3">
            <a:extLst>
              <a:ext uri="{FF2B5EF4-FFF2-40B4-BE49-F238E27FC236}">
                <a16:creationId xmlns:a16="http://schemas.microsoft.com/office/drawing/2014/main" id="{79053EEA-D86C-0B0C-2D62-EE695D12B1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a:extLst>
              <a:ext uri="{FF2B5EF4-FFF2-40B4-BE49-F238E27FC236}">
                <a16:creationId xmlns:a16="http://schemas.microsoft.com/office/drawing/2014/main" id="{4784E2AA-F055-5059-9B24-48EEDA318E71}"/>
              </a:ext>
            </a:extLst>
          </p:cNvPr>
          <p:cNvSpPr>
            <a:spLocks noGrp="1" noRot="1" noChangeAspect="1" noChangeArrowheads="1" noTextEdit="1"/>
          </p:cNvSpPr>
          <p:nvPr>
            <p:ph type="sldImg"/>
          </p:nvPr>
        </p:nvSpPr>
        <p:spPr>
          <a:ln/>
        </p:spPr>
      </p:sp>
      <p:sp>
        <p:nvSpPr>
          <p:cNvPr id="272387" name="Rectangle 3">
            <a:extLst>
              <a:ext uri="{FF2B5EF4-FFF2-40B4-BE49-F238E27FC236}">
                <a16:creationId xmlns:a16="http://schemas.microsoft.com/office/drawing/2014/main" id="{345E23DB-01B3-CF23-0E9A-A3421FB2B6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a:extLst>
              <a:ext uri="{FF2B5EF4-FFF2-40B4-BE49-F238E27FC236}">
                <a16:creationId xmlns:a16="http://schemas.microsoft.com/office/drawing/2014/main" id="{80B0F7DD-140D-E696-5530-BC1EC05C9CA4}"/>
              </a:ext>
            </a:extLst>
          </p:cNvPr>
          <p:cNvSpPr>
            <a:spLocks noGrp="1" noRot="1" noChangeAspect="1" noChangeArrowheads="1" noTextEdit="1"/>
          </p:cNvSpPr>
          <p:nvPr>
            <p:ph type="sldImg"/>
          </p:nvPr>
        </p:nvSpPr>
        <p:spPr>
          <a:ln/>
        </p:spPr>
      </p:sp>
      <p:sp>
        <p:nvSpPr>
          <p:cNvPr id="274435" name="Rectangle 3">
            <a:extLst>
              <a:ext uri="{FF2B5EF4-FFF2-40B4-BE49-F238E27FC236}">
                <a16:creationId xmlns:a16="http://schemas.microsoft.com/office/drawing/2014/main" id="{C1695C70-C265-1BF8-7394-1F19063B3D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a:extLst>
              <a:ext uri="{FF2B5EF4-FFF2-40B4-BE49-F238E27FC236}">
                <a16:creationId xmlns:a16="http://schemas.microsoft.com/office/drawing/2014/main" id="{032C95DB-3873-F132-3217-224451D8CB23}"/>
              </a:ext>
            </a:extLst>
          </p:cNvPr>
          <p:cNvSpPr>
            <a:spLocks noGrp="1" noRot="1" noChangeAspect="1" noChangeArrowheads="1" noTextEdit="1"/>
          </p:cNvSpPr>
          <p:nvPr>
            <p:ph type="sldImg"/>
          </p:nvPr>
        </p:nvSpPr>
        <p:spPr>
          <a:ln/>
        </p:spPr>
      </p:sp>
      <p:sp>
        <p:nvSpPr>
          <p:cNvPr id="276483" name="Rectangle 3">
            <a:extLst>
              <a:ext uri="{FF2B5EF4-FFF2-40B4-BE49-F238E27FC236}">
                <a16:creationId xmlns:a16="http://schemas.microsoft.com/office/drawing/2014/main" id="{444D17E7-D6A9-B360-3A4B-E9639C3716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a:extLst>
              <a:ext uri="{FF2B5EF4-FFF2-40B4-BE49-F238E27FC236}">
                <a16:creationId xmlns:a16="http://schemas.microsoft.com/office/drawing/2014/main" id="{16CF6E65-2CE8-AB87-56AB-383FBEA8858D}"/>
              </a:ext>
            </a:extLst>
          </p:cNvPr>
          <p:cNvSpPr>
            <a:spLocks noGrp="1" noRot="1" noChangeAspect="1" noChangeArrowheads="1" noTextEdit="1"/>
          </p:cNvSpPr>
          <p:nvPr>
            <p:ph type="sldImg"/>
          </p:nvPr>
        </p:nvSpPr>
        <p:spPr>
          <a:ln/>
        </p:spPr>
      </p:sp>
      <p:sp>
        <p:nvSpPr>
          <p:cNvPr id="278531" name="Rectangle 3">
            <a:extLst>
              <a:ext uri="{FF2B5EF4-FFF2-40B4-BE49-F238E27FC236}">
                <a16:creationId xmlns:a16="http://schemas.microsoft.com/office/drawing/2014/main" id="{EE7B55DF-C621-41B6-8491-A92A915A0B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a:extLst>
              <a:ext uri="{FF2B5EF4-FFF2-40B4-BE49-F238E27FC236}">
                <a16:creationId xmlns:a16="http://schemas.microsoft.com/office/drawing/2014/main" id="{263B5CDC-A409-4E6C-1AEF-6BC447630817}"/>
              </a:ext>
            </a:extLst>
          </p:cNvPr>
          <p:cNvSpPr>
            <a:spLocks noGrp="1" noRot="1" noChangeAspect="1" noChangeArrowheads="1" noTextEdit="1"/>
          </p:cNvSpPr>
          <p:nvPr>
            <p:ph type="sldImg"/>
          </p:nvPr>
        </p:nvSpPr>
        <p:spPr>
          <a:ln/>
        </p:spPr>
      </p:sp>
      <p:sp>
        <p:nvSpPr>
          <p:cNvPr id="280579" name="Rectangle 3">
            <a:extLst>
              <a:ext uri="{FF2B5EF4-FFF2-40B4-BE49-F238E27FC236}">
                <a16:creationId xmlns:a16="http://schemas.microsoft.com/office/drawing/2014/main" id="{317E77C0-92D8-957D-82BE-12DBCAC486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a:extLst>
              <a:ext uri="{FF2B5EF4-FFF2-40B4-BE49-F238E27FC236}">
                <a16:creationId xmlns:a16="http://schemas.microsoft.com/office/drawing/2014/main" id="{973B280C-2E18-E361-66B2-EA56B02373E0}"/>
              </a:ext>
            </a:extLst>
          </p:cNvPr>
          <p:cNvSpPr>
            <a:spLocks noGrp="1" noRot="1" noChangeAspect="1" noChangeArrowheads="1" noTextEdit="1"/>
          </p:cNvSpPr>
          <p:nvPr>
            <p:ph type="sldImg"/>
          </p:nvPr>
        </p:nvSpPr>
        <p:spPr>
          <a:ln/>
        </p:spPr>
      </p:sp>
      <p:sp>
        <p:nvSpPr>
          <p:cNvPr id="282627" name="Rectangle 3">
            <a:extLst>
              <a:ext uri="{FF2B5EF4-FFF2-40B4-BE49-F238E27FC236}">
                <a16:creationId xmlns:a16="http://schemas.microsoft.com/office/drawing/2014/main" id="{4A97D809-1C9F-4C41-10B4-6C4C9AC887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a:extLst>
              <a:ext uri="{FF2B5EF4-FFF2-40B4-BE49-F238E27FC236}">
                <a16:creationId xmlns:a16="http://schemas.microsoft.com/office/drawing/2014/main" id="{8279546D-9B5C-5461-9BD0-BE978B26229D}"/>
              </a:ext>
            </a:extLst>
          </p:cNvPr>
          <p:cNvSpPr>
            <a:spLocks noGrp="1" noRot="1" noChangeAspect="1" noChangeArrowheads="1" noTextEdit="1"/>
          </p:cNvSpPr>
          <p:nvPr>
            <p:ph type="sldImg"/>
          </p:nvPr>
        </p:nvSpPr>
        <p:spPr>
          <a:ln/>
        </p:spPr>
      </p:sp>
      <p:sp>
        <p:nvSpPr>
          <p:cNvPr id="284675" name="Rectangle 3">
            <a:extLst>
              <a:ext uri="{FF2B5EF4-FFF2-40B4-BE49-F238E27FC236}">
                <a16:creationId xmlns:a16="http://schemas.microsoft.com/office/drawing/2014/main" id="{BBA239BE-2751-691B-233B-33206030B5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a:extLst>
              <a:ext uri="{FF2B5EF4-FFF2-40B4-BE49-F238E27FC236}">
                <a16:creationId xmlns:a16="http://schemas.microsoft.com/office/drawing/2014/main" id="{59F7C69E-6C19-AF2D-2B2D-36E296E6826A}"/>
              </a:ext>
            </a:extLst>
          </p:cNvPr>
          <p:cNvSpPr>
            <a:spLocks noGrp="1" noRot="1" noChangeAspect="1" noChangeArrowheads="1" noTextEdit="1"/>
          </p:cNvSpPr>
          <p:nvPr>
            <p:ph type="sldImg"/>
          </p:nvPr>
        </p:nvSpPr>
        <p:spPr>
          <a:ln/>
        </p:spPr>
      </p:sp>
      <p:sp>
        <p:nvSpPr>
          <p:cNvPr id="286723" name="Rectangle 3">
            <a:extLst>
              <a:ext uri="{FF2B5EF4-FFF2-40B4-BE49-F238E27FC236}">
                <a16:creationId xmlns:a16="http://schemas.microsoft.com/office/drawing/2014/main" id="{FDD2CEBF-A6D7-C6ED-12E7-8A8EE4CF62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a:extLst>
              <a:ext uri="{FF2B5EF4-FFF2-40B4-BE49-F238E27FC236}">
                <a16:creationId xmlns:a16="http://schemas.microsoft.com/office/drawing/2014/main" id="{CFC43501-D7A1-F10E-DADF-B820A6DF2B2E}"/>
              </a:ext>
            </a:extLst>
          </p:cNvPr>
          <p:cNvSpPr>
            <a:spLocks noGrp="1" noRot="1" noChangeAspect="1" noChangeArrowheads="1" noTextEdit="1"/>
          </p:cNvSpPr>
          <p:nvPr>
            <p:ph type="sldImg"/>
          </p:nvPr>
        </p:nvSpPr>
        <p:spPr>
          <a:ln/>
        </p:spPr>
      </p:sp>
      <p:sp>
        <p:nvSpPr>
          <p:cNvPr id="288771" name="Rectangle 3">
            <a:extLst>
              <a:ext uri="{FF2B5EF4-FFF2-40B4-BE49-F238E27FC236}">
                <a16:creationId xmlns:a16="http://schemas.microsoft.com/office/drawing/2014/main" id="{927F219C-F8AE-4335-8E10-894A6A57AB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a:extLst>
              <a:ext uri="{FF2B5EF4-FFF2-40B4-BE49-F238E27FC236}">
                <a16:creationId xmlns:a16="http://schemas.microsoft.com/office/drawing/2014/main" id="{02C5CEA4-6F7D-3298-BA5F-AFFD69AE5EBC}"/>
              </a:ext>
            </a:extLst>
          </p:cNvPr>
          <p:cNvSpPr>
            <a:spLocks noGrp="1" noRot="1" noChangeAspect="1" noChangeArrowheads="1" noTextEdit="1"/>
          </p:cNvSpPr>
          <p:nvPr>
            <p:ph type="sldImg"/>
          </p:nvPr>
        </p:nvSpPr>
        <p:spPr>
          <a:ln/>
        </p:spPr>
      </p:sp>
      <p:sp>
        <p:nvSpPr>
          <p:cNvPr id="290819" name="Rectangle 3">
            <a:extLst>
              <a:ext uri="{FF2B5EF4-FFF2-40B4-BE49-F238E27FC236}">
                <a16:creationId xmlns:a16="http://schemas.microsoft.com/office/drawing/2014/main" id="{48C749D3-E0BD-383C-4C8F-FEB9B29EFE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a:extLst>
              <a:ext uri="{FF2B5EF4-FFF2-40B4-BE49-F238E27FC236}">
                <a16:creationId xmlns:a16="http://schemas.microsoft.com/office/drawing/2014/main" id="{F741AEFC-295F-7043-0299-45E0998E627A}"/>
              </a:ext>
            </a:extLst>
          </p:cNvPr>
          <p:cNvSpPr>
            <a:spLocks noGrp="1" noRot="1" noChangeAspect="1" noChangeArrowheads="1" noTextEdit="1"/>
          </p:cNvSpPr>
          <p:nvPr>
            <p:ph type="sldImg"/>
          </p:nvPr>
        </p:nvSpPr>
        <p:spPr>
          <a:ln/>
        </p:spPr>
      </p:sp>
      <p:sp>
        <p:nvSpPr>
          <p:cNvPr id="292867" name="Rectangle 3">
            <a:extLst>
              <a:ext uri="{FF2B5EF4-FFF2-40B4-BE49-F238E27FC236}">
                <a16:creationId xmlns:a16="http://schemas.microsoft.com/office/drawing/2014/main" id="{5F9DF92E-7565-4325-01CC-B7EB4723CB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a:extLst>
              <a:ext uri="{FF2B5EF4-FFF2-40B4-BE49-F238E27FC236}">
                <a16:creationId xmlns:a16="http://schemas.microsoft.com/office/drawing/2014/main" id="{7FFEEF1E-93BD-AF86-1D79-84BB21DC7300}"/>
              </a:ext>
            </a:extLst>
          </p:cNvPr>
          <p:cNvSpPr>
            <a:spLocks noGrp="1" noRot="1" noChangeAspect="1" noChangeArrowheads="1" noTextEdit="1"/>
          </p:cNvSpPr>
          <p:nvPr>
            <p:ph type="sldImg"/>
          </p:nvPr>
        </p:nvSpPr>
        <p:spPr>
          <a:ln/>
        </p:spPr>
      </p:sp>
      <p:sp>
        <p:nvSpPr>
          <p:cNvPr id="294915" name="Rectangle 3">
            <a:extLst>
              <a:ext uri="{FF2B5EF4-FFF2-40B4-BE49-F238E27FC236}">
                <a16:creationId xmlns:a16="http://schemas.microsoft.com/office/drawing/2014/main" id="{BBF5A236-DB7B-357A-A17D-2C2C862E66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a:extLst>
              <a:ext uri="{FF2B5EF4-FFF2-40B4-BE49-F238E27FC236}">
                <a16:creationId xmlns:a16="http://schemas.microsoft.com/office/drawing/2014/main" id="{7874AF95-2C35-CF43-A19C-F6AA76A24586}"/>
              </a:ext>
            </a:extLst>
          </p:cNvPr>
          <p:cNvSpPr>
            <a:spLocks noGrp="1" noRot="1" noChangeAspect="1" noChangeArrowheads="1" noTextEdit="1"/>
          </p:cNvSpPr>
          <p:nvPr>
            <p:ph type="sldImg"/>
          </p:nvPr>
        </p:nvSpPr>
        <p:spPr>
          <a:ln/>
        </p:spPr>
      </p:sp>
      <p:sp>
        <p:nvSpPr>
          <p:cNvPr id="296963" name="Rectangle 3">
            <a:extLst>
              <a:ext uri="{FF2B5EF4-FFF2-40B4-BE49-F238E27FC236}">
                <a16:creationId xmlns:a16="http://schemas.microsoft.com/office/drawing/2014/main" id="{1712CED4-EE0C-4C76-255A-0A67578CD2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anose="02020603050405020304" pitchFamily="18" charset="0"/>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7">
            <a:extLst>
              <a:ext uri="{FF2B5EF4-FFF2-40B4-BE49-F238E27FC236}">
                <a16:creationId xmlns:a16="http://schemas.microsoft.com/office/drawing/2014/main" id="{E690DE7E-4B7F-4284-CA85-46645AB8E9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820046F-8FCD-44F0-B881-936FB3C51E81}" type="slidenum">
              <a:rPr lang="en-US" altLang="en-US" sz="1200" smtClean="0"/>
              <a:pPr/>
              <a:t>147</a:t>
            </a:fld>
            <a:endParaRPr lang="en-US" altLang="en-US" sz="1200"/>
          </a:p>
        </p:txBody>
      </p:sp>
      <p:sp>
        <p:nvSpPr>
          <p:cNvPr id="299011" name="Rectangle 2">
            <a:extLst>
              <a:ext uri="{FF2B5EF4-FFF2-40B4-BE49-F238E27FC236}">
                <a16:creationId xmlns:a16="http://schemas.microsoft.com/office/drawing/2014/main" id="{7450C1F7-D6FE-B0FD-347E-0AB057F43E75}"/>
              </a:ext>
            </a:extLst>
          </p:cNvPr>
          <p:cNvSpPr>
            <a:spLocks noGrp="1" noRot="1" noChangeAspect="1" noChangeArrowheads="1" noTextEdit="1"/>
          </p:cNvSpPr>
          <p:nvPr>
            <p:ph type="sldImg"/>
          </p:nvPr>
        </p:nvSpPr>
        <p:spPr>
          <a:ln/>
        </p:spPr>
      </p:sp>
      <p:sp>
        <p:nvSpPr>
          <p:cNvPr id="299012" name="Rectangle 3">
            <a:extLst>
              <a:ext uri="{FF2B5EF4-FFF2-40B4-BE49-F238E27FC236}">
                <a16:creationId xmlns:a16="http://schemas.microsoft.com/office/drawing/2014/main" id="{E9E562E3-4FCE-90F3-4E24-4E7DB32A41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7">
            <a:extLst>
              <a:ext uri="{FF2B5EF4-FFF2-40B4-BE49-F238E27FC236}">
                <a16:creationId xmlns:a16="http://schemas.microsoft.com/office/drawing/2014/main" id="{30895858-1DE1-DF40-DB0A-8E55C3C2DA05}"/>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fld id="{77EC10DD-DE7D-4D60-9982-685D07FA1559}" type="slidenum">
              <a:rPr lang="en-US" altLang="en-US" sz="1200"/>
              <a:pPr algn="r"/>
              <a:t>148</a:t>
            </a:fld>
            <a:endParaRPr lang="en-US" altLang="en-US" sz="1200"/>
          </a:p>
        </p:txBody>
      </p:sp>
      <p:sp>
        <p:nvSpPr>
          <p:cNvPr id="301059" name="Rectangle 2">
            <a:extLst>
              <a:ext uri="{FF2B5EF4-FFF2-40B4-BE49-F238E27FC236}">
                <a16:creationId xmlns:a16="http://schemas.microsoft.com/office/drawing/2014/main" id="{052473A3-90FA-D1D4-7B60-B111480E6D39}"/>
              </a:ext>
            </a:extLst>
          </p:cNvPr>
          <p:cNvSpPr>
            <a:spLocks noGrp="1" noRot="1" noChangeAspect="1" noChangeArrowheads="1" noTextEdit="1"/>
          </p:cNvSpPr>
          <p:nvPr>
            <p:ph type="sldImg"/>
          </p:nvPr>
        </p:nvSpPr>
        <p:spPr>
          <a:ln/>
        </p:spPr>
      </p:sp>
      <p:sp>
        <p:nvSpPr>
          <p:cNvPr id="301060" name="Rectangle 3">
            <a:extLst>
              <a:ext uri="{FF2B5EF4-FFF2-40B4-BE49-F238E27FC236}">
                <a16:creationId xmlns:a16="http://schemas.microsoft.com/office/drawing/2014/main" id="{6601ACCE-F83E-EC9C-6ABC-40A2185915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7">
            <a:extLst>
              <a:ext uri="{FF2B5EF4-FFF2-40B4-BE49-F238E27FC236}">
                <a16:creationId xmlns:a16="http://schemas.microsoft.com/office/drawing/2014/main" id="{41DE4C15-25F9-7C11-44B8-41CE7F1D28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525EB33-030F-467A-9BB7-C97DE5A964F7}" type="slidenum">
              <a:rPr lang="en-US" altLang="en-US" sz="1200" smtClean="0"/>
              <a:pPr/>
              <a:t>150</a:t>
            </a:fld>
            <a:endParaRPr lang="en-US" altLang="en-US" sz="1200"/>
          </a:p>
        </p:txBody>
      </p:sp>
      <p:sp>
        <p:nvSpPr>
          <p:cNvPr id="304131" name="Rectangle 2">
            <a:extLst>
              <a:ext uri="{FF2B5EF4-FFF2-40B4-BE49-F238E27FC236}">
                <a16:creationId xmlns:a16="http://schemas.microsoft.com/office/drawing/2014/main" id="{7FA887C0-750E-F175-5A06-888A816DA0C8}"/>
              </a:ext>
            </a:extLst>
          </p:cNvPr>
          <p:cNvSpPr>
            <a:spLocks noGrp="1" noRot="1" noChangeAspect="1" noChangeArrowheads="1" noTextEdit="1"/>
          </p:cNvSpPr>
          <p:nvPr>
            <p:ph type="sldImg"/>
          </p:nvPr>
        </p:nvSpPr>
        <p:spPr>
          <a:ln/>
        </p:spPr>
      </p:sp>
      <p:sp>
        <p:nvSpPr>
          <p:cNvPr id="304132" name="Rectangle 3">
            <a:extLst>
              <a:ext uri="{FF2B5EF4-FFF2-40B4-BE49-F238E27FC236}">
                <a16:creationId xmlns:a16="http://schemas.microsoft.com/office/drawing/2014/main" id="{4508BA85-4BEB-CEA3-ADB3-FAB9F12F2D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7">
            <a:extLst>
              <a:ext uri="{FF2B5EF4-FFF2-40B4-BE49-F238E27FC236}">
                <a16:creationId xmlns:a16="http://schemas.microsoft.com/office/drawing/2014/main" id="{654C69D3-ED09-6BD3-2564-DBEF3C9B3455}"/>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fld id="{27849AB0-EEF1-4BBE-BE6A-8E75EE7E276D}" type="slidenum">
              <a:rPr lang="en-US" altLang="en-US" sz="1200"/>
              <a:pPr algn="r"/>
              <a:t>151</a:t>
            </a:fld>
            <a:endParaRPr lang="en-US" altLang="en-US" sz="1200"/>
          </a:p>
        </p:txBody>
      </p:sp>
      <p:sp>
        <p:nvSpPr>
          <p:cNvPr id="306179" name="Rectangle 2">
            <a:extLst>
              <a:ext uri="{FF2B5EF4-FFF2-40B4-BE49-F238E27FC236}">
                <a16:creationId xmlns:a16="http://schemas.microsoft.com/office/drawing/2014/main" id="{0725E79D-8C74-5439-D4BC-D63114AC83EB}"/>
              </a:ext>
            </a:extLst>
          </p:cNvPr>
          <p:cNvSpPr>
            <a:spLocks noGrp="1" noRot="1" noChangeAspect="1" noChangeArrowheads="1" noTextEdit="1"/>
          </p:cNvSpPr>
          <p:nvPr>
            <p:ph type="sldImg"/>
          </p:nvPr>
        </p:nvSpPr>
        <p:spPr>
          <a:ln/>
        </p:spPr>
      </p:sp>
      <p:sp>
        <p:nvSpPr>
          <p:cNvPr id="306180" name="Rectangle 3">
            <a:extLst>
              <a:ext uri="{FF2B5EF4-FFF2-40B4-BE49-F238E27FC236}">
                <a16:creationId xmlns:a16="http://schemas.microsoft.com/office/drawing/2014/main" id="{743310E5-D322-01F3-09B5-DB1C397A62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7">
            <a:extLst>
              <a:ext uri="{FF2B5EF4-FFF2-40B4-BE49-F238E27FC236}">
                <a16:creationId xmlns:a16="http://schemas.microsoft.com/office/drawing/2014/main" id="{45252BAD-04FB-C06D-599E-24B312F3F9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7A4BBD0-477C-4827-B6AD-DBC09C6D1675}" type="slidenum">
              <a:rPr lang="en-US" altLang="en-US" sz="1200" smtClean="0"/>
              <a:pPr/>
              <a:t>152</a:t>
            </a:fld>
            <a:endParaRPr lang="en-US" altLang="en-US" sz="1200"/>
          </a:p>
        </p:txBody>
      </p:sp>
      <p:sp>
        <p:nvSpPr>
          <p:cNvPr id="308227" name="Rectangle 2">
            <a:extLst>
              <a:ext uri="{FF2B5EF4-FFF2-40B4-BE49-F238E27FC236}">
                <a16:creationId xmlns:a16="http://schemas.microsoft.com/office/drawing/2014/main" id="{A04F0F07-D18F-6BD5-63FA-991DC67F1E6E}"/>
              </a:ext>
            </a:extLst>
          </p:cNvPr>
          <p:cNvSpPr>
            <a:spLocks noGrp="1" noRot="1" noChangeAspect="1" noChangeArrowheads="1" noTextEdit="1"/>
          </p:cNvSpPr>
          <p:nvPr>
            <p:ph type="sldImg"/>
          </p:nvPr>
        </p:nvSpPr>
        <p:spPr>
          <a:ln/>
        </p:spPr>
      </p:sp>
      <p:sp>
        <p:nvSpPr>
          <p:cNvPr id="308228" name="Rectangle 3">
            <a:extLst>
              <a:ext uri="{FF2B5EF4-FFF2-40B4-BE49-F238E27FC236}">
                <a16:creationId xmlns:a16="http://schemas.microsoft.com/office/drawing/2014/main" id="{85DAE52F-8597-647C-DC79-F1D4F436C1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7">
            <a:extLst>
              <a:ext uri="{FF2B5EF4-FFF2-40B4-BE49-F238E27FC236}">
                <a16:creationId xmlns:a16="http://schemas.microsoft.com/office/drawing/2014/main" id="{81A84142-C251-FAA3-B65B-09162599AD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69659280-47F0-4871-9207-8427D0FD1A58}" type="slidenum">
              <a:rPr lang="en-US" altLang="en-US" sz="1200" smtClean="0"/>
              <a:pPr/>
              <a:t>153</a:t>
            </a:fld>
            <a:endParaRPr lang="en-US" altLang="en-US" sz="1200"/>
          </a:p>
        </p:txBody>
      </p:sp>
      <p:sp>
        <p:nvSpPr>
          <p:cNvPr id="310275" name="Rectangle 2">
            <a:extLst>
              <a:ext uri="{FF2B5EF4-FFF2-40B4-BE49-F238E27FC236}">
                <a16:creationId xmlns:a16="http://schemas.microsoft.com/office/drawing/2014/main" id="{674C61D0-668B-654F-9E22-E03D9E07876C}"/>
              </a:ext>
            </a:extLst>
          </p:cNvPr>
          <p:cNvSpPr>
            <a:spLocks noGrp="1" noRot="1" noChangeAspect="1" noChangeArrowheads="1" noTextEdit="1"/>
          </p:cNvSpPr>
          <p:nvPr>
            <p:ph type="sldImg"/>
          </p:nvPr>
        </p:nvSpPr>
        <p:spPr>
          <a:ln/>
        </p:spPr>
      </p:sp>
      <p:sp>
        <p:nvSpPr>
          <p:cNvPr id="310276" name="Rectangle 3">
            <a:extLst>
              <a:ext uri="{FF2B5EF4-FFF2-40B4-BE49-F238E27FC236}">
                <a16:creationId xmlns:a16="http://schemas.microsoft.com/office/drawing/2014/main" id="{96C48205-0F5D-2699-E3DF-FEE208D097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7">
            <a:extLst>
              <a:ext uri="{FF2B5EF4-FFF2-40B4-BE49-F238E27FC236}">
                <a16:creationId xmlns:a16="http://schemas.microsoft.com/office/drawing/2014/main" id="{E1EE5EF8-1773-B738-D7D9-74471DC4784C}"/>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fld id="{FFFA4524-C955-4E46-AB17-6F78036717A2}" type="slidenum">
              <a:rPr lang="en-US" altLang="en-US" sz="1200"/>
              <a:pPr algn="r"/>
              <a:t>154</a:t>
            </a:fld>
            <a:endParaRPr lang="en-US" altLang="en-US" sz="1200"/>
          </a:p>
        </p:txBody>
      </p:sp>
      <p:sp>
        <p:nvSpPr>
          <p:cNvPr id="312323" name="Rectangle 2">
            <a:extLst>
              <a:ext uri="{FF2B5EF4-FFF2-40B4-BE49-F238E27FC236}">
                <a16:creationId xmlns:a16="http://schemas.microsoft.com/office/drawing/2014/main" id="{E854B64B-6502-453F-0DC6-1F191A91E29B}"/>
              </a:ext>
            </a:extLst>
          </p:cNvPr>
          <p:cNvSpPr>
            <a:spLocks noGrp="1" noRot="1" noChangeAspect="1" noChangeArrowheads="1" noTextEdit="1"/>
          </p:cNvSpPr>
          <p:nvPr>
            <p:ph type="sldImg"/>
          </p:nvPr>
        </p:nvSpPr>
        <p:spPr>
          <a:ln/>
        </p:spPr>
      </p:sp>
      <p:sp>
        <p:nvSpPr>
          <p:cNvPr id="312324" name="Rectangle 3">
            <a:extLst>
              <a:ext uri="{FF2B5EF4-FFF2-40B4-BE49-F238E27FC236}">
                <a16:creationId xmlns:a16="http://schemas.microsoft.com/office/drawing/2014/main" id="{5A6E5009-4888-2CA6-9836-9CDBBE2C5B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7">
            <a:extLst>
              <a:ext uri="{FF2B5EF4-FFF2-40B4-BE49-F238E27FC236}">
                <a16:creationId xmlns:a16="http://schemas.microsoft.com/office/drawing/2014/main" id="{104E8FC2-8D6B-B6DE-4083-61B85B6DBC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9C95E7AA-32FD-47CD-A3BC-426C3F8BDA4C}" type="slidenum">
              <a:rPr lang="en-US" altLang="en-US" sz="1200" smtClean="0"/>
              <a:pPr/>
              <a:t>156</a:t>
            </a:fld>
            <a:endParaRPr lang="en-US" altLang="en-US" sz="1200"/>
          </a:p>
        </p:txBody>
      </p:sp>
      <p:sp>
        <p:nvSpPr>
          <p:cNvPr id="315395" name="Rectangle 2">
            <a:extLst>
              <a:ext uri="{FF2B5EF4-FFF2-40B4-BE49-F238E27FC236}">
                <a16:creationId xmlns:a16="http://schemas.microsoft.com/office/drawing/2014/main" id="{FD5BEC90-6A14-087B-2302-56508F12A1CE}"/>
              </a:ext>
            </a:extLst>
          </p:cNvPr>
          <p:cNvSpPr>
            <a:spLocks noGrp="1" noRot="1" noChangeAspect="1" noChangeArrowheads="1" noTextEdit="1"/>
          </p:cNvSpPr>
          <p:nvPr>
            <p:ph type="sldImg"/>
          </p:nvPr>
        </p:nvSpPr>
        <p:spPr>
          <a:ln/>
        </p:spPr>
      </p:sp>
      <p:sp>
        <p:nvSpPr>
          <p:cNvPr id="315396" name="Rectangle 3">
            <a:extLst>
              <a:ext uri="{FF2B5EF4-FFF2-40B4-BE49-F238E27FC236}">
                <a16:creationId xmlns:a16="http://schemas.microsoft.com/office/drawing/2014/main" id="{5FDC9535-51F4-266B-87C5-A4BE2ACA78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7">
            <a:extLst>
              <a:ext uri="{FF2B5EF4-FFF2-40B4-BE49-F238E27FC236}">
                <a16:creationId xmlns:a16="http://schemas.microsoft.com/office/drawing/2014/main" id="{B0AE9D15-0526-73F7-C8E5-BCAEDEC691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99777424-1A86-4DEA-9C8F-EBE77F79B696}" type="slidenum">
              <a:rPr lang="en-US" altLang="en-US" sz="1200" smtClean="0"/>
              <a:pPr/>
              <a:t>160</a:t>
            </a:fld>
            <a:endParaRPr lang="en-US" altLang="en-US" sz="1200"/>
          </a:p>
        </p:txBody>
      </p:sp>
      <p:sp>
        <p:nvSpPr>
          <p:cNvPr id="320515" name="Rectangle 2">
            <a:extLst>
              <a:ext uri="{FF2B5EF4-FFF2-40B4-BE49-F238E27FC236}">
                <a16:creationId xmlns:a16="http://schemas.microsoft.com/office/drawing/2014/main" id="{348813E1-71D3-4D7C-2E4B-391C938CA302}"/>
              </a:ext>
            </a:extLst>
          </p:cNvPr>
          <p:cNvSpPr>
            <a:spLocks noGrp="1" noRot="1" noChangeAspect="1" noChangeArrowheads="1" noTextEdit="1"/>
          </p:cNvSpPr>
          <p:nvPr>
            <p:ph type="sldImg"/>
          </p:nvPr>
        </p:nvSpPr>
        <p:spPr>
          <a:ln/>
        </p:spPr>
      </p:sp>
      <p:sp>
        <p:nvSpPr>
          <p:cNvPr id="320516" name="Rectangle 3">
            <a:extLst>
              <a:ext uri="{FF2B5EF4-FFF2-40B4-BE49-F238E27FC236}">
                <a16:creationId xmlns:a16="http://schemas.microsoft.com/office/drawing/2014/main" id="{E312E45C-B438-81FD-FD0F-650E7E5058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7">
            <a:extLst>
              <a:ext uri="{FF2B5EF4-FFF2-40B4-BE49-F238E27FC236}">
                <a16:creationId xmlns:a16="http://schemas.microsoft.com/office/drawing/2014/main" id="{447F7C14-7701-ADE5-DEF8-E6D5FB266B65}"/>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fld id="{1BDB9133-11D8-491B-8233-0D0F9A8159DB}" type="slidenum">
              <a:rPr lang="en-US" altLang="en-US" sz="1200"/>
              <a:pPr algn="r"/>
              <a:t>161</a:t>
            </a:fld>
            <a:endParaRPr lang="en-US" altLang="en-US" sz="1200"/>
          </a:p>
        </p:txBody>
      </p:sp>
      <p:sp>
        <p:nvSpPr>
          <p:cNvPr id="322563" name="Rectangle 2">
            <a:extLst>
              <a:ext uri="{FF2B5EF4-FFF2-40B4-BE49-F238E27FC236}">
                <a16:creationId xmlns:a16="http://schemas.microsoft.com/office/drawing/2014/main" id="{BC569F66-7DAF-01FC-450F-D094907C1015}"/>
              </a:ext>
            </a:extLst>
          </p:cNvPr>
          <p:cNvSpPr>
            <a:spLocks noGrp="1" noRot="1" noChangeAspect="1" noChangeArrowheads="1" noTextEdit="1"/>
          </p:cNvSpPr>
          <p:nvPr>
            <p:ph type="sldImg"/>
          </p:nvPr>
        </p:nvSpPr>
        <p:spPr>
          <a:ln/>
        </p:spPr>
      </p:sp>
      <p:sp>
        <p:nvSpPr>
          <p:cNvPr id="322564" name="Rectangle 3">
            <a:extLst>
              <a:ext uri="{FF2B5EF4-FFF2-40B4-BE49-F238E27FC236}">
                <a16:creationId xmlns:a16="http://schemas.microsoft.com/office/drawing/2014/main" id="{38326848-77A9-03AB-FA83-51C42966F2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7">
            <a:extLst>
              <a:ext uri="{FF2B5EF4-FFF2-40B4-BE49-F238E27FC236}">
                <a16:creationId xmlns:a16="http://schemas.microsoft.com/office/drawing/2014/main" id="{DEE82ACB-39F6-16DB-52E0-BB09677D579F}"/>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fld id="{F5BA9A97-E80F-4FFC-9A87-F2F3D179EB85}" type="slidenum">
              <a:rPr lang="en-US" altLang="en-US" sz="1200"/>
              <a:pPr algn="r"/>
              <a:t>162</a:t>
            </a:fld>
            <a:endParaRPr lang="en-US" altLang="en-US" sz="1200"/>
          </a:p>
        </p:txBody>
      </p:sp>
      <p:sp>
        <p:nvSpPr>
          <p:cNvPr id="324611" name="Rectangle 2">
            <a:extLst>
              <a:ext uri="{FF2B5EF4-FFF2-40B4-BE49-F238E27FC236}">
                <a16:creationId xmlns:a16="http://schemas.microsoft.com/office/drawing/2014/main" id="{26122264-A0EC-87F4-070A-BC5720629228}"/>
              </a:ext>
            </a:extLst>
          </p:cNvPr>
          <p:cNvSpPr>
            <a:spLocks noGrp="1" noRot="1" noChangeAspect="1" noChangeArrowheads="1" noTextEdit="1"/>
          </p:cNvSpPr>
          <p:nvPr>
            <p:ph type="sldImg"/>
          </p:nvPr>
        </p:nvSpPr>
        <p:spPr>
          <a:ln/>
        </p:spPr>
      </p:sp>
      <p:sp>
        <p:nvSpPr>
          <p:cNvPr id="324612" name="Rectangle 3">
            <a:extLst>
              <a:ext uri="{FF2B5EF4-FFF2-40B4-BE49-F238E27FC236}">
                <a16:creationId xmlns:a16="http://schemas.microsoft.com/office/drawing/2014/main" id="{504C0A10-A1DF-4C25-587A-F989F785D6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7">
            <a:extLst>
              <a:ext uri="{FF2B5EF4-FFF2-40B4-BE49-F238E27FC236}">
                <a16:creationId xmlns:a16="http://schemas.microsoft.com/office/drawing/2014/main" id="{A25B5E45-1AE6-C81B-9774-D0765CCA15DF}"/>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fld id="{6536B49E-491C-44E5-B17D-BC0726AF24C3}" type="slidenum">
              <a:rPr lang="en-US" altLang="en-US" sz="1200"/>
              <a:pPr algn="r"/>
              <a:t>163</a:t>
            </a:fld>
            <a:endParaRPr lang="en-US" altLang="en-US" sz="1200"/>
          </a:p>
        </p:txBody>
      </p:sp>
      <p:sp>
        <p:nvSpPr>
          <p:cNvPr id="326659" name="Rectangle 2">
            <a:extLst>
              <a:ext uri="{FF2B5EF4-FFF2-40B4-BE49-F238E27FC236}">
                <a16:creationId xmlns:a16="http://schemas.microsoft.com/office/drawing/2014/main" id="{86AEEC32-768A-0F9D-3401-547A5890C8FB}"/>
              </a:ext>
            </a:extLst>
          </p:cNvPr>
          <p:cNvSpPr>
            <a:spLocks noGrp="1" noRot="1" noChangeAspect="1" noChangeArrowheads="1" noTextEdit="1"/>
          </p:cNvSpPr>
          <p:nvPr>
            <p:ph type="sldImg"/>
          </p:nvPr>
        </p:nvSpPr>
        <p:spPr>
          <a:ln/>
        </p:spPr>
      </p:sp>
      <p:sp>
        <p:nvSpPr>
          <p:cNvPr id="326660" name="Rectangle 3">
            <a:extLst>
              <a:ext uri="{FF2B5EF4-FFF2-40B4-BE49-F238E27FC236}">
                <a16:creationId xmlns:a16="http://schemas.microsoft.com/office/drawing/2014/main" id="{2E22BC53-BBC7-EB9A-C44D-F6E74DAA32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a:extLst>
              <a:ext uri="{FF2B5EF4-FFF2-40B4-BE49-F238E27FC236}">
                <a16:creationId xmlns:a16="http://schemas.microsoft.com/office/drawing/2014/main" id="{AC7018C8-37BB-4F69-8A8F-7BA76E78ACA1}"/>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F2AA3F7B-A70B-CE7E-8012-4DB7073CFEE6}"/>
              </a:ext>
            </a:extLst>
          </p:cNvPr>
          <p:cNvSpPr>
            <a:spLocks noGrp="1" noChangeArrowheads="1"/>
          </p:cNvSpPr>
          <p:nvPr>
            <p:ph type="sldNum" sz="quarter" idx="11"/>
          </p:nvPr>
        </p:nvSpPr>
        <p:spPr>
          <a:ln/>
        </p:spPr>
        <p:txBody>
          <a:bodyPr/>
          <a:lstStyle>
            <a:lvl1pPr>
              <a:defRPr/>
            </a:lvl1pPr>
          </a:lstStyle>
          <a:p>
            <a:pPr>
              <a:defRPr/>
            </a:pPr>
            <a:fld id="{F50B485E-0443-4DF0-8154-CF21BAFBFB62}" type="slidenum">
              <a:rPr lang="en-US" altLang="en-US"/>
              <a:pPr>
                <a:defRPr/>
              </a:pPr>
              <a:t>‹#›</a:t>
            </a:fld>
            <a:endParaRPr lang="en-US" altLang="en-US"/>
          </a:p>
        </p:txBody>
      </p:sp>
    </p:spTree>
    <p:extLst>
      <p:ext uri="{BB962C8B-B14F-4D97-AF65-F5344CB8AC3E}">
        <p14:creationId xmlns:p14="http://schemas.microsoft.com/office/powerpoint/2010/main" val="1398717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5383F204-E818-BB75-F0C5-8839DFEC1FAB}"/>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4AA19770-7DF9-E0A6-8B0B-57F17991FCBB}"/>
              </a:ext>
            </a:extLst>
          </p:cNvPr>
          <p:cNvSpPr>
            <a:spLocks noGrp="1" noChangeArrowheads="1"/>
          </p:cNvSpPr>
          <p:nvPr>
            <p:ph type="sldNum" sz="quarter" idx="11"/>
          </p:nvPr>
        </p:nvSpPr>
        <p:spPr>
          <a:ln/>
        </p:spPr>
        <p:txBody>
          <a:bodyPr/>
          <a:lstStyle>
            <a:lvl1pPr>
              <a:defRPr/>
            </a:lvl1pPr>
          </a:lstStyle>
          <a:p>
            <a:pPr>
              <a:defRPr/>
            </a:pPr>
            <a:fld id="{FCD708C4-8207-40CF-B437-8F41E18CB108}" type="slidenum">
              <a:rPr lang="en-US" altLang="en-US"/>
              <a:pPr>
                <a:defRPr/>
              </a:pPr>
              <a:t>‹#›</a:t>
            </a:fld>
            <a:endParaRPr lang="en-US" altLang="en-US"/>
          </a:p>
        </p:txBody>
      </p:sp>
    </p:spTree>
    <p:extLst>
      <p:ext uri="{BB962C8B-B14F-4D97-AF65-F5344CB8AC3E}">
        <p14:creationId xmlns:p14="http://schemas.microsoft.com/office/powerpoint/2010/main" val="4192206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105EE8DE-1005-3C07-00E0-68C10F725D04}"/>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C841CAF8-35C2-2026-8446-626D3711E60C}"/>
              </a:ext>
            </a:extLst>
          </p:cNvPr>
          <p:cNvSpPr>
            <a:spLocks noGrp="1" noChangeArrowheads="1"/>
          </p:cNvSpPr>
          <p:nvPr>
            <p:ph type="sldNum" sz="quarter" idx="11"/>
          </p:nvPr>
        </p:nvSpPr>
        <p:spPr>
          <a:ln/>
        </p:spPr>
        <p:txBody>
          <a:bodyPr/>
          <a:lstStyle>
            <a:lvl1pPr>
              <a:defRPr/>
            </a:lvl1pPr>
          </a:lstStyle>
          <a:p>
            <a:pPr>
              <a:defRPr/>
            </a:pPr>
            <a:fld id="{E52FEC04-6DEE-458F-B74C-CBD9A1B49A74}" type="slidenum">
              <a:rPr lang="en-US" altLang="en-US"/>
              <a:pPr>
                <a:defRPr/>
              </a:pPr>
              <a:t>‹#›</a:t>
            </a:fld>
            <a:endParaRPr lang="en-US" altLang="en-US"/>
          </a:p>
        </p:txBody>
      </p:sp>
    </p:spTree>
    <p:extLst>
      <p:ext uri="{BB962C8B-B14F-4D97-AF65-F5344CB8AC3E}">
        <p14:creationId xmlns:p14="http://schemas.microsoft.com/office/powerpoint/2010/main" val="3207869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7EAE6770-F2E8-5ED5-2C5C-4286D661C557}"/>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40DAC62-B2E4-FE20-084E-9D1A6A2B9AD3}"/>
              </a:ext>
            </a:extLst>
          </p:cNvPr>
          <p:cNvSpPr>
            <a:spLocks noGrp="1" noChangeArrowheads="1"/>
          </p:cNvSpPr>
          <p:nvPr>
            <p:ph type="sldNum" sz="quarter" idx="11"/>
          </p:nvPr>
        </p:nvSpPr>
        <p:spPr>
          <a:ln/>
        </p:spPr>
        <p:txBody>
          <a:bodyPr/>
          <a:lstStyle>
            <a:lvl1pPr>
              <a:defRPr/>
            </a:lvl1pPr>
          </a:lstStyle>
          <a:p>
            <a:pPr>
              <a:defRPr/>
            </a:pPr>
            <a:fld id="{5E398A73-DD59-48E1-AB2B-E899C3BAFECA}" type="slidenum">
              <a:rPr lang="en-US" altLang="en-US"/>
              <a:pPr>
                <a:defRPr/>
              </a:pPr>
              <a:t>‹#›</a:t>
            </a:fld>
            <a:endParaRPr lang="en-US" altLang="en-US"/>
          </a:p>
        </p:txBody>
      </p:sp>
    </p:spTree>
    <p:extLst>
      <p:ext uri="{BB962C8B-B14F-4D97-AF65-F5344CB8AC3E}">
        <p14:creationId xmlns:p14="http://schemas.microsoft.com/office/powerpoint/2010/main" val="3839363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8DBED4D0-FEE7-1C3C-6140-AB66C007009F}"/>
              </a:ext>
            </a:extLst>
          </p:cNvPr>
          <p:cNvSpPr>
            <a:spLocks noGrp="1" noChangeArrowheads="1"/>
          </p:cNvSpPr>
          <p:nvPr>
            <p:ph type="ftr" sz="quarter" idx="10"/>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D36C2137-0BA6-8347-F75E-2B2C689041E5}"/>
              </a:ext>
            </a:extLst>
          </p:cNvPr>
          <p:cNvSpPr>
            <a:spLocks noGrp="1" noChangeArrowheads="1"/>
          </p:cNvSpPr>
          <p:nvPr>
            <p:ph type="sldNum" sz="quarter" idx="11"/>
          </p:nvPr>
        </p:nvSpPr>
        <p:spPr>
          <a:ln/>
        </p:spPr>
        <p:txBody>
          <a:bodyPr/>
          <a:lstStyle>
            <a:lvl1pPr>
              <a:defRPr/>
            </a:lvl1pPr>
          </a:lstStyle>
          <a:p>
            <a:pPr>
              <a:defRPr/>
            </a:pPr>
            <a:fld id="{C6876644-B23B-4C71-A12E-DF63BC32D009}" type="slidenum">
              <a:rPr lang="en-US" altLang="en-US"/>
              <a:pPr>
                <a:defRPr/>
              </a:pPr>
              <a:t>‹#›</a:t>
            </a:fld>
            <a:endParaRPr lang="en-US" altLang="en-US"/>
          </a:p>
        </p:txBody>
      </p:sp>
    </p:spTree>
    <p:extLst>
      <p:ext uri="{BB962C8B-B14F-4D97-AF65-F5344CB8AC3E}">
        <p14:creationId xmlns:p14="http://schemas.microsoft.com/office/powerpoint/2010/main" val="3686700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Rectangle 5">
            <a:extLst>
              <a:ext uri="{FF2B5EF4-FFF2-40B4-BE49-F238E27FC236}">
                <a16:creationId xmlns:a16="http://schemas.microsoft.com/office/drawing/2014/main" id="{8CB14AD4-53B9-F1F2-8845-18EE08E125E9}"/>
              </a:ext>
            </a:extLst>
          </p:cNvPr>
          <p:cNvSpPr>
            <a:spLocks noGrp="1" noChangeArrowheads="1"/>
          </p:cNvSpPr>
          <p:nvPr>
            <p:ph type="ftr" sz="quarter" idx="10"/>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22B25E1A-FBFC-99D1-348A-699C2A1B63AE}"/>
              </a:ext>
            </a:extLst>
          </p:cNvPr>
          <p:cNvSpPr>
            <a:spLocks noGrp="1" noChangeArrowheads="1"/>
          </p:cNvSpPr>
          <p:nvPr>
            <p:ph type="sldNum" sz="quarter" idx="11"/>
          </p:nvPr>
        </p:nvSpPr>
        <p:spPr>
          <a:ln/>
        </p:spPr>
        <p:txBody>
          <a:bodyPr/>
          <a:lstStyle>
            <a:lvl1pPr>
              <a:defRPr/>
            </a:lvl1pPr>
          </a:lstStyle>
          <a:p>
            <a:pPr>
              <a:defRPr/>
            </a:pPr>
            <a:fld id="{504C87E4-876A-45A7-ADDC-8E875D48412A}" type="slidenum">
              <a:rPr lang="en-US" altLang="en-US"/>
              <a:pPr>
                <a:defRPr/>
              </a:pPr>
              <a:t>‹#›</a:t>
            </a:fld>
            <a:endParaRPr lang="en-US" altLang="en-US"/>
          </a:p>
        </p:txBody>
      </p:sp>
    </p:spTree>
    <p:extLst>
      <p:ext uri="{BB962C8B-B14F-4D97-AF65-F5344CB8AC3E}">
        <p14:creationId xmlns:p14="http://schemas.microsoft.com/office/powerpoint/2010/main" val="1779876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8975373B-9FE6-A7B0-055E-CC4CBC3F9D51}"/>
              </a:ext>
            </a:extLst>
          </p:cNvPr>
          <p:cNvSpPr>
            <a:spLocks noGrp="1" noChangeArrowheads="1"/>
          </p:cNvSpPr>
          <p:nvPr>
            <p:ph type="ftr" sz="quarter" idx="10"/>
          </p:nvPr>
        </p:nvSpPr>
        <p:spPr>
          <a:ln/>
        </p:spPr>
        <p:txBody>
          <a:bodyPr/>
          <a:lstStyle>
            <a:lvl1pPr>
              <a:defRPr/>
            </a:lvl1pPr>
          </a:lstStyle>
          <a:p>
            <a:pPr>
              <a:defRPr/>
            </a:pPr>
            <a:endParaRPr lang="en-US"/>
          </a:p>
        </p:txBody>
      </p:sp>
      <p:sp>
        <p:nvSpPr>
          <p:cNvPr id="3" name="Rectangle 6">
            <a:extLst>
              <a:ext uri="{FF2B5EF4-FFF2-40B4-BE49-F238E27FC236}">
                <a16:creationId xmlns:a16="http://schemas.microsoft.com/office/drawing/2014/main" id="{AB86E929-68B7-BAE0-30C7-3AD9B235AF4F}"/>
              </a:ext>
            </a:extLst>
          </p:cNvPr>
          <p:cNvSpPr>
            <a:spLocks noGrp="1" noChangeArrowheads="1"/>
          </p:cNvSpPr>
          <p:nvPr>
            <p:ph type="sldNum" sz="quarter" idx="11"/>
          </p:nvPr>
        </p:nvSpPr>
        <p:spPr>
          <a:ln/>
        </p:spPr>
        <p:txBody>
          <a:bodyPr/>
          <a:lstStyle>
            <a:lvl1pPr>
              <a:defRPr/>
            </a:lvl1pPr>
          </a:lstStyle>
          <a:p>
            <a:pPr>
              <a:defRPr/>
            </a:pPr>
            <a:fld id="{83E4B23A-7EAE-409F-8625-77E4E3DE0B8D}" type="slidenum">
              <a:rPr lang="en-US" altLang="en-US"/>
              <a:pPr>
                <a:defRPr/>
              </a:pPr>
              <a:t>‹#›</a:t>
            </a:fld>
            <a:endParaRPr lang="en-US" altLang="en-US"/>
          </a:p>
        </p:txBody>
      </p:sp>
    </p:spTree>
    <p:extLst>
      <p:ext uri="{BB962C8B-B14F-4D97-AF65-F5344CB8AC3E}">
        <p14:creationId xmlns:p14="http://schemas.microsoft.com/office/powerpoint/2010/main" val="1143217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AEBC0404-54F9-36BC-47DA-951A5E9DFB4A}"/>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A32B075-630E-BB19-406E-2E558B0B1900}"/>
              </a:ext>
            </a:extLst>
          </p:cNvPr>
          <p:cNvSpPr>
            <a:spLocks noGrp="1" noChangeArrowheads="1"/>
          </p:cNvSpPr>
          <p:nvPr>
            <p:ph type="sldNum" sz="quarter" idx="11"/>
          </p:nvPr>
        </p:nvSpPr>
        <p:spPr>
          <a:ln/>
        </p:spPr>
        <p:txBody>
          <a:bodyPr/>
          <a:lstStyle>
            <a:lvl1pPr>
              <a:defRPr/>
            </a:lvl1pPr>
          </a:lstStyle>
          <a:p>
            <a:pPr>
              <a:defRPr/>
            </a:pPr>
            <a:fld id="{5FE326A1-4892-4041-BA15-1E6462047C4D}" type="slidenum">
              <a:rPr lang="en-US" altLang="en-US"/>
              <a:pPr>
                <a:defRPr/>
              </a:pPr>
              <a:t>‹#›</a:t>
            </a:fld>
            <a:endParaRPr lang="en-US" altLang="en-US"/>
          </a:p>
        </p:txBody>
      </p:sp>
    </p:spTree>
    <p:extLst>
      <p:ext uri="{BB962C8B-B14F-4D97-AF65-F5344CB8AC3E}">
        <p14:creationId xmlns:p14="http://schemas.microsoft.com/office/powerpoint/2010/main" val="161123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9334FE76-362D-1C01-A04C-D8C31EA8B76D}"/>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B8F2BA7-16C5-72A6-4519-9E2CBC0E8848}"/>
              </a:ext>
            </a:extLst>
          </p:cNvPr>
          <p:cNvSpPr>
            <a:spLocks noGrp="1" noChangeArrowheads="1"/>
          </p:cNvSpPr>
          <p:nvPr>
            <p:ph type="sldNum" sz="quarter" idx="11"/>
          </p:nvPr>
        </p:nvSpPr>
        <p:spPr>
          <a:ln/>
        </p:spPr>
        <p:txBody>
          <a:bodyPr/>
          <a:lstStyle>
            <a:lvl1pPr>
              <a:defRPr/>
            </a:lvl1pPr>
          </a:lstStyle>
          <a:p>
            <a:pPr>
              <a:defRPr/>
            </a:pPr>
            <a:fld id="{F756638F-67AF-4883-9E41-F91529C8D5FD}" type="slidenum">
              <a:rPr lang="en-US" altLang="en-US"/>
              <a:pPr>
                <a:defRPr/>
              </a:pPr>
              <a:t>‹#›</a:t>
            </a:fld>
            <a:endParaRPr lang="en-US" altLang="en-US"/>
          </a:p>
        </p:txBody>
      </p:sp>
    </p:spTree>
    <p:extLst>
      <p:ext uri="{BB962C8B-B14F-4D97-AF65-F5344CB8AC3E}">
        <p14:creationId xmlns:p14="http://schemas.microsoft.com/office/powerpoint/2010/main" val="3392585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EFAFFDFE-2230-EFC9-5758-6E13C7227708}"/>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926A4795-6BAD-ECB3-32F0-4813DDEE2E84}"/>
              </a:ext>
            </a:extLst>
          </p:cNvPr>
          <p:cNvSpPr>
            <a:spLocks noGrp="1" noChangeArrowheads="1"/>
          </p:cNvSpPr>
          <p:nvPr>
            <p:ph type="sldNum" sz="quarter" idx="11"/>
          </p:nvPr>
        </p:nvSpPr>
        <p:spPr>
          <a:ln/>
        </p:spPr>
        <p:txBody>
          <a:bodyPr/>
          <a:lstStyle>
            <a:lvl1pPr>
              <a:defRPr/>
            </a:lvl1pPr>
          </a:lstStyle>
          <a:p>
            <a:pPr>
              <a:defRPr/>
            </a:pPr>
            <a:fld id="{8C8719A5-B77C-40EF-BE72-E6B1EFFEB77C}" type="slidenum">
              <a:rPr lang="en-US" altLang="en-US"/>
              <a:pPr>
                <a:defRPr/>
              </a:pPr>
              <a:t>‹#›</a:t>
            </a:fld>
            <a:endParaRPr lang="en-US" altLang="en-US"/>
          </a:p>
        </p:txBody>
      </p:sp>
    </p:spTree>
    <p:extLst>
      <p:ext uri="{BB962C8B-B14F-4D97-AF65-F5344CB8AC3E}">
        <p14:creationId xmlns:p14="http://schemas.microsoft.com/office/powerpoint/2010/main" val="16544630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CC4EA387-6050-BA1E-2E30-44DE8E2F62FA}"/>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AA77DF35-EA39-6DCD-7F65-3FB120396D48}"/>
              </a:ext>
            </a:extLst>
          </p:cNvPr>
          <p:cNvSpPr>
            <a:spLocks noGrp="1" noChangeArrowheads="1"/>
          </p:cNvSpPr>
          <p:nvPr>
            <p:ph type="sldNum" sz="quarter" idx="11"/>
          </p:nvPr>
        </p:nvSpPr>
        <p:spPr>
          <a:ln/>
        </p:spPr>
        <p:txBody>
          <a:bodyPr/>
          <a:lstStyle>
            <a:lvl1pPr>
              <a:defRPr/>
            </a:lvl1pPr>
          </a:lstStyle>
          <a:p>
            <a:pPr>
              <a:defRPr/>
            </a:pPr>
            <a:fld id="{C3678F06-8B80-4DD3-A1DC-E251276E6C23}" type="slidenum">
              <a:rPr lang="en-US" altLang="en-US"/>
              <a:pPr>
                <a:defRPr/>
              </a:pPr>
              <a:t>‹#›</a:t>
            </a:fld>
            <a:endParaRPr lang="en-US" altLang="en-US"/>
          </a:p>
        </p:txBody>
      </p:sp>
    </p:spTree>
    <p:extLst>
      <p:ext uri="{BB962C8B-B14F-4D97-AF65-F5344CB8AC3E}">
        <p14:creationId xmlns:p14="http://schemas.microsoft.com/office/powerpoint/2010/main" val="3706088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23301362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59528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0934517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555642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367687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133218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328948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76841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0722071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503520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038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9" name="Rectangle 5">
            <a:extLst>
              <a:ext uri="{FF2B5EF4-FFF2-40B4-BE49-F238E27FC236}">
                <a16:creationId xmlns:a16="http://schemas.microsoft.com/office/drawing/2014/main" id="{F3017803-534B-669B-1332-FA1930CC2676}"/>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defRPr sz="1400">
                <a:latin typeface="+mn-lt"/>
                <a:ea typeface="+mn-ea"/>
                <a:cs typeface="+mn-cs"/>
              </a:defRPr>
            </a:lvl1pPr>
          </a:lstStyle>
          <a:p>
            <a:pPr>
              <a:defRPr/>
            </a:pPr>
            <a:endParaRPr lang="en-US"/>
          </a:p>
        </p:txBody>
      </p:sp>
      <p:sp>
        <p:nvSpPr>
          <p:cNvPr id="1030" name="Rectangle 6">
            <a:extLst>
              <a:ext uri="{FF2B5EF4-FFF2-40B4-BE49-F238E27FC236}">
                <a16:creationId xmlns:a16="http://schemas.microsoft.com/office/drawing/2014/main" id="{907D5568-211F-B953-D1FC-860099D1045A}"/>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400">
                <a:latin typeface="Times" panose="02020603050405020304" pitchFamily="18" charset="0"/>
              </a:defRPr>
            </a:lvl1pPr>
          </a:lstStyle>
          <a:p>
            <a:pPr>
              <a:defRPr/>
            </a:pPr>
            <a:fld id="{174E550B-C6B2-41EB-9781-E1AD02CDC854}" type="slidenum">
              <a:rPr lang="en-US" altLang="en-US"/>
              <a:pPr>
                <a:defRPr/>
              </a:pPr>
              <a:t>‹#›</a:t>
            </a:fld>
            <a:endParaRPr lang="en-US" altLang="en-US"/>
          </a:p>
        </p:txBody>
      </p:sp>
      <p:sp>
        <p:nvSpPr>
          <p:cNvPr id="1031" name="Text Box 7">
            <a:extLst>
              <a:ext uri="{FF2B5EF4-FFF2-40B4-BE49-F238E27FC236}">
                <a16:creationId xmlns:a16="http://schemas.microsoft.com/office/drawing/2014/main" id="{3FFAF603-A8E4-A0AE-47E2-B7295113D42C}"/>
              </a:ext>
            </a:extLst>
          </p:cNvPr>
          <p:cNvSpPr txBox="1">
            <a:spLocks noChangeArrowheads="1"/>
          </p:cNvSpPr>
          <p:nvPr userDrawn="1"/>
        </p:nvSpPr>
        <p:spPr bwMode="auto">
          <a:xfrm>
            <a:off x="152400" y="6429375"/>
            <a:ext cx="990600" cy="427038"/>
          </a:xfrm>
          <a:prstGeom prst="rect">
            <a:avLst/>
          </a:prstGeom>
          <a:noFill/>
          <a:ln w="12700">
            <a:noFill/>
            <a:miter lim="800000"/>
            <a:headEnd/>
            <a:tailEnd/>
          </a:ln>
          <a:effec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5000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5000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5000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5000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defRPr/>
            </a:pPr>
            <a:r>
              <a:rPr lang="en-US" altLang="en-US" sz="2200"/>
              <a:t>10-</a:t>
            </a:r>
            <a:fld id="{3D4EBCC4-EBD6-4355-AC5A-19F4FDA523D5}" type="slidenum">
              <a:rPr lang="en-US" altLang="en-US" sz="2200" smtClean="0"/>
              <a:pPr>
                <a:spcBef>
                  <a:spcPct val="50000"/>
                </a:spcBef>
                <a:defRPr/>
              </a:pPr>
              <a:t>‹#›</a:t>
            </a:fld>
            <a:endParaRPr lang="en-US" altLang="en-US" sz="2000"/>
          </a:p>
        </p:txBody>
      </p:sp>
      <p:sp>
        <p:nvSpPr>
          <p:cNvPr id="2" name="AutoShape 9">
            <a:hlinkClick r:id="" action="ppaction://hlinkshowjump?jump=nextslide" highlightClick="1"/>
            <a:extLst>
              <a:ext uri="{FF2B5EF4-FFF2-40B4-BE49-F238E27FC236}">
                <a16:creationId xmlns:a16="http://schemas.microsoft.com/office/drawing/2014/main" id="{421BD90F-7003-0CBA-2F9A-3708B47B3A23}"/>
              </a:ext>
            </a:extLst>
          </p:cNvPr>
          <p:cNvSpPr>
            <a:spLocks noChangeAspect="1" noChangeArrowheads="1"/>
          </p:cNvSpPr>
          <p:nvPr userDrawn="1"/>
        </p:nvSpPr>
        <p:spPr bwMode="auto">
          <a:xfrm>
            <a:off x="8686800" y="6096000"/>
            <a:ext cx="320675" cy="320675"/>
          </a:xfrm>
          <a:prstGeom prst="actionButtonForwardNext">
            <a:avLst/>
          </a:prstGeom>
          <a:gradFill rotWithShape="0">
            <a:gsLst>
              <a:gs pos="0">
                <a:srgbClr val="187534"/>
              </a:gs>
              <a:gs pos="100000">
                <a:srgbClr val="0B3618"/>
              </a:gs>
            </a:gsLst>
            <a:lin ang="0" scaled="1"/>
          </a:gradFill>
          <a:ln>
            <a:noFill/>
          </a:ln>
        </p:spPr>
        <p:txBody>
          <a:bodyPr wrap="none" anchor="ct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5000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5000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5000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50000"/>
              </a:spcBef>
              <a:spcAft>
                <a:spcPct val="0"/>
              </a:spcAft>
              <a:defRPr sz="2400">
                <a:solidFill>
                  <a:schemeClr val="tx1"/>
                </a:solidFill>
                <a:latin typeface="Arial" pitchFamily="34" charset="0"/>
                <a:ea typeface="ＭＳ Ｐゴシック" pitchFamily="34" charset="-128"/>
              </a:defRPr>
            </a:lvl9pPr>
          </a:lstStyle>
          <a:p>
            <a:pPr algn="ctr">
              <a:defRPr/>
            </a:pPr>
            <a:endParaRPr lang="en-US" altLang="en-US" sz="1800"/>
          </a:p>
        </p:txBody>
      </p:sp>
      <p:sp>
        <p:nvSpPr>
          <p:cNvPr id="3" name="AutoShape 10">
            <a:hlinkClick r:id="" action="ppaction://hlinkshowjump?jump=previousslide" highlightClick="1"/>
            <a:extLst>
              <a:ext uri="{FF2B5EF4-FFF2-40B4-BE49-F238E27FC236}">
                <a16:creationId xmlns:a16="http://schemas.microsoft.com/office/drawing/2014/main" id="{DE0E7964-2E76-C6EA-620A-47E614E180E0}"/>
              </a:ext>
            </a:extLst>
          </p:cNvPr>
          <p:cNvSpPr>
            <a:spLocks noChangeAspect="1" noChangeArrowheads="1"/>
          </p:cNvSpPr>
          <p:nvPr userDrawn="1"/>
        </p:nvSpPr>
        <p:spPr bwMode="auto">
          <a:xfrm>
            <a:off x="152400" y="6096000"/>
            <a:ext cx="320675" cy="320675"/>
          </a:xfrm>
          <a:prstGeom prst="actionButtonBackPrevious">
            <a:avLst/>
          </a:prstGeom>
          <a:gradFill rotWithShape="0">
            <a:gsLst>
              <a:gs pos="0">
                <a:srgbClr val="187534"/>
              </a:gs>
              <a:gs pos="100000">
                <a:srgbClr val="0B3618"/>
              </a:gs>
            </a:gsLst>
            <a:lin ang="0" scaled="1"/>
          </a:gradFill>
          <a:ln>
            <a:noFill/>
          </a:ln>
        </p:spPr>
        <p:txBody>
          <a:bodyPr wrap="none" anchor="ct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5000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5000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5000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50000"/>
              </a:spcBef>
              <a:spcAft>
                <a:spcPct val="0"/>
              </a:spcAft>
              <a:defRPr sz="2400">
                <a:solidFill>
                  <a:schemeClr val="tx1"/>
                </a:solidFill>
                <a:latin typeface="Arial" pitchFamily="34" charset="0"/>
                <a:ea typeface="ＭＳ Ｐゴシック" pitchFamily="34" charset="-128"/>
              </a:defRPr>
            </a:lvl9pPr>
          </a:lstStyle>
          <a:p>
            <a:pPr algn="ctr">
              <a:defRPr/>
            </a:pPr>
            <a:endParaRPr lang="en-US" alt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4400">
          <a:solidFill>
            <a:schemeClr val="tx2"/>
          </a:solidFill>
          <a:latin typeface="Times" pitchFamily="48" charset="0"/>
          <a:ea typeface="MS PGothic" panose="020B0600070205080204" pitchFamily="34" charset="-128"/>
          <a:cs typeface="ＭＳ Ｐゴシック" charset="0"/>
        </a:defRPr>
      </a:lvl2pPr>
      <a:lvl3pPr algn="ctr" rtl="0" eaLnBrk="0" fontAlgn="base" hangingPunct="0">
        <a:spcBef>
          <a:spcPct val="0"/>
        </a:spcBef>
        <a:spcAft>
          <a:spcPct val="0"/>
        </a:spcAft>
        <a:defRPr sz="4400">
          <a:solidFill>
            <a:schemeClr val="tx2"/>
          </a:solidFill>
          <a:latin typeface="Times" pitchFamily="48" charset="0"/>
          <a:ea typeface="MS PGothic" panose="020B0600070205080204" pitchFamily="34" charset="-128"/>
          <a:cs typeface="ＭＳ Ｐゴシック" charset="0"/>
        </a:defRPr>
      </a:lvl3pPr>
      <a:lvl4pPr algn="ctr" rtl="0" eaLnBrk="0" fontAlgn="base" hangingPunct="0">
        <a:spcBef>
          <a:spcPct val="0"/>
        </a:spcBef>
        <a:spcAft>
          <a:spcPct val="0"/>
        </a:spcAft>
        <a:defRPr sz="4400">
          <a:solidFill>
            <a:schemeClr val="tx2"/>
          </a:solidFill>
          <a:latin typeface="Times" pitchFamily="48" charset="0"/>
          <a:ea typeface="MS PGothic" panose="020B0600070205080204" pitchFamily="34" charset="-128"/>
          <a:cs typeface="ＭＳ Ｐゴシック" charset="0"/>
        </a:defRPr>
      </a:lvl4pPr>
      <a:lvl5pPr algn="ctr" rtl="0" eaLnBrk="0" fontAlgn="base" hangingPunct="0">
        <a:spcBef>
          <a:spcPct val="0"/>
        </a:spcBef>
        <a:spcAft>
          <a:spcPct val="0"/>
        </a:spcAft>
        <a:defRPr sz="4400">
          <a:solidFill>
            <a:schemeClr val="tx2"/>
          </a:solidFill>
          <a:latin typeface="Times" pitchFamily="48" charset="0"/>
          <a:ea typeface="MS PGothic" panose="020B0600070205080204" pitchFamily="34" charset="-128"/>
          <a:cs typeface="ＭＳ Ｐゴシック" charset="0"/>
        </a:defRPr>
      </a:lvl5pPr>
      <a:lvl6pPr marL="457200" algn="ctr" rtl="0" fontAlgn="base">
        <a:spcBef>
          <a:spcPct val="0"/>
        </a:spcBef>
        <a:spcAft>
          <a:spcPct val="0"/>
        </a:spcAft>
        <a:defRPr sz="4400">
          <a:solidFill>
            <a:schemeClr val="tx2"/>
          </a:solidFill>
          <a:latin typeface="Times" pitchFamily="48" charset="0"/>
        </a:defRPr>
      </a:lvl6pPr>
      <a:lvl7pPr marL="914400" algn="ctr" rtl="0" fontAlgn="base">
        <a:spcBef>
          <a:spcPct val="0"/>
        </a:spcBef>
        <a:spcAft>
          <a:spcPct val="0"/>
        </a:spcAft>
        <a:defRPr sz="4400">
          <a:solidFill>
            <a:schemeClr val="tx2"/>
          </a:solidFill>
          <a:latin typeface="Times" pitchFamily="48" charset="0"/>
        </a:defRPr>
      </a:lvl7pPr>
      <a:lvl8pPr marL="1371600" algn="ctr" rtl="0" fontAlgn="base">
        <a:spcBef>
          <a:spcPct val="0"/>
        </a:spcBef>
        <a:spcAft>
          <a:spcPct val="0"/>
        </a:spcAft>
        <a:defRPr sz="4400">
          <a:solidFill>
            <a:schemeClr val="tx2"/>
          </a:solidFill>
          <a:latin typeface="Times" pitchFamily="48" charset="0"/>
        </a:defRPr>
      </a:lvl8pPr>
      <a:lvl9pPr marL="1828800" algn="ctr" rtl="0" fontAlgn="base">
        <a:spcBef>
          <a:spcPct val="0"/>
        </a:spcBef>
        <a:spcAft>
          <a:spcPct val="0"/>
        </a:spcAft>
        <a:defRPr sz="4400">
          <a:solidFill>
            <a:schemeClr val="tx2"/>
          </a:solidFill>
          <a:latin typeface="Times" pitchFamily="4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00007F"/>
            </a:gs>
          </a:gsLst>
          <a:lin ang="0" scaled="1"/>
        </a:gradFill>
        <a:effectLst/>
      </p:bgPr>
    </p:bg>
    <p:spTree>
      <p:nvGrpSpPr>
        <p:cNvPr id="1" name=""/>
        <p:cNvGrpSpPr/>
        <p:nvPr/>
      </p:nvGrpSpPr>
      <p:grpSpPr>
        <a:xfrm>
          <a:off x="0" y="0"/>
          <a:ext cx="0" cy="0"/>
          <a:chOff x="0" y="0"/>
          <a:chExt cx="0" cy="0"/>
        </a:xfrm>
      </p:grpSpPr>
      <p:grpSp>
        <p:nvGrpSpPr>
          <p:cNvPr id="2050" name="Group 4">
            <a:extLst>
              <a:ext uri="{FF2B5EF4-FFF2-40B4-BE49-F238E27FC236}">
                <a16:creationId xmlns:a16="http://schemas.microsoft.com/office/drawing/2014/main" id="{A7FB4797-A846-CD6E-4E46-FE9E42CC1FE5}"/>
              </a:ext>
            </a:extLst>
          </p:cNvPr>
          <p:cNvGrpSpPr>
            <a:grpSpLocks/>
          </p:cNvGrpSpPr>
          <p:nvPr/>
        </p:nvGrpSpPr>
        <p:grpSpPr bwMode="auto">
          <a:xfrm>
            <a:off x="0" y="15875"/>
            <a:ext cx="9132888" cy="6832600"/>
            <a:chOff x="0" y="10"/>
            <a:chExt cx="5753" cy="4304"/>
          </a:xfrm>
        </p:grpSpPr>
        <p:sp>
          <p:nvSpPr>
            <p:cNvPr id="2053" name="Freeform 2">
              <a:extLst>
                <a:ext uri="{FF2B5EF4-FFF2-40B4-BE49-F238E27FC236}">
                  <a16:creationId xmlns:a16="http://schemas.microsoft.com/office/drawing/2014/main" id="{881244D4-92DB-83EC-A18F-4BE9259E75A7}"/>
                </a:ext>
              </a:extLst>
            </p:cNvPr>
            <p:cNvSpPr>
              <a:spLocks/>
            </p:cNvSpPr>
            <p:nvPr/>
          </p:nvSpPr>
          <p:spPr bwMode="auto">
            <a:xfrm>
              <a:off x="3394" y="999"/>
              <a:ext cx="2359" cy="3314"/>
            </a:xfrm>
            <a:custGeom>
              <a:avLst/>
              <a:gdLst>
                <a:gd name="T0" fmla="*/ 1905 w 2359"/>
                <a:gd name="T1" fmla="*/ 3312 h 3314"/>
                <a:gd name="T2" fmla="*/ 2358 w 2359"/>
                <a:gd name="T3" fmla="*/ 3313 h 3314"/>
                <a:gd name="T4" fmla="*/ 2358 w 2359"/>
                <a:gd name="T5" fmla="*/ 1437 h 3314"/>
                <a:gd name="T6" fmla="*/ 0 w 2359"/>
                <a:gd name="T7" fmla="*/ 0 h 3314"/>
                <a:gd name="T8" fmla="*/ 201 w 2359"/>
                <a:gd name="T9" fmla="*/ 150 h 3314"/>
                <a:gd name="T10" fmla="*/ 366 w 2359"/>
                <a:gd name="T11" fmla="*/ 279 h 3314"/>
                <a:gd name="T12" fmla="*/ 552 w 2359"/>
                <a:gd name="T13" fmla="*/ 441 h 3314"/>
                <a:gd name="T14" fmla="*/ 732 w 2359"/>
                <a:gd name="T15" fmla="*/ 612 h 3314"/>
                <a:gd name="T16" fmla="*/ 996 w 2359"/>
                <a:gd name="T17" fmla="*/ 903 h 3314"/>
                <a:gd name="T18" fmla="*/ 1230 w 2359"/>
                <a:gd name="T19" fmla="*/ 1212 h 3314"/>
                <a:gd name="T20" fmla="*/ 1400 w 2359"/>
                <a:gd name="T21" fmla="*/ 1482 h 3314"/>
                <a:gd name="T22" fmla="*/ 1548 w 2359"/>
                <a:gd name="T23" fmla="*/ 1761 h 3314"/>
                <a:gd name="T24" fmla="*/ 1665 w 2359"/>
                <a:gd name="T25" fmla="*/ 2040 h 3314"/>
                <a:gd name="T26" fmla="*/ 1751 w 2359"/>
                <a:gd name="T27" fmla="*/ 2295 h 3314"/>
                <a:gd name="T28" fmla="*/ 1809 w 2359"/>
                <a:gd name="T29" fmla="*/ 2511 h 3314"/>
                <a:gd name="T30" fmla="*/ 1863 w 2359"/>
                <a:gd name="T31" fmla="*/ 2778 h 3314"/>
                <a:gd name="T32" fmla="*/ 1890 w 2359"/>
                <a:gd name="T33" fmla="*/ 3012 h 3314"/>
                <a:gd name="T34" fmla="*/ 1905 w 2359"/>
                <a:gd name="T35" fmla="*/ 3312 h 331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359" h="3314">
                  <a:moveTo>
                    <a:pt x="1905" y="3312"/>
                  </a:moveTo>
                  <a:lnTo>
                    <a:pt x="2358" y="3313"/>
                  </a:lnTo>
                  <a:lnTo>
                    <a:pt x="2358" y="1437"/>
                  </a:lnTo>
                  <a:lnTo>
                    <a:pt x="0" y="0"/>
                  </a:lnTo>
                  <a:lnTo>
                    <a:pt x="201" y="150"/>
                  </a:lnTo>
                  <a:lnTo>
                    <a:pt x="366" y="279"/>
                  </a:lnTo>
                  <a:lnTo>
                    <a:pt x="552" y="441"/>
                  </a:lnTo>
                  <a:lnTo>
                    <a:pt x="732" y="612"/>
                  </a:lnTo>
                  <a:lnTo>
                    <a:pt x="996" y="903"/>
                  </a:lnTo>
                  <a:lnTo>
                    <a:pt x="1230" y="1212"/>
                  </a:lnTo>
                  <a:lnTo>
                    <a:pt x="1400" y="1482"/>
                  </a:lnTo>
                  <a:lnTo>
                    <a:pt x="1548" y="1761"/>
                  </a:lnTo>
                  <a:lnTo>
                    <a:pt x="1665" y="2040"/>
                  </a:lnTo>
                  <a:lnTo>
                    <a:pt x="1751" y="2295"/>
                  </a:lnTo>
                  <a:lnTo>
                    <a:pt x="1809" y="2511"/>
                  </a:lnTo>
                  <a:lnTo>
                    <a:pt x="1863" y="2778"/>
                  </a:lnTo>
                  <a:lnTo>
                    <a:pt x="1890" y="3012"/>
                  </a:lnTo>
                  <a:lnTo>
                    <a:pt x="1905" y="3312"/>
                  </a:lnTo>
                </a:path>
              </a:pathLst>
            </a:custGeom>
            <a:gradFill rotWithShape="0">
              <a:gsLst>
                <a:gs pos="0">
                  <a:srgbClr val="0000E5"/>
                </a:gs>
                <a:gs pos="100000">
                  <a:srgbClr val="0000FF"/>
                </a:gs>
              </a:gsLst>
              <a:lin ang="0" scaled="1"/>
            </a:gra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en-US"/>
            </a:p>
          </p:txBody>
        </p:sp>
        <p:sp>
          <p:nvSpPr>
            <p:cNvPr id="2054" name="Arc 3">
              <a:extLst>
                <a:ext uri="{FF2B5EF4-FFF2-40B4-BE49-F238E27FC236}">
                  <a16:creationId xmlns:a16="http://schemas.microsoft.com/office/drawing/2014/main" id="{1548F679-40C3-C8B7-DB0D-1551AA12BE0E}"/>
                </a:ext>
              </a:extLst>
            </p:cNvPr>
            <p:cNvSpPr>
              <a:spLocks/>
            </p:cNvSpPr>
            <p:nvPr/>
          </p:nvSpPr>
          <p:spPr bwMode="auto">
            <a:xfrm>
              <a:off x="0" y="10"/>
              <a:ext cx="5290" cy="430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9" y="0"/>
                  </a:moveTo>
                  <a:cubicBezTo>
                    <a:pt x="11941" y="11"/>
                    <a:pt x="21600" y="9678"/>
                    <a:pt x="21600" y="21600"/>
                  </a:cubicBezTo>
                </a:path>
                <a:path w="21600" h="21600" stroke="0" extrusionOk="0">
                  <a:moveTo>
                    <a:pt x="19" y="0"/>
                  </a:moveTo>
                  <a:cubicBezTo>
                    <a:pt x="11941" y="11"/>
                    <a:pt x="21600" y="9678"/>
                    <a:pt x="21600" y="21600"/>
                  </a:cubicBezTo>
                  <a:lnTo>
                    <a:pt x="0" y="21600"/>
                  </a:lnTo>
                  <a:lnTo>
                    <a:pt x="19" y="0"/>
                  </a:lnTo>
                  <a:close/>
                </a:path>
              </a:pathLst>
            </a:custGeom>
            <a:noFill/>
            <a:ln w="12700" cap="rnd">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029" name="Rectangle 5">
            <a:extLst>
              <a:ext uri="{FF2B5EF4-FFF2-40B4-BE49-F238E27FC236}">
                <a16:creationId xmlns:a16="http://schemas.microsoft.com/office/drawing/2014/main" id="{C993A3E4-7035-FD30-D768-D07C3CE58A88}"/>
              </a:ext>
            </a:extLst>
          </p:cNvPr>
          <p:cNvSpPr>
            <a:spLocks noGrp="1" noChangeArrowheads="1"/>
          </p:cNvSpPr>
          <p:nvPr>
            <p:ph type="title"/>
          </p:nvPr>
        </p:nvSpPr>
        <p:spPr bwMode="auto">
          <a:xfrm>
            <a:off x="685800" y="609600"/>
            <a:ext cx="7772400" cy="1143000"/>
          </a:xfrm>
          <a:prstGeom prst="rect">
            <a:avLst/>
          </a:prstGeom>
          <a:noFill/>
          <a:ln w="12700">
            <a:noFill/>
            <a:miter lim="800000"/>
            <a:headEnd/>
            <a:tailEnd/>
          </a:ln>
          <a:effectLst/>
        </p:spPr>
        <p:txBody>
          <a:bodyPr vert="horz" wrap="square" lIns="90488" tIns="44450" rIns="90488" bIns="44450" numCol="1" anchor="ctr" anchorCtr="0" compatLnSpc="1">
            <a:prstTxWarp prst="textNoShape">
              <a:avLst/>
            </a:prstTxWarp>
          </a:bodyPr>
          <a:lstStyle/>
          <a:p>
            <a:pPr lvl="0"/>
            <a:r>
              <a:rPr lang="en-US"/>
              <a:t>Click to edit Master title style</a:t>
            </a:r>
          </a:p>
        </p:txBody>
      </p:sp>
      <p:sp>
        <p:nvSpPr>
          <p:cNvPr id="2052" name="Rectangle 6">
            <a:extLst>
              <a:ext uri="{FF2B5EF4-FFF2-40B4-BE49-F238E27FC236}">
                <a16:creationId xmlns:a16="http://schemas.microsoft.com/office/drawing/2014/main" id="{323C66C1-5255-CEEE-BD0D-104799812E47}"/>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dk2" tx1="lt1" bg2="dk1"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accent2"/>
        </a:buClr>
        <a:buSzPct val="75000"/>
        <a:buFont typeface="Monotype Sorts" pitchFamily="2" charset="2"/>
        <a:buChar char="l"/>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100000"/>
        <a:buChar char="–"/>
        <a:defRPr sz="2800">
          <a:solidFill>
            <a:schemeClr val="tx1"/>
          </a:solidFill>
          <a:latin typeface="+mn-lt"/>
        </a:defRPr>
      </a:lvl2pPr>
      <a:lvl3pPr marL="1143000" indent="-228600" algn="l" rtl="0" eaLnBrk="0" fontAlgn="base" hangingPunct="0">
        <a:spcBef>
          <a:spcPct val="20000"/>
        </a:spcBef>
        <a:spcAft>
          <a:spcPct val="0"/>
        </a:spcAft>
        <a:buClr>
          <a:schemeClr val="accent1"/>
        </a:buClr>
        <a:buSzPct val="64000"/>
        <a:buFont typeface="Monotype Sorts"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100000"/>
        <a:buChar char="–"/>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100000"/>
        <a:buChar char="•"/>
        <a:defRPr sz="2000">
          <a:solidFill>
            <a:schemeClr val="tx1"/>
          </a:solidFill>
          <a:latin typeface="+mn-lt"/>
        </a:defRPr>
      </a:lvl5pPr>
      <a:lvl6pPr marL="2514600" indent="-228600" algn="l" rtl="0" eaLnBrk="0" fontAlgn="base" hangingPunct="0">
        <a:spcBef>
          <a:spcPct val="20000"/>
        </a:spcBef>
        <a:spcAft>
          <a:spcPct val="0"/>
        </a:spcAft>
        <a:buClr>
          <a:schemeClr val="accent1"/>
        </a:buClr>
        <a:buSzPct val="100000"/>
        <a:buChar char="•"/>
        <a:defRPr sz="2000">
          <a:solidFill>
            <a:schemeClr val="tx1"/>
          </a:solidFill>
          <a:latin typeface="+mn-lt"/>
        </a:defRPr>
      </a:lvl6pPr>
      <a:lvl7pPr marL="2971800" indent="-228600" algn="l" rtl="0" eaLnBrk="0" fontAlgn="base" hangingPunct="0">
        <a:spcBef>
          <a:spcPct val="20000"/>
        </a:spcBef>
        <a:spcAft>
          <a:spcPct val="0"/>
        </a:spcAft>
        <a:buClr>
          <a:schemeClr val="accent1"/>
        </a:buClr>
        <a:buSzPct val="100000"/>
        <a:buChar char="•"/>
        <a:defRPr sz="2000">
          <a:solidFill>
            <a:schemeClr val="tx1"/>
          </a:solidFill>
          <a:latin typeface="+mn-lt"/>
        </a:defRPr>
      </a:lvl7pPr>
      <a:lvl8pPr marL="3429000" indent="-228600" algn="l" rtl="0" eaLnBrk="0" fontAlgn="base" hangingPunct="0">
        <a:spcBef>
          <a:spcPct val="20000"/>
        </a:spcBef>
        <a:spcAft>
          <a:spcPct val="0"/>
        </a:spcAft>
        <a:buClr>
          <a:schemeClr val="accent1"/>
        </a:buClr>
        <a:buSzPct val="100000"/>
        <a:buChar char="•"/>
        <a:defRPr sz="2000">
          <a:solidFill>
            <a:schemeClr val="tx1"/>
          </a:solidFill>
          <a:latin typeface="+mn-lt"/>
        </a:defRPr>
      </a:lvl8pPr>
      <a:lvl9pPr marL="3886200" indent="-228600" algn="l" rtl="0" eaLnBrk="0" fontAlgn="base" hangingPunct="0">
        <a:spcBef>
          <a:spcPct val="20000"/>
        </a:spcBef>
        <a:spcAft>
          <a:spcPct val="0"/>
        </a:spcAft>
        <a:buClr>
          <a:schemeClr val="accent1"/>
        </a:buClr>
        <a:buSzPct val="10000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7.emf"/><Relationship Id="rId5" Type="http://schemas.openxmlformats.org/officeDocument/2006/relationships/oleObject" Target="../embeddings/oleObject5.bin"/><Relationship Id="rId4" Type="http://schemas.openxmlformats.org/officeDocument/2006/relationships/image" Target="../media/image6.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emf"/><Relationship Id="rId5" Type="http://schemas.openxmlformats.org/officeDocument/2006/relationships/oleObject" Target="../embeddings/oleObject7.bin"/><Relationship Id="rId4" Type="http://schemas.openxmlformats.org/officeDocument/2006/relationships/image" Target="../media/image8.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3.emf"/><Relationship Id="rId5" Type="http://schemas.openxmlformats.org/officeDocument/2006/relationships/oleObject" Target="../embeddings/oleObject9.bin"/><Relationship Id="rId4" Type="http://schemas.openxmlformats.org/officeDocument/2006/relationships/image" Target="../media/image12.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5.emf"/><Relationship Id="rId5" Type="http://schemas.openxmlformats.org/officeDocument/2006/relationships/oleObject" Target="../embeddings/oleObject11.bin"/><Relationship Id="rId4" Type="http://schemas.openxmlformats.org/officeDocument/2006/relationships/image" Target="../media/image14.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6.emf"/></Relationships>
</file>

<file path=ppt/slides/_rels/slide1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3.bin"/><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4.bin"/><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15.bin"/><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1.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2.emf"/></Relationships>
</file>

<file path=ppt/slides/_rels/slide21.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oleObject" Target="../embeddings/oleObject18.bin"/><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19.bin"/><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20.bin"/><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21.bin"/><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7.emf"/><Relationship Id="rId7" Type="http://schemas.openxmlformats.org/officeDocument/2006/relationships/image" Target="../media/image29.emf"/><Relationship Id="rId2" Type="http://schemas.openxmlformats.org/officeDocument/2006/relationships/oleObject" Target="../embeddings/oleObject22.bin"/><Relationship Id="rId1" Type="http://schemas.openxmlformats.org/officeDocument/2006/relationships/slideLayout" Target="../slideLayouts/slideLayout7.xml"/><Relationship Id="rId6" Type="http://schemas.openxmlformats.org/officeDocument/2006/relationships/oleObject" Target="../embeddings/oleObject24.bin"/><Relationship Id="rId5" Type="http://schemas.openxmlformats.org/officeDocument/2006/relationships/image" Target="../media/image28.emf"/><Relationship Id="rId4" Type="http://schemas.openxmlformats.org/officeDocument/2006/relationships/oleObject" Target="../embeddings/oleObject23.bin"/></Relationships>
</file>

<file path=ppt/slides/_rels/slide28.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oleObject" Target="../embeddings/oleObject25.bin"/><Relationship Id="rId1" Type="http://schemas.openxmlformats.org/officeDocument/2006/relationships/slideLayout" Target="../slideLayouts/slideLayout7.xml"/><Relationship Id="rId5" Type="http://schemas.openxmlformats.org/officeDocument/2006/relationships/image" Target="../media/image31.emf"/><Relationship Id="rId4" Type="http://schemas.openxmlformats.org/officeDocument/2006/relationships/oleObject" Target="../embeddings/oleObject26.bin"/></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2.emf"/></Relationships>
</file>

<file path=ppt/slides/_rels/slide30.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oleObject" Target="../embeddings/oleObject28.bin"/><Relationship Id="rId1" Type="http://schemas.openxmlformats.org/officeDocument/2006/relationships/slideLayout" Target="../slideLayouts/slideLayout7.xml"/><Relationship Id="rId5" Type="http://schemas.openxmlformats.org/officeDocument/2006/relationships/image" Target="../media/image34.emf"/><Relationship Id="rId4" Type="http://schemas.openxmlformats.org/officeDocument/2006/relationships/oleObject" Target="../embeddings/oleObject29.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image" Target="../media/image40.jpeg"/><Relationship Id="rId3" Type="http://schemas.openxmlformats.org/officeDocument/2006/relationships/image" Target="../media/image35.jpeg"/><Relationship Id="rId7" Type="http://schemas.openxmlformats.org/officeDocument/2006/relationships/image" Target="../media/image39.jpeg"/><Relationship Id="rId12" Type="http://schemas.openxmlformats.org/officeDocument/2006/relationships/image" Target="../media/image44.jpe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8.jpeg"/><Relationship Id="rId11" Type="http://schemas.openxmlformats.org/officeDocument/2006/relationships/image" Target="../media/image43.jpeg"/><Relationship Id="rId5" Type="http://schemas.openxmlformats.org/officeDocument/2006/relationships/image" Target="../media/image37.jpeg"/><Relationship Id="rId10" Type="http://schemas.openxmlformats.org/officeDocument/2006/relationships/image" Target="../media/image42.jpeg"/><Relationship Id="rId4" Type="http://schemas.openxmlformats.org/officeDocument/2006/relationships/image" Target="../media/image36.jpeg"/><Relationship Id="rId9" Type="http://schemas.openxmlformats.org/officeDocument/2006/relationships/image" Target="../media/image41.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oleObject" Target="../embeddings/oleObject30.bin"/><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48.jpeg"/><Relationship Id="rId4" Type="http://schemas.openxmlformats.org/officeDocument/2006/relationships/image" Target="../media/image47.jpeg"/></Relationships>
</file>

<file path=ppt/slides/_rels/slide3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51.jpeg"/><Relationship Id="rId4" Type="http://schemas.openxmlformats.org/officeDocument/2006/relationships/image" Target="../media/image50.jpeg"/></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53.emf"/><Relationship Id="rId5" Type="http://schemas.openxmlformats.org/officeDocument/2006/relationships/oleObject" Target="../embeddings/oleObject32.bin"/><Relationship Id="rId4" Type="http://schemas.openxmlformats.org/officeDocument/2006/relationships/image" Target="../media/image52.emf"/></Relationships>
</file>

<file path=ppt/slides/_rels/slide3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57.jpeg"/><Relationship Id="rId5" Type="http://schemas.openxmlformats.org/officeDocument/2006/relationships/image" Target="../media/image56.jpeg"/><Relationship Id="rId4" Type="http://schemas.openxmlformats.org/officeDocument/2006/relationships/image" Target="../media/image55.jpeg"/></Relationships>
</file>

<file path=ppt/slides/_rels/slide39.xml.rels><?xml version="1.0" encoding="UTF-8" standalone="yes"?>
<Relationships xmlns="http://schemas.openxmlformats.org/package/2006/relationships"><Relationship Id="rId3" Type="http://schemas.openxmlformats.org/officeDocument/2006/relationships/image" Target="../media/image58.jpeg"/><Relationship Id="rId7" Type="http://schemas.openxmlformats.org/officeDocument/2006/relationships/image" Target="../media/image62.jpe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61.jpeg"/><Relationship Id="rId5" Type="http://schemas.openxmlformats.org/officeDocument/2006/relationships/image" Target="../media/image60.jpeg"/><Relationship Id="rId4" Type="http://schemas.openxmlformats.org/officeDocument/2006/relationships/image" Target="../media/image59.jpeg"/></Relationships>
</file>

<file path=ppt/slides/_rels/slide40.xml.rels><?xml version="1.0" encoding="UTF-8" standalone="yes"?>
<Relationships xmlns="http://schemas.openxmlformats.org/package/2006/relationships"><Relationship Id="rId3" Type="http://schemas.openxmlformats.org/officeDocument/2006/relationships/image" Target="../media/image63.jpeg"/><Relationship Id="rId7" Type="http://schemas.openxmlformats.org/officeDocument/2006/relationships/image" Target="../media/image67.jpe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66.jpeg"/><Relationship Id="rId5" Type="http://schemas.openxmlformats.org/officeDocument/2006/relationships/image" Target="../media/image65.jpeg"/><Relationship Id="rId4" Type="http://schemas.openxmlformats.org/officeDocument/2006/relationships/image" Target="../media/image64.jpeg"/></Relationships>
</file>

<file path=ppt/slides/_rels/slide41.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oleObject" Target="../embeddings/oleObject33.bin"/><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72.jpeg"/><Relationship Id="rId5" Type="http://schemas.openxmlformats.org/officeDocument/2006/relationships/image" Target="../media/image71.jpeg"/><Relationship Id="rId4" Type="http://schemas.openxmlformats.org/officeDocument/2006/relationships/image" Target="../media/image70.jpeg"/></Relationships>
</file>

<file path=ppt/slides/_rels/slide43.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8.xml"/><Relationship Id="rId1" Type="http://schemas.openxmlformats.org/officeDocument/2006/relationships/tags" Target="../tags/tag2.xml"/></Relationships>
</file>

<file path=ppt/slides/_rels/slide4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3.xml"/><Relationship Id="rId5" Type="http://schemas.openxmlformats.org/officeDocument/2006/relationships/image" Target="../media/image79.png"/><Relationship Id="rId4" Type="http://schemas.openxmlformats.org/officeDocument/2006/relationships/image" Target="../media/image7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3.xml"/><Relationship Id="rId4" Type="http://schemas.openxmlformats.org/officeDocument/2006/relationships/image" Target="../media/image84.png"/></Relationships>
</file>

<file path=ppt/slides/_rels/slide5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8.xml"/><Relationship Id="rId1" Type="http://schemas.openxmlformats.org/officeDocument/2006/relationships/tags" Target="../tags/tag3.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8.xml"/><Relationship Id="rId1" Type="http://schemas.openxmlformats.org/officeDocument/2006/relationships/tags" Target="../tags/tag4.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8.xml"/><Relationship Id="rId1" Type="http://schemas.openxmlformats.org/officeDocument/2006/relationships/tags" Target="../tags/tag5.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8.xml"/><Relationship Id="rId1" Type="http://schemas.openxmlformats.org/officeDocument/2006/relationships/tags" Target="../tags/tag6.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8.xml"/><Relationship Id="rId1" Type="http://schemas.openxmlformats.org/officeDocument/2006/relationships/tags" Target="../tags/tag7.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8.xml"/><Relationship Id="rId1" Type="http://schemas.openxmlformats.org/officeDocument/2006/relationships/tags" Target="../tags/tag8.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8.xml"/><Relationship Id="rId1" Type="http://schemas.openxmlformats.org/officeDocument/2006/relationships/tags" Target="../tags/tag9.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8.xml"/><Relationship Id="rId1" Type="http://schemas.openxmlformats.org/officeDocument/2006/relationships/tags" Target="../tags/tag10.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8.xml"/><Relationship Id="rId1" Type="http://schemas.openxmlformats.org/officeDocument/2006/relationships/tags" Target="../tags/tag11.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8.xml"/><Relationship Id="rId1" Type="http://schemas.openxmlformats.org/officeDocument/2006/relationships/tags" Target="../tags/tag12.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8.xml"/><Relationship Id="rId1" Type="http://schemas.openxmlformats.org/officeDocument/2006/relationships/tags" Target="../tags/tag13.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8.xml"/><Relationship Id="rId1" Type="http://schemas.openxmlformats.org/officeDocument/2006/relationships/tags" Target="../tags/tag14.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8.xml"/><Relationship Id="rId1" Type="http://schemas.openxmlformats.org/officeDocument/2006/relationships/tags" Target="../tags/tag15.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8.xml"/><Relationship Id="rId1" Type="http://schemas.openxmlformats.org/officeDocument/2006/relationships/tags" Target="../tags/tag16.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8.xml"/><Relationship Id="rId1" Type="http://schemas.openxmlformats.org/officeDocument/2006/relationships/tags" Target="../tags/tag17.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8.xml"/><Relationship Id="rId1" Type="http://schemas.openxmlformats.org/officeDocument/2006/relationships/tags" Target="../tags/tag18.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8.xml"/><Relationship Id="rId1" Type="http://schemas.openxmlformats.org/officeDocument/2006/relationships/tags" Target="../tags/tag19.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8.xml"/><Relationship Id="rId1" Type="http://schemas.openxmlformats.org/officeDocument/2006/relationships/tags" Target="../tags/tag20.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8.xml"/><Relationship Id="rId1" Type="http://schemas.openxmlformats.org/officeDocument/2006/relationships/tags" Target="../tags/tag21.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8.xml"/><Relationship Id="rId1" Type="http://schemas.openxmlformats.org/officeDocument/2006/relationships/tags" Target="../tags/tag22.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8.xml"/><Relationship Id="rId1" Type="http://schemas.openxmlformats.org/officeDocument/2006/relationships/tags" Target="../tags/tag23.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8.xml"/><Relationship Id="rId1" Type="http://schemas.openxmlformats.org/officeDocument/2006/relationships/tags" Target="../tags/tag24.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8.xml"/><Relationship Id="rId1" Type="http://schemas.openxmlformats.org/officeDocument/2006/relationships/tags" Target="../tags/tag25.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8.xml"/><Relationship Id="rId1" Type="http://schemas.openxmlformats.org/officeDocument/2006/relationships/tags" Target="../tags/tag26.xml"/></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8.xml"/><Relationship Id="rId1" Type="http://schemas.openxmlformats.org/officeDocument/2006/relationships/tags" Target="../tags/tag27.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8.xml"/><Relationship Id="rId1" Type="http://schemas.openxmlformats.org/officeDocument/2006/relationships/tags" Target="../tags/tag28.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8.xml"/><Relationship Id="rId1" Type="http://schemas.openxmlformats.org/officeDocument/2006/relationships/tags" Target="../tags/tag29.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8.xml"/><Relationship Id="rId1" Type="http://schemas.openxmlformats.org/officeDocument/2006/relationships/tags" Target="../tags/tag30.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8.xml"/><Relationship Id="rId1" Type="http://schemas.openxmlformats.org/officeDocument/2006/relationships/tags" Target="../tags/tag31.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8.xml"/><Relationship Id="rId1" Type="http://schemas.openxmlformats.org/officeDocument/2006/relationships/tags" Target="../tags/tag32.xml"/></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8.xml"/><Relationship Id="rId1" Type="http://schemas.openxmlformats.org/officeDocument/2006/relationships/tags" Target="../tags/tag33.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8.xml"/><Relationship Id="rId1" Type="http://schemas.openxmlformats.org/officeDocument/2006/relationships/tags" Target="../tags/tag34.xml"/></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8.xml"/><Relationship Id="rId1" Type="http://schemas.openxmlformats.org/officeDocument/2006/relationships/tags" Target="../tags/tag35.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8.xml"/><Relationship Id="rId1" Type="http://schemas.openxmlformats.org/officeDocument/2006/relationships/tags" Target="../tags/tag36.xml"/></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8.xml"/><Relationship Id="rId1" Type="http://schemas.openxmlformats.org/officeDocument/2006/relationships/tags" Target="../tags/tag37.xml"/></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8.xml"/><Relationship Id="rId1" Type="http://schemas.openxmlformats.org/officeDocument/2006/relationships/tags" Target="../tags/tag38.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8.xml"/><Relationship Id="rId1" Type="http://schemas.openxmlformats.org/officeDocument/2006/relationships/tags" Target="../tags/tag39.xml"/><Relationship Id="rId4" Type="http://schemas.openxmlformats.org/officeDocument/2006/relationships/image" Target="../media/image101.png"/></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8.xml"/><Relationship Id="rId1" Type="http://schemas.openxmlformats.org/officeDocument/2006/relationships/tags" Target="../tags/tag40.xml"/></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8.xml"/><Relationship Id="rId1" Type="http://schemas.openxmlformats.org/officeDocument/2006/relationships/tags" Target="../tags/tag41.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8.xml"/><Relationship Id="rId1" Type="http://schemas.openxmlformats.org/officeDocument/2006/relationships/tags" Target="../tags/tag42.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8.xml"/><Relationship Id="rId1" Type="http://schemas.openxmlformats.org/officeDocument/2006/relationships/tags" Target="../tags/tag43.xml"/></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8.xml"/><Relationship Id="rId1" Type="http://schemas.openxmlformats.org/officeDocument/2006/relationships/tags" Target="../tags/tag44.xml"/></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8.xml"/><Relationship Id="rId1" Type="http://schemas.openxmlformats.org/officeDocument/2006/relationships/tags" Target="../tags/tag45.xml"/></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8.xml"/><Relationship Id="rId1" Type="http://schemas.openxmlformats.org/officeDocument/2006/relationships/tags" Target="../tags/tag46.xml"/></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8.xml"/><Relationship Id="rId1" Type="http://schemas.openxmlformats.org/officeDocument/2006/relationships/tags" Target="../tags/tag47.xml"/></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8.xml"/><Relationship Id="rId1" Type="http://schemas.openxmlformats.org/officeDocument/2006/relationships/tags" Target="../tags/tag48.xml"/></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8.xml"/><Relationship Id="rId1" Type="http://schemas.openxmlformats.org/officeDocument/2006/relationships/tags" Target="../tags/tag49.xml"/></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8.xml"/><Relationship Id="rId1" Type="http://schemas.openxmlformats.org/officeDocument/2006/relationships/tags" Target="../tags/tag50.xml"/></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18.xml"/><Relationship Id="rId1" Type="http://schemas.openxmlformats.org/officeDocument/2006/relationships/tags" Target="../tags/tag51.xml"/></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8.xml"/><Relationship Id="rId1" Type="http://schemas.openxmlformats.org/officeDocument/2006/relationships/tags" Target="../tags/tag52.xml"/></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18.xml"/><Relationship Id="rId1" Type="http://schemas.openxmlformats.org/officeDocument/2006/relationships/tags" Target="../tags/tag53.xml"/></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18.xml"/><Relationship Id="rId1" Type="http://schemas.openxmlformats.org/officeDocument/2006/relationships/tags" Target="../tags/tag54.xml"/></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18.xml"/><Relationship Id="rId1" Type="http://schemas.openxmlformats.org/officeDocument/2006/relationships/tags" Target="../tags/tag55.xml"/></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18.xml"/><Relationship Id="rId1" Type="http://schemas.openxmlformats.org/officeDocument/2006/relationships/tags" Target="../tags/tag56.xml"/></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18.xml"/><Relationship Id="rId1" Type="http://schemas.openxmlformats.org/officeDocument/2006/relationships/tags" Target="../tags/tag57.xml"/></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18.xml"/><Relationship Id="rId1" Type="http://schemas.openxmlformats.org/officeDocument/2006/relationships/tags" Target="../tags/tag58.xml"/></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18.xml"/><Relationship Id="rId1" Type="http://schemas.openxmlformats.org/officeDocument/2006/relationships/tags" Target="../tags/tag59.xml"/></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18.xml"/><Relationship Id="rId1" Type="http://schemas.openxmlformats.org/officeDocument/2006/relationships/tags" Target="../tags/tag60.xml"/></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18.xml"/><Relationship Id="rId1" Type="http://schemas.openxmlformats.org/officeDocument/2006/relationships/tags" Target="../tags/tag61.xml"/></Relationships>
</file>

<file path=ppt/slides/_rels/slide127.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63.xml"/><Relationship Id="rId1" Type="http://schemas.openxmlformats.org/officeDocument/2006/relationships/tags" Target="../tags/tag62.xml"/><Relationship Id="rId4" Type="http://schemas.openxmlformats.org/officeDocument/2006/relationships/notesSlide" Target="../notesSlides/notesSlide82.xml"/></Relationships>
</file>

<file path=ppt/slides/_rels/slide12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65.xml"/><Relationship Id="rId1" Type="http://schemas.openxmlformats.org/officeDocument/2006/relationships/tags" Target="../tags/tag64.xml"/><Relationship Id="rId4" Type="http://schemas.openxmlformats.org/officeDocument/2006/relationships/notesSlide" Target="../notesSlides/notesSlide83.xml"/></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18.xml"/><Relationship Id="rId1" Type="http://schemas.openxmlformats.org/officeDocument/2006/relationships/tags" Target="../tags/tag66.xm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18.xml"/><Relationship Id="rId1" Type="http://schemas.openxmlformats.org/officeDocument/2006/relationships/tags" Target="../tags/tag67.xml"/></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18.xml"/><Relationship Id="rId1" Type="http://schemas.openxmlformats.org/officeDocument/2006/relationships/tags" Target="../tags/tag68.xml"/></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18.xml"/><Relationship Id="rId1" Type="http://schemas.openxmlformats.org/officeDocument/2006/relationships/tags" Target="../tags/tag69.xml"/></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18.xml"/><Relationship Id="rId1" Type="http://schemas.openxmlformats.org/officeDocument/2006/relationships/tags" Target="../tags/tag70.xml"/></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18.xml"/><Relationship Id="rId1" Type="http://schemas.openxmlformats.org/officeDocument/2006/relationships/tags" Target="../tags/tag71.xml"/></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18.xml"/><Relationship Id="rId1" Type="http://schemas.openxmlformats.org/officeDocument/2006/relationships/tags" Target="../tags/tag72.xml"/></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18.xml"/><Relationship Id="rId1" Type="http://schemas.openxmlformats.org/officeDocument/2006/relationships/tags" Target="../tags/tag73.xml"/></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18.xml"/><Relationship Id="rId1" Type="http://schemas.openxmlformats.org/officeDocument/2006/relationships/tags" Target="../tags/tag74.xml"/></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18.xml"/><Relationship Id="rId1" Type="http://schemas.openxmlformats.org/officeDocument/2006/relationships/tags" Target="../tags/tag75.xml"/></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18.xml"/><Relationship Id="rId1" Type="http://schemas.openxmlformats.org/officeDocument/2006/relationships/tags" Target="../tags/tag76.xml"/></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18.xml"/><Relationship Id="rId1" Type="http://schemas.openxmlformats.org/officeDocument/2006/relationships/tags" Target="../tags/tag77.xml"/></Relationships>
</file>

<file path=ppt/slides/_rels/slide141.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18.xml"/><Relationship Id="rId1" Type="http://schemas.openxmlformats.org/officeDocument/2006/relationships/tags" Target="../tags/tag78.xml"/></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18.xml"/><Relationship Id="rId1" Type="http://schemas.openxmlformats.org/officeDocument/2006/relationships/tags" Target="../tags/tag79.xml"/></Relationships>
</file>

<file path=ppt/slides/_rels/slide143.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18.xml"/><Relationship Id="rId1" Type="http://schemas.openxmlformats.org/officeDocument/2006/relationships/tags" Target="../tags/tag80.xml"/></Relationships>
</file>

<file path=ppt/slides/_rels/slide144.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18.xml"/><Relationship Id="rId1" Type="http://schemas.openxmlformats.org/officeDocument/2006/relationships/tags" Target="../tags/tag81.xml"/></Relationships>
</file>

<file path=ppt/slides/_rels/slide145.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18.xml"/><Relationship Id="rId1" Type="http://schemas.openxmlformats.org/officeDocument/2006/relationships/tags" Target="../tags/tag82.xml"/></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18.xml"/><Relationship Id="rId1" Type="http://schemas.openxmlformats.org/officeDocument/2006/relationships/tags" Target="../tags/tag83.xml"/></Relationships>
</file>

<file path=ppt/slides/_rels/slide147.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notesSlide" Target="../notesSlides/notesSlide102.xml"/><Relationship Id="rId1" Type="http://schemas.openxmlformats.org/officeDocument/2006/relationships/slideLayout" Target="../slideLayouts/slideLayout7.xml"/><Relationship Id="rId4" Type="http://schemas.openxmlformats.org/officeDocument/2006/relationships/image" Target="../media/image102.emf"/></Relationships>
</file>

<file path=ppt/slides/_rels/slide148.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notesSlide" Target="../notesSlides/notesSlide103.xml"/><Relationship Id="rId1" Type="http://schemas.openxmlformats.org/officeDocument/2006/relationships/slideLayout" Target="../slideLayouts/slideLayout7.xml"/><Relationship Id="rId4" Type="http://schemas.openxmlformats.org/officeDocument/2006/relationships/image" Target="../media/image103.emf"/></Relationships>
</file>

<file path=ppt/slides/_rels/slide149.xml.rels><?xml version="1.0" encoding="UTF-8" standalone="yes"?>
<Relationships xmlns="http://schemas.openxmlformats.org/package/2006/relationships"><Relationship Id="rId3" Type="http://schemas.openxmlformats.org/officeDocument/2006/relationships/image" Target="../media/image104.emf"/><Relationship Id="rId2" Type="http://schemas.openxmlformats.org/officeDocument/2006/relationships/oleObject" Target="../embeddings/oleObject36.bin"/><Relationship Id="rId1" Type="http://schemas.openxmlformats.org/officeDocument/2006/relationships/slideLayout" Target="../slideLayouts/slideLayout7.xml"/><Relationship Id="rId5" Type="http://schemas.openxmlformats.org/officeDocument/2006/relationships/image" Target="../media/image105.emf"/><Relationship Id="rId4" Type="http://schemas.openxmlformats.org/officeDocument/2006/relationships/oleObject" Target="../embeddings/oleObject37.bin"/></Relationships>
</file>

<file path=ppt/slides/_rels/slide150.xml.rels><?xml version="1.0" encoding="UTF-8" standalone="yes"?>
<Relationships xmlns="http://schemas.openxmlformats.org/package/2006/relationships"><Relationship Id="rId3" Type="http://schemas.openxmlformats.org/officeDocument/2006/relationships/oleObject" Target="../embeddings/oleObject38.bin"/><Relationship Id="rId7" Type="http://schemas.openxmlformats.org/officeDocument/2006/relationships/image" Target="../media/image108.jpeg"/><Relationship Id="rId2" Type="http://schemas.openxmlformats.org/officeDocument/2006/relationships/notesSlide" Target="../notesSlides/notesSlide104.xml"/><Relationship Id="rId1" Type="http://schemas.openxmlformats.org/officeDocument/2006/relationships/slideLayout" Target="../slideLayouts/slideLayout7.xml"/><Relationship Id="rId6" Type="http://schemas.openxmlformats.org/officeDocument/2006/relationships/image" Target="../media/image107.emf"/><Relationship Id="rId5" Type="http://schemas.openxmlformats.org/officeDocument/2006/relationships/oleObject" Target="../embeddings/oleObject39.bin"/><Relationship Id="rId4" Type="http://schemas.openxmlformats.org/officeDocument/2006/relationships/image" Target="../media/image106.emf"/></Relationships>
</file>

<file path=ppt/slides/_rels/slide151.xml.rels><?xml version="1.0" encoding="UTF-8" standalone="yes"?>
<Relationships xmlns="http://schemas.openxmlformats.org/package/2006/relationships"><Relationship Id="rId3" Type="http://schemas.openxmlformats.org/officeDocument/2006/relationships/oleObject" Target="../embeddings/oleObject40.bin"/><Relationship Id="rId7" Type="http://schemas.openxmlformats.org/officeDocument/2006/relationships/image" Target="../media/image111.jpeg"/><Relationship Id="rId2" Type="http://schemas.openxmlformats.org/officeDocument/2006/relationships/notesSlide" Target="../notesSlides/notesSlide105.xml"/><Relationship Id="rId1" Type="http://schemas.openxmlformats.org/officeDocument/2006/relationships/slideLayout" Target="../slideLayouts/slideLayout7.xml"/><Relationship Id="rId6" Type="http://schemas.openxmlformats.org/officeDocument/2006/relationships/image" Target="../media/image110.emf"/><Relationship Id="rId5" Type="http://schemas.openxmlformats.org/officeDocument/2006/relationships/oleObject" Target="../embeddings/oleObject41.bin"/><Relationship Id="rId4" Type="http://schemas.openxmlformats.org/officeDocument/2006/relationships/image" Target="../media/image109.emf"/></Relationships>
</file>

<file path=ppt/slides/_rels/slide152.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06.xml"/><Relationship Id="rId1" Type="http://schemas.openxmlformats.org/officeDocument/2006/relationships/slideLayout" Target="../slideLayouts/slideLayout7.xml"/><Relationship Id="rId4" Type="http://schemas.openxmlformats.org/officeDocument/2006/relationships/image" Target="../media/image113.jpeg"/></Relationships>
</file>

<file path=ppt/slides/_rels/slide153.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notesSlide" Target="../notesSlides/notesSlide107.xml"/><Relationship Id="rId1" Type="http://schemas.openxmlformats.org/officeDocument/2006/relationships/slideLayout" Target="../slideLayouts/slideLayout7.xml"/><Relationship Id="rId4" Type="http://schemas.openxmlformats.org/officeDocument/2006/relationships/image" Target="../media/image114.emf"/></Relationships>
</file>

<file path=ppt/slides/_rels/slide154.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notesSlide" Target="../notesSlides/notesSlide108.xml"/><Relationship Id="rId1" Type="http://schemas.openxmlformats.org/officeDocument/2006/relationships/slideLayout" Target="../slideLayouts/slideLayout7.xml"/><Relationship Id="rId5" Type="http://schemas.openxmlformats.org/officeDocument/2006/relationships/image" Target="../media/image116.jpeg"/><Relationship Id="rId4" Type="http://schemas.openxmlformats.org/officeDocument/2006/relationships/image" Target="../media/image115.emf"/></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09.xml"/><Relationship Id="rId1" Type="http://schemas.openxmlformats.org/officeDocument/2006/relationships/slideLayout" Target="../slideLayouts/slideLayout7.xml"/><Relationship Id="rId5" Type="http://schemas.openxmlformats.org/officeDocument/2006/relationships/image" Target="../media/image119.jpeg"/><Relationship Id="rId4" Type="http://schemas.openxmlformats.org/officeDocument/2006/relationships/image" Target="../media/image118.jpeg"/></Relationships>
</file>

<file path=ppt/slides/_rels/slide157.xml.rels><?xml version="1.0" encoding="UTF-8" standalone="yes"?>
<Relationships xmlns="http://schemas.openxmlformats.org/package/2006/relationships"><Relationship Id="rId3" Type="http://schemas.openxmlformats.org/officeDocument/2006/relationships/image" Target="../media/image120.emf"/><Relationship Id="rId2" Type="http://schemas.openxmlformats.org/officeDocument/2006/relationships/oleObject" Target="../embeddings/oleObject44.bin"/><Relationship Id="rId1" Type="http://schemas.openxmlformats.org/officeDocument/2006/relationships/slideLayout" Target="../slideLayouts/slideLayout7.xml"/><Relationship Id="rId4" Type="http://schemas.openxmlformats.org/officeDocument/2006/relationships/image" Target="../media/image121.jpeg"/></Relationships>
</file>

<file path=ppt/slides/_rels/slide158.xml.rels><?xml version="1.0" encoding="UTF-8" standalone="yes"?>
<Relationships xmlns="http://schemas.openxmlformats.org/package/2006/relationships"><Relationship Id="rId3" Type="http://schemas.openxmlformats.org/officeDocument/2006/relationships/image" Target="../media/image122.emf"/><Relationship Id="rId2" Type="http://schemas.openxmlformats.org/officeDocument/2006/relationships/oleObject" Target="../embeddings/oleObject45.bin"/><Relationship Id="rId1" Type="http://schemas.openxmlformats.org/officeDocument/2006/relationships/slideLayout" Target="../slideLayouts/slideLayout7.xml"/><Relationship Id="rId4" Type="http://schemas.openxmlformats.org/officeDocument/2006/relationships/image" Target="../media/image123.jpeg"/></Relationships>
</file>

<file path=ppt/slides/_rels/slide159.xml.rels><?xml version="1.0" encoding="UTF-8" standalone="yes"?>
<Relationships xmlns="http://schemas.openxmlformats.org/package/2006/relationships"><Relationship Id="rId3" Type="http://schemas.openxmlformats.org/officeDocument/2006/relationships/image" Target="../media/image124.emf"/><Relationship Id="rId2" Type="http://schemas.openxmlformats.org/officeDocument/2006/relationships/oleObject" Target="../embeddings/oleObject46.bin"/><Relationship Id="rId1" Type="http://schemas.openxmlformats.org/officeDocument/2006/relationships/slideLayout" Target="../slideLayouts/slideLayout7.xml"/><Relationship Id="rId5" Type="http://schemas.openxmlformats.org/officeDocument/2006/relationships/image" Target="../media/image125.emf"/><Relationship Id="rId4" Type="http://schemas.openxmlformats.org/officeDocument/2006/relationships/oleObject" Target="../embeddings/oleObject47.bin"/></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8" Type="http://schemas.openxmlformats.org/officeDocument/2006/relationships/image" Target="../media/image128.emf"/><Relationship Id="rId3" Type="http://schemas.openxmlformats.org/officeDocument/2006/relationships/oleObject" Target="../embeddings/oleObject48.bin"/><Relationship Id="rId7" Type="http://schemas.openxmlformats.org/officeDocument/2006/relationships/oleObject" Target="../embeddings/oleObject50.bin"/><Relationship Id="rId2" Type="http://schemas.openxmlformats.org/officeDocument/2006/relationships/notesSlide" Target="../notesSlides/notesSlide111.xml"/><Relationship Id="rId1" Type="http://schemas.openxmlformats.org/officeDocument/2006/relationships/slideLayout" Target="../slideLayouts/slideLayout7.xml"/><Relationship Id="rId6" Type="http://schemas.openxmlformats.org/officeDocument/2006/relationships/image" Target="../media/image127.emf"/><Relationship Id="rId5" Type="http://schemas.openxmlformats.org/officeDocument/2006/relationships/oleObject" Target="../embeddings/oleObject49.bin"/><Relationship Id="rId4" Type="http://schemas.openxmlformats.org/officeDocument/2006/relationships/image" Target="../media/image126.emf"/></Relationships>
</file>

<file path=ppt/slides/_rels/slide162.xml.rels><?xml version="1.0" encoding="UTF-8" standalone="yes"?>
<Relationships xmlns="http://schemas.openxmlformats.org/package/2006/relationships"><Relationship Id="rId8" Type="http://schemas.openxmlformats.org/officeDocument/2006/relationships/image" Target="../media/image131.emf"/><Relationship Id="rId3" Type="http://schemas.openxmlformats.org/officeDocument/2006/relationships/oleObject" Target="../embeddings/oleObject51.bin"/><Relationship Id="rId7" Type="http://schemas.openxmlformats.org/officeDocument/2006/relationships/oleObject" Target="../embeddings/oleObject53.bin"/><Relationship Id="rId2" Type="http://schemas.openxmlformats.org/officeDocument/2006/relationships/notesSlide" Target="../notesSlides/notesSlide112.xml"/><Relationship Id="rId1" Type="http://schemas.openxmlformats.org/officeDocument/2006/relationships/slideLayout" Target="../slideLayouts/slideLayout7.xml"/><Relationship Id="rId6" Type="http://schemas.openxmlformats.org/officeDocument/2006/relationships/image" Target="../media/image130.emf"/><Relationship Id="rId5" Type="http://schemas.openxmlformats.org/officeDocument/2006/relationships/oleObject" Target="../embeddings/oleObject52.bin"/><Relationship Id="rId4" Type="http://schemas.openxmlformats.org/officeDocument/2006/relationships/image" Target="../media/image129.emf"/></Relationships>
</file>

<file path=ppt/slides/_rels/slide163.xml.rels><?xml version="1.0" encoding="UTF-8" standalone="yes"?>
<Relationships xmlns="http://schemas.openxmlformats.org/package/2006/relationships"><Relationship Id="rId8" Type="http://schemas.openxmlformats.org/officeDocument/2006/relationships/image" Target="../media/image134.emf"/><Relationship Id="rId3" Type="http://schemas.openxmlformats.org/officeDocument/2006/relationships/oleObject" Target="../embeddings/oleObject54.bin"/><Relationship Id="rId7" Type="http://schemas.openxmlformats.org/officeDocument/2006/relationships/oleObject" Target="../embeddings/oleObject56.bin"/><Relationship Id="rId2" Type="http://schemas.openxmlformats.org/officeDocument/2006/relationships/notesSlide" Target="../notesSlides/notesSlide113.xml"/><Relationship Id="rId1" Type="http://schemas.openxmlformats.org/officeDocument/2006/relationships/slideLayout" Target="../slideLayouts/slideLayout7.xml"/><Relationship Id="rId6" Type="http://schemas.openxmlformats.org/officeDocument/2006/relationships/image" Target="../media/image133.emf"/><Relationship Id="rId5" Type="http://schemas.openxmlformats.org/officeDocument/2006/relationships/oleObject" Target="../embeddings/oleObject55.bin"/><Relationship Id="rId4" Type="http://schemas.openxmlformats.org/officeDocument/2006/relationships/image" Target="../media/image132.emf"/></Relationships>
</file>

<file path=ppt/slides/_rels/slide164.xml.rels><?xml version="1.0" encoding="UTF-8" standalone="yes"?>
<Relationships xmlns="http://schemas.openxmlformats.org/package/2006/relationships"><Relationship Id="rId3" Type="http://schemas.openxmlformats.org/officeDocument/2006/relationships/image" Target="../media/image135.emf"/><Relationship Id="rId2" Type="http://schemas.openxmlformats.org/officeDocument/2006/relationships/oleObject" Target="../embeddings/oleObject57.bin"/><Relationship Id="rId1" Type="http://schemas.openxmlformats.org/officeDocument/2006/relationships/slideLayout" Target="../slideLayouts/slideLayout7.xml"/><Relationship Id="rId5" Type="http://schemas.openxmlformats.org/officeDocument/2006/relationships/image" Target="../media/image136.emf"/><Relationship Id="rId4" Type="http://schemas.openxmlformats.org/officeDocument/2006/relationships/oleObject" Target="../embeddings/oleObject58.bin"/></Relationships>
</file>

<file path=ppt/slides/_rels/slide165.xml.rels><?xml version="1.0" encoding="UTF-8" standalone="yes"?>
<Relationships xmlns="http://schemas.openxmlformats.org/package/2006/relationships"><Relationship Id="rId2" Type="http://schemas.openxmlformats.org/officeDocument/2006/relationships/image" Target="../media/image137.jpeg"/><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image" Target="../media/image138.jpeg"/><Relationship Id="rId1" Type="http://schemas.openxmlformats.org/officeDocument/2006/relationships/slideLayout" Target="../slideLayouts/slideLayout6.xml"/></Relationships>
</file>

<file path=ppt/slides/_rels/slide167.xml.rels><?xml version="1.0" encoding="UTF-8" standalone="yes"?>
<Relationships xmlns="http://schemas.openxmlformats.org/package/2006/relationships"><Relationship Id="rId2" Type="http://schemas.openxmlformats.org/officeDocument/2006/relationships/image" Target="../media/image140.jpeg"/><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image" Target="../media/image141.jpeg"/><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3" Type="http://schemas.openxmlformats.org/officeDocument/2006/relationships/image" Target="../media/image145.jpeg"/><Relationship Id="rId2" Type="http://schemas.openxmlformats.org/officeDocument/2006/relationships/image" Target="../media/image144.jpeg"/><Relationship Id="rId1" Type="http://schemas.openxmlformats.org/officeDocument/2006/relationships/slideLayout" Target="../slideLayouts/slideLayout7.xml"/><Relationship Id="rId4" Type="http://schemas.openxmlformats.org/officeDocument/2006/relationships/image" Target="../media/image146.jpeg"/></Relationships>
</file>

<file path=ppt/slides/_rels/slide171.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image" Target="../media/image145.jpeg"/><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image" Target="../media/image141.jpeg"/><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148.jpeg"/><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3" Type="http://schemas.openxmlformats.org/officeDocument/2006/relationships/image" Target="../media/image145.jpeg"/><Relationship Id="rId2" Type="http://schemas.openxmlformats.org/officeDocument/2006/relationships/image" Target="../media/image149.jpeg"/><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image" Target="../media/image141.jpeg"/><Relationship Id="rId1" Type="http://schemas.openxmlformats.org/officeDocument/2006/relationships/slideLayout" Target="../slideLayouts/slideLayout7.xml"/><Relationship Id="rId4" Type="http://schemas.openxmlformats.org/officeDocument/2006/relationships/image" Target="../media/image142.jpeg"/></Relationships>
</file>

<file path=ppt/slides/_rels/slide178.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image" Target="../media/image141.jpeg"/><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3" Type="http://schemas.openxmlformats.org/officeDocument/2006/relationships/image" Target="../media/image151.jpeg"/><Relationship Id="rId2" Type="http://schemas.openxmlformats.org/officeDocument/2006/relationships/image" Target="../media/image141.jpeg"/><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2" Type="http://schemas.openxmlformats.org/officeDocument/2006/relationships/image" Target="../media/image152.jpeg"/><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3" Type="http://schemas.openxmlformats.org/officeDocument/2006/relationships/image" Target="../media/image151.jpeg"/><Relationship Id="rId2" Type="http://schemas.openxmlformats.org/officeDocument/2006/relationships/image" Target="../media/image142.jpeg"/><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2" Type="http://schemas.openxmlformats.org/officeDocument/2006/relationships/image" Target="../media/image153.jpeg"/><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2" Type="http://schemas.openxmlformats.org/officeDocument/2006/relationships/image" Target="../media/image140.jpeg"/><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2" Type="http://schemas.openxmlformats.org/officeDocument/2006/relationships/image" Target="../media/image142.jpeg"/><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3" Type="http://schemas.openxmlformats.org/officeDocument/2006/relationships/image" Target="../media/image156.jpeg"/><Relationship Id="rId2" Type="http://schemas.openxmlformats.org/officeDocument/2006/relationships/image" Target="../media/image145.jpeg"/><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2" Type="http://schemas.openxmlformats.org/officeDocument/2006/relationships/image" Target="../media/image145.jpeg"/><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3" Type="http://schemas.openxmlformats.org/officeDocument/2006/relationships/image" Target="../media/image145.jpeg"/><Relationship Id="rId2" Type="http://schemas.openxmlformats.org/officeDocument/2006/relationships/image" Target="../media/image158.jpeg"/><Relationship Id="rId1" Type="http://schemas.openxmlformats.org/officeDocument/2006/relationships/slideLayout" Target="../slideLayouts/slideLayout7.xml"/><Relationship Id="rId5" Type="http://schemas.openxmlformats.org/officeDocument/2006/relationships/image" Target="../media/image159.png"/><Relationship Id="rId4" Type="http://schemas.openxmlformats.org/officeDocument/2006/relationships/image" Target="../media/image151.jpeg"/></Relationships>
</file>

<file path=ppt/slides/_rels/slide190.xml.rels><?xml version="1.0" encoding="UTF-8" standalone="yes"?>
<Relationships xmlns="http://schemas.openxmlformats.org/package/2006/relationships"><Relationship Id="rId2" Type="http://schemas.openxmlformats.org/officeDocument/2006/relationships/image" Target="../media/image160.jpeg"/><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2" Type="http://schemas.openxmlformats.org/officeDocument/2006/relationships/image" Target="../media/image161.jpeg"/><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image" Target="../media/image162.jpeg"/><Relationship Id="rId1" Type="http://schemas.openxmlformats.org/officeDocument/2006/relationships/slideLayout" Target="../slideLayouts/slideLayout7.xml"/><Relationship Id="rId4" Type="http://schemas.openxmlformats.org/officeDocument/2006/relationships/image" Target="../media/image142.jpe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image" Target="../media/image141.jpeg"/><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2" Type="http://schemas.openxmlformats.org/officeDocument/2006/relationships/image" Target="../media/image145.jpeg"/><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3" Type="http://schemas.openxmlformats.org/officeDocument/2006/relationships/image" Target="../media/image163.wmf"/><Relationship Id="rId2" Type="http://schemas.openxmlformats.org/officeDocument/2006/relationships/image" Target="../media/image145.jpeg"/><Relationship Id="rId1" Type="http://schemas.openxmlformats.org/officeDocument/2006/relationships/slideLayout" Target="../slideLayouts/slideLayout7.xml"/><Relationship Id="rId5" Type="http://schemas.openxmlformats.org/officeDocument/2006/relationships/image" Target="../media/image140.jpeg"/><Relationship Id="rId4" Type="http://schemas.openxmlformats.org/officeDocument/2006/relationships/image" Target="../media/image164.wmf"/></Relationships>
</file>

<file path=ppt/slides/_rels/slide198.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3" Type="http://schemas.openxmlformats.org/officeDocument/2006/relationships/image" Target="../media/image167.jpeg"/><Relationship Id="rId2" Type="http://schemas.openxmlformats.org/officeDocument/2006/relationships/image" Target="../media/image166.jpeg"/><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2" Type="http://schemas.openxmlformats.org/officeDocument/2006/relationships/image" Target="../media/image168.jpeg"/><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2" Type="http://schemas.openxmlformats.org/officeDocument/2006/relationships/image" Target="../media/image169.jpeg"/><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2" Type="http://schemas.openxmlformats.org/officeDocument/2006/relationships/image" Target="../media/image17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a:extLst>
              <a:ext uri="{FF2B5EF4-FFF2-40B4-BE49-F238E27FC236}">
                <a16:creationId xmlns:a16="http://schemas.microsoft.com/office/drawing/2014/main" id="{3C265D32-7C1B-4205-1649-26D51EDBE11D}"/>
              </a:ext>
            </a:extLst>
          </p:cNvPr>
          <p:cNvSpPr txBox="1">
            <a:spLocks noChangeArrowheads="1"/>
          </p:cNvSpPr>
          <p:nvPr/>
        </p:nvSpPr>
        <p:spPr bwMode="auto">
          <a:xfrm>
            <a:off x="1371600" y="1295400"/>
            <a:ext cx="2895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3200" b="1"/>
              <a:t>Chapter 10</a:t>
            </a:r>
          </a:p>
        </p:txBody>
      </p:sp>
      <p:grpSp>
        <p:nvGrpSpPr>
          <p:cNvPr id="5123" name="Group 7">
            <a:extLst>
              <a:ext uri="{FF2B5EF4-FFF2-40B4-BE49-F238E27FC236}">
                <a16:creationId xmlns:a16="http://schemas.microsoft.com/office/drawing/2014/main" id="{24775ACA-CFD8-D9EF-A04A-BF25A41DF2BB}"/>
              </a:ext>
            </a:extLst>
          </p:cNvPr>
          <p:cNvGrpSpPr>
            <a:grpSpLocks/>
          </p:cNvGrpSpPr>
          <p:nvPr/>
        </p:nvGrpSpPr>
        <p:grpSpPr bwMode="auto">
          <a:xfrm>
            <a:off x="990600" y="2819400"/>
            <a:ext cx="7391400" cy="990600"/>
            <a:chOff x="600" y="1776"/>
            <a:chExt cx="4656" cy="624"/>
          </a:xfrm>
        </p:grpSpPr>
        <p:sp>
          <p:nvSpPr>
            <p:cNvPr id="5125" name="Rectangle 10">
              <a:extLst>
                <a:ext uri="{FF2B5EF4-FFF2-40B4-BE49-F238E27FC236}">
                  <a16:creationId xmlns:a16="http://schemas.microsoft.com/office/drawing/2014/main" id="{44D73B2A-0BF4-4D78-C807-9DD8273CE321}"/>
                </a:ext>
              </a:extLst>
            </p:cNvPr>
            <p:cNvSpPr>
              <a:spLocks noChangeArrowheads="1"/>
            </p:cNvSpPr>
            <p:nvPr/>
          </p:nvSpPr>
          <p:spPr bwMode="auto">
            <a:xfrm>
              <a:off x="600" y="1776"/>
              <a:ext cx="4656" cy="624"/>
            </a:xfrm>
            <a:prstGeom prst="rect">
              <a:avLst/>
            </a:prstGeom>
            <a:gradFill rotWithShape="1">
              <a:gsLst>
                <a:gs pos="0">
                  <a:srgbClr val="00475E"/>
                </a:gs>
                <a:gs pos="100000">
                  <a:srgbClr val="0099CC">
                    <a:alpha val="64998"/>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sz="2000"/>
            </a:p>
          </p:txBody>
        </p:sp>
        <p:sp>
          <p:nvSpPr>
            <p:cNvPr id="5126" name="Text Box 5">
              <a:extLst>
                <a:ext uri="{FF2B5EF4-FFF2-40B4-BE49-F238E27FC236}">
                  <a16:creationId xmlns:a16="http://schemas.microsoft.com/office/drawing/2014/main" id="{6926E39F-C866-11AF-7517-8B0EF5C28711}"/>
                </a:ext>
              </a:extLst>
            </p:cNvPr>
            <p:cNvSpPr txBox="1">
              <a:spLocks noChangeArrowheads="1"/>
            </p:cNvSpPr>
            <p:nvPr/>
          </p:nvSpPr>
          <p:spPr bwMode="auto">
            <a:xfrm>
              <a:off x="1440" y="1920"/>
              <a:ext cx="29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800" b="1">
                  <a:solidFill>
                    <a:srgbClr val="FFFFCC"/>
                  </a:solidFill>
                </a:rPr>
                <a:t>The Shapes of Molecules</a:t>
              </a:r>
            </a:p>
          </p:txBody>
        </p:sp>
      </p:grpSp>
      <p:sp>
        <p:nvSpPr>
          <p:cNvPr id="5124" name="Rectangle 9">
            <a:extLst>
              <a:ext uri="{FF2B5EF4-FFF2-40B4-BE49-F238E27FC236}">
                <a16:creationId xmlns:a16="http://schemas.microsoft.com/office/drawing/2014/main" id="{3A352041-1727-6CBD-2432-FBCFF2EB40AE}"/>
              </a:ext>
            </a:extLst>
          </p:cNvPr>
          <p:cNvSpPr>
            <a:spLocks noChangeArrowheads="1"/>
          </p:cNvSpPr>
          <p:nvPr/>
        </p:nvSpPr>
        <p:spPr bwMode="auto">
          <a:xfrm>
            <a:off x="2362200" y="0"/>
            <a:ext cx="50292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a:extLst>
              <a:ext uri="{FF2B5EF4-FFF2-40B4-BE49-F238E27FC236}">
                <a16:creationId xmlns:a16="http://schemas.microsoft.com/office/drawing/2014/main" id="{6CAB4B1E-9F76-7F37-D3A6-015429F41B08}"/>
              </a:ext>
            </a:extLst>
          </p:cNvPr>
          <p:cNvSpPr txBox="1">
            <a:spLocks noChangeArrowheads="1"/>
          </p:cNvSpPr>
          <p:nvPr/>
        </p:nvSpPr>
        <p:spPr bwMode="auto">
          <a:xfrm>
            <a:off x="2286000" y="533400"/>
            <a:ext cx="403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b="1"/>
              <a:t>The Shapes of Molecules</a:t>
            </a:r>
          </a:p>
        </p:txBody>
      </p:sp>
      <p:sp>
        <p:nvSpPr>
          <p:cNvPr id="7171" name="Text Box 3">
            <a:extLst>
              <a:ext uri="{FF2B5EF4-FFF2-40B4-BE49-F238E27FC236}">
                <a16:creationId xmlns:a16="http://schemas.microsoft.com/office/drawing/2014/main" id="{02262C5E-B61F-90FC-660D-52A05D722C2A}"/>
              </a:ext>
            </a:extLst>
          </p:cNvPr>
          <p:cNvSpPr txBox="1">
            <a:spLocks noChangeArrowheads="1"/>
          </p:cNvSpPr>
          <p:nvPr/>
        </p:nvSpPr>
        <p:spPr bwMode="auto">
          <a:xfrm>
            <a:off x="914400" y="1539875"/>
            <a:ext cx="7315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10.1  Depicting Molecules and Ions with Lewis Structures</a:t>
            </a:r>
          </a:p>
        </p:txBody>
      </p:sp>
      <p:sp>
        <p:nvSpPr>
          <p:cNvPr id="7172" name="Text Box 5">
            <a:extLst>
              <a:ext uri="{FF2B5EF4-FFF2-40B4-BE49-F238E27FC236}">
                <a16:creationId xmlns:a16="http://schemas.microsoft.com/office/drawing/2014/main" id="{E93CBA9F-31C3-FDCC-7543-8CAB74846C16}"/>
              </a:ext>
            </a:extLst>
          </p:cNvPr>
          <p:cNvSpPr txBox="1">
            <a:spLocks noChangeArrowheads="1"/>
          </p:cNvSpPr>
          <p:nvPr/>
        </p:nvSpPr>
        <p:spPr bwMode="auto">
          <a:xfrm>
            <a:off x="914400" y="2438400"/>
            <a:ext cx="7696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25475" indent="-625475">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b="1"/>
              <a:t>10.2  Valence-Shell Electron-Pair Repulsion (VSEPR) Theory</a:t>
            </a:r>
          </a:p>
        </p:txBody>
      </p:sp>
      <p:sp>
        <p:nvSpPr>
          <p:cNvPr id="7173" name="Text Box 6">
            <a:extLst>
              <a:ext uri="{FF2B5EF4-FFF2-40B4-BE49-F238E27FC236}">
                <a16:creationId xmlns:a16="http://schemas.microsoft.com/office/drawing/2014/main" id="{34DAFD94-BCD3-869D-77DF-645E70C4A13F}"/>
              </a:ext>
            </a:extLst>
          </p:cNvPr>
          <p:cNvSpPr txBox="1">
            <a:spLocks noChangeArrowheads="1"/>
          </p:cNvSpPr>
          <p:nvPr/>
        </p:nvSpPr>
        <p:spPr bwMode="auto">
          <a:xfrm>
            <a:off x="914400" y="3429000"/>
            <a:ext cx="58801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10.3  Molecular Shape and Molecular Polarity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4">
            <a:extLst>
              <a:ext uri="{FF2B5EF4-FFF2-40B4-BE49-F238E27FC236}">
                <a16:creationId xmlns:a16="http://schemas.microsoft.com/office/drawing/2014/main" id="{D93ADB94-73C3-C27A-61DE-C880770B7B10}"/>
              </a:ext>
            </a:extLst>
          </p:cNvPr>
          <p:cNvSpPr txBox="1">
            <a:spLocks noChangeArrowheads="1"/>
          </p:cNvSpPr>
          <p:nvPr/>
        </p:nvSpPr>
        <p:spPr bwMode="auto">
          <a:xfrm>
            <a:off x="457200" y="0"/>
            <a:ext cx="152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b="1"/>
              <a:t>Figure 10.1</a:t>
            </a:r>
          </a:p>
        </p:txBody>
      </p:sp>
      <p:sp>
        <p:nvSpPr>
          <p:cNvPr id="9219" name="Text Box 5">
            <a:extLst>
              <a:ext uri="{FF2B5EF4-FFF2-40B4-BE49-F238E27FC236}">
                <a16:creationId xmlns:a16="http://schemas.microsoft.com/office/drawing/2014/main" id="{9E5B892A-139E-7EE2-B964-4FFF380F769C}"/>
              </a:ext>
            </a:extLst>
          </p:cNvPr>
          <p:cNvSpPr txBox="1">
            <a:spLocks noChangeArrowheads="1"/>
          </p:cNvSpPr>
          <p:nvPr/>
        </p:nvSpPr>
        <p:spPr bwMode="auto">
          <a:xfrm>
            <a:off x="2209800" y="0"/>
            <a:ext cx="6629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b="1"/>
              <a:t>The steps in converting a molecular formula into a Lewis structure.</a:t>
            </a:r>
          </a:p>
        </p:txBody>
      </p:sp>
      <p:pic>
        <p:nvPicPr>
          <p:cNvPr id="9220" name="Picture 2">
            <a:extLst>
              <a:ext uri="{FF2B5EF4-FFF2-40B4-BE49-F238E27FC236}">
                <a16:creationId xmlns:a16="http://schemas.microsoft.com/office/drawing/2014/main" id="{FA691252-0532-3CF6-C22A-17D9A7F93B2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438275"/>
            <a:ext cx="9144000" cy="138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4">
            <a:extLst>
              <a:ext uri="{FF2B5EF4-FFF2-40B4-BE49-F238E27FC236}">
                <a16:creationId xmlns:a16="http://schemas.microsoft.com/office/drawing/2014/main" id="{FD0AF8A6-B17B-1535-9AC7-0A479F0CE00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3352800"/>
            <a:ext cx="9144000" cy="272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7">
            <a:extLst>
              <a:ext uri="{FF2B5EF4-FFF2-40B4-BE49-F238E27FC236}">
                <a16:creationId xmlns:a16="http://schemas.microsoft.com/office/drawing/2014/main" id="{3121385A-8F91-E285-144A-9F77F377AF1F}"/>
              </a:ext>
            </a:extLst>
          </p:cNvPr>
          <p:cNvSpPr txBox="1">
            <a:spLocks noChangeArrowheads="1"/>
          </p:cNvSpPr>
          <p:nvPr/>
        </p:nvSpPr>
        <p:spPr bwMode="auto">
          <a:xfrm>
            <a:off x="3124200" y="3810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Example: NF</a:t>
            </a:r>
            <a:r>
              <a:rPr lang="en-US" altLang="en-US" baseline="-25000"/>
              <a:t>3</a:t>
            </a:r>
            <a:endParaRPr lang="en-US" altLang="en-US"/>
          </a:p>
        </p:txBody>
      </p:sp>
      <p:grpSp>
        <p:nvGrpSpPr>
          <p:cNvPr id="2" name="Group 53">
            <a:extLst>
              <a:ext uri="{FF2B5EF4-FFF2-40B4-BE49-F238E27FC236}">
                <a16:creationId xmlns:a16="http://schemas.microsoft.com/office/drawing/2014/main" id="{9488D3A5-15D6-D917-39EC-132FA25E913C}"/>
              </a:ext>
            </a:extLst>
          </p:cNvPr>
          <p:cNvGrpSpPr>
            <a:grpSpLocks/>
          </p:cNvGrpSpPr>
          <p:nvPr/>
        </p:nvGrpSpPr>
        <p:grpSpPr bwMode="auto">
          <a:xfrm>
            <a:off x="647700" y="1676400"/>
            <a:ext cx="3352800" cy="1182688"/>
            <a:chOff x="384" y="1056"/>
            <a:chExt cx="2112" cy="745"/>
          </a:xfrm>
        </p:grpSpPr>
        <p:sp>
          <p:nvSpPr>
            <p:cNvPr id="10258" name="AutoShape 32">
              <a:extLst>
                <a:ext uri="{FF2B5EF4-FFF2-40B4-BE49-F238E27FC236}">
                  <a16:creationId xmlns:a16="http://schemas.microsoft.com/office/drawing/2014/main" id="{67F2E498-C489-995C-5A0B-CCD3DB66B3CC}"/>
                </a:ext>
              </a:extLst>
            </p:cNvPr>
            <p:cNvSpPr>
              <a:spLocks noChangeArrowheads="1"/>
            </p:cNvSpPr>
            <p:nvPr/>
          </p:nvSpPr>
          <p:spPr bwMode="auto">
            <a:xfrm>
              <a:off x="384" y="1248"/>
              <a:ext cx="950" cy="502"/>
            </a:xfrm>
            <a:prstGeom prst="roundRect">
              <a:avLst>
                <a:gd name="adj" fmla="val 16667"/>
              </a:avLst>
            </a:prstGeom>
            <a:solidFill>
              <a:srgbClr val="99CCFF">
                <a:alpha val="39999"/>
              </a:srgbClr>
            </a:solidFill>
            <a:ln w="28575">
              <a:solidFill>
                <a:srgbClr val="99CCFF"/>
              </a:solidFill>
              <a:round/>
              <a:headEnd/>
              <a:tailEnd/>
            </a:ln>
          </p:spPr>
          <p:txBody>
            <a:bodyPr lIns="45720" rIns="45720" anchor="ct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b="1"/>
                <a:t>Atom placement</a:t>
              </a:r>
            </a:p>
          </p:txBody>
        </p:sp>
        <p:graphicFrame>
          <p:nvGraphicFramePr>
            <p:cNvPr id="10259" name="Object 34">
              <a:extLst>
                <a:ext uri="{FF2B5EF4-FFF2-40B4-BE49-F238E27FC236}">
                  <a16:creationId xmlns:a16="http://schemas.microsoft.com/office/drawing/2014/main" id="{2247DCAA-2A17-96B8-FAE9-5BDB9D585A9E}"/>
                </a:ext>
              </a:extLst>
            </p:cNvPr>
            <p:cNvGraphicFramePr>
              <a:graphicFrameLocks noChangeAspect="1"/>
            </p:cNvGraphicFramePr>
            <p:nvPr/>
          </p:nvGraphicFramePr>
          <p:xfrm>
            <a:off x="1680" y="1056"/>
            <a:ext cx="816" cy="745"/>
          </p:xfrm>
          <a:graphic>
            <a:graphicData uri="http://schemas.openxmlformats.org/presentationml/2006/ole">
              <mc:AlternateContent xmlns:mc="http://schemas.openxmlformats.org/markup-compatibility/2006">
                <mc:Choice xmlns:v="urn:schemas-microsoft-com:vml" Requires="v">
                  <p:oleObj r:id="rId3" imgW="825500" imgH="749300" progId="">
                    <p:embed/>
                  </p:oleObj>
                </mc:Choice>
                <mc:Fallback>
                  <p:oleObj r:id="rId3" imgW="825500" imgH="749300" progId="">
                    <p:embed/>
                    <p:pic>
                      <p:nvPicPr>
                        <p:cNvPr id="0"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0" y="1056"/>
                          <a:ext cx="816" cy="7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nvGrpSpPr>
          <p:cNvPr id="3" name="Group 54">
            <a:extLst>
              <a:ext uri="{FF2B5EF4-FFF2-40B4-BE49-F238E27FC236}">
                <a16:creationId xmlns:a16="http://schemas.microsoft.com/office/drawing/2014/main" id="{DB9EA682-63A9-34EE-FFA3-9CA6EEBB40BC}"/>
              </a:ext>
            </a:extLst>
          </p:cNvPr>
          <p:cNvGrpSpPr>
            <a:grpSpLocks/>
          </p:cNvGrpSpPr>
          <p:nvPr/>
        </p:nvGrpSpPr>
        <p:grpSpPr bwMode="auto">
          <a:xfrm>
            <a:off x="647700" y="2819400"/>
            <a:ext cx="7061200" cy="1077913"/>
            <a:chOff x="384" y="1776"/>
            <a:chExt cx="4448" cy="679"/>
          </a:xfrm>
        </p:grpSpPr>
        <p:sp>
          <p:nvSpPr>
            <p:cNvPr id="10254" name="AutoShape 36">
              <a:extLst>
                <a:ext uri="{FF2B5EF4-FFF2-40B4-BE49-F238E27FC236}">
                  <a16:creationId xmlns:a16="http://schemas.microsoft.com/office/drawing/2014/main" id="{5879C009-202F-7591-1127-8EFE3EEAA357}"/>
                </a:ext>
              </a:extLst>
            </p:cNvPr>
            <p:cNvSpPr>
              <a:spLocks noChangeArrowheads="1"/>
            </p:cNvSpPr>
            <p:nvPr/>
          </p:nvSpPr>
          <p:spPr bwMode="auto">
            <a:xfrm>
              <a:off x="384" y="1876"/>
              <a:ext cx="902" cy="493"/>
            </a:xfrm>
            <a:prstGeom prst="roundRect">
              <a:avLst>
                <a:gd name="adj" fmla="val 16667"/>
              </a:avLst>
            </a:prstGeom>
            <a:solidFill>
              <a:srgbClr val="99CCFF">
                <a:alpha val="39999"/>
              </a:srgbClr>
            </a:solidFill>
            <a:ln w="28575">
              <a:solidFill>
                <a:srgbClr val="99CCFF"/>
              </a:solidFill>
              <a:round/>
              <a:headEnd/>
              <a:tailEnd/>
            </a:ln>
          </p:spPr>
          <p:txBody>
            <a:bodyPr lIns="45720" rIns="45720" anchor="ct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b="1"/>
                <a:t>Sum of valence e</a:t>
              </a:r>
              <a:r>
                <a:rPr lang="en-US" altLang="en-US" sz="2000" baseline="30000"/>
                <a:t>–</a:t>
              </a:r>
              <a:r>
                <a:rPr lang="en-US" altLang="en-US" sz="2000"/>
                <a:t> </a:t>
              </a:r>
              <a:endParaRPr lang="en-US" altLang="en-US" sz="2000" b="1"/>
            </a:p>
          </p:txBody>
        </p:sp>
        <p:grpSp>
          <p:nvGrpSpPr>
            <p:cNvPr id="10255" name="Group 40">
              <a:extLst>
                <a:ext uri="{FF2B5EF4-FFF2-40B4-BE49-F238E27FC236}">
                  <a16:creationId xmlns:a16="http://schemas.microsoft.com/office/drawing/2014/main" id="{9BDB8404-8529-BE7A-D7EC-C96370B8AB47}"/>
                </a:ext>
              </a:extLst>
            </p:cNvPr>
            <p:cNvGrpSpPr>
              <a:grpSpLocks/>
            </p:cNvGrpSpPr>
            <p:nvPr/>
          </p:nvGrpSpPr>
          <p:grpSpPr bwMode="auto">
            <a:xfrm>
              <a:off x="3264" y="1776"/>
              <a:ext cx="1568" cy="679"/>
              <a:chOff x="2592" y="2688"/>
              <a:chExt cx="1568" cy="679"/>
            </a:xfrm>
          </p:grpSpPr>
          <p:sp>
            <p:nvSpPr>
              <p:cNvPr id="10256" name="Text Box 38">
                <a:extLst>
                  <a:ext uri="{FF2B5EF4-FFF2-40B4-BE49-F238E27FC236}">
                    <a16:creationId xmlns:a16="http://schemas.microsoft.com/office/drawing/2014/main" id="{7AE5E128-C9C3-825F-FA3C-D439536A7610}"/>
                  </a:ext>
                </a:extLst>
              </p:cNvPr>
              <p:cNvSpPr txBox="1">
                <a:spLocks noChangeArrowheads="1"/>
              </p:cNvSpPr>
              <p:nvPr/>
            </p:nvSpPr>
            <p:spPr bwMode="auto">
              <a:xfrm>
                <a:off x="2592" y="2688"/>
                <a:ext cx="1568"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a:t>1 x N = 1 x 5 =  5e</a:t>
                </a:r>
                <a:r>
                  <a:rPr lang="en-US" altLang="en-US" sz="2000" baseline="30000"/>
                  <a:t>–</a:t>
                </a:r>
                <a:r>
                  <a:rPr lang="en-US" altLang="en-US" sz="2000"/>
                  <a:t> </a:t>
                </a:r>
              </a:p>
              <a:p>
                <a:pPr>
                  <a:spcBef>
                    <a:spcPct val="10000"/>
                  </a:spcBef>
                </a:pPr>
                <a:r>
                  <a:rPr lang="en-US" altLang="en-US" sz="2000"/>
                  <a:t>3 x F = 3 x 7 = 21 e</a:t>
                </a:r>
                <a:r>
                  <a:rPr lang="en-US" altLang="en-US" sz="2000" baseline="30000"/>
                  <a:t>–</a:t>
                </a:r>
                <a:r>
                  <a:rPr lang="en-US" altLang="en-US" sz="2000"/>
                  <a:t> </a:t>
                </a:r>
                <a:endParaRPr lang="en-US" altLang="en-US" sz="2000" baseline="30000"/>
              </a:p>
              <a:p>
                <a:pPr>
                  <a:spcBef>
                    <a:spcPct val="10000"/>
                  </a:spcBef>
                </a:pPr>
                <a:r>
                  <a:rPr lang="en-US" altLang="en-US" sz="2000"/>
                  <a:t>Total             = 26 e</a:t>
                </a:r>
                <a:r>
                  <a:rPr lang="en-US" altLang="en-US" sz="2000" baseline="30000"/>
                  <a:t>–</a:t>
                </a:r>
                <a:r>
                  <a:rPr lang="en-US" altLang="en-US" sz="2000"/>
                  <a:t> </a:t>
                </a:r>
              </a:p>
            </p:txBody>
          </p:sp>
          <p:sp>
            <p:nvSpPr>
              <p:cNvPr id="10257" name="Line 39">
                <a:extLst>
                  <a:ext uri="{FF2B5EF4-FFF2-40B4-BE49-F238E27FC236}">
                    <a16:creationId xmlns:a16="http://schemas.microsoft.com/office/drawing/2014/main" id="{87DBC846-EE5A-2475-AD8F-7046071718E8}"/>
                  </a:ext>
                </a:extLst>
              </p:cNvPr>
              <p:cNvSpPr>
                <a:spLocks noChangeShapeType="1"/>
              </p:cNvSpPr>
              <p:nvPr/>
            </p:nvSpPr>
            <p:spPr bwMode="auto">
              <a:xfrm>
                <a:off x="2640" y="3120"/>
                <a:ext cx="144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grpSp>
      </p:grpSp>
      <p:graphicFrame>
        <p:nvGraphicFramePr>
          <p:cNvPr id="6188" name="Object 44">
            <a:extLst>
              <a:ext uri="{FF2B5EF4-FFF2-40B4-BE49-F238E27FC236}">
                <a16:creationId xmlns:a16="http://schemas.microsoft.com/office/drawing/2014/main" id="{90C6CB47-126E-2C26-70BC-605F0D9C0322}"/>
              </a:ext>
            </a:extLst>
          </p:cNvPr>
          <p:cNvGraphicFramePr>
            <a:graphicFrameLocks noChangeAspect="1"/>
          </p:cNvGraphicFramePr>
          <p:nvPr/>
        </p:nvGraphicFramePr>
        <p:xfrm>
          <a:off x="2743200" y="3733800"/>
          <a:ext cx="1219200" cy="1112838"/>
        </p:xfrm>
        <a:graphic>
          <a:graphicData uri="http://schemas.openxmlformats.org/presentationml/2006/ole">
            <mc:AlternateContent xmlns:mc="http://schemas.openxmlformats.org/markup-compatibility/2006">
              <mc:Choice xmlns:v="urn:schemas-microsoft-com:vml" Requires="v">
                <p:oleObj r:id="rId5" imgW="825500" imgH="749300" progId="">
                  <p:embed/>
                </p:oleObj>
              </mc:Choice>
              <mc:Fallback>
                <p:oleObj r:id="rId5" imgW="825500" imgH="749300" progId="">
                  <p:embed/>
                  <p:pic>
                    <p:nvPicPr>
                      <p:cNvPr id="0" name="Object 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3200" y="3733800"/>
                        <a:ext cx="1219200" cy="1112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5" name="Group 52">
            <a:extLst>
              <a:ext uri="{FF2B5EF4-FFF2-40B4-BE49-F238E27FC236}">
                <a16:creationId xmlns:a16="http://schemas.microsoft.com/office/drawing/2014/main" id="{3181A24D-50C3-8781-2914-8BC9F5A71B71}"/>
              </a:ext>
            </a:extLst>
          </p:cNvPr>
          <p:cNvGrpSpPr>
            <a:grpSpLocks/>
          </p:cNvGrpSpPr>
          <p:nvPr/>
        </p:nvGrpSpPr>
        <p:grpSpPr bwMode="auto">
          <a:xfrm>
            <a:off x="647700" y="990600"/>
            <a:ext cx="8048625" cy="796925"/>
            <a:chOff x="384" y="624"/>
            <a:chExt cx="5070" cy="502"/>
          </a:xfrm>
        </p:grpSpPr>
        <p:sp>
          <p:nvSpPr>
            <p:cNvPr id="10252" name="AutoShape 30">
              <a:extLst>
                <a:ext uri="{FF2B5EF4-FFF2-40B4-BE49-F238E27FC236}">
                  <a16:creationId xmlns:a16="http://schemas.microsoft.com/office/drawing/2014/main" id="{F1E3634C-09FC-1CF1-88F9-5C6030360142}"/>
                </a:ext>
              </a:extLst>
            </p:cNvPr>
            <p:cNvSpPr>
              <a:spLocks noChangeArrowheads="1"/>
            </p:cNvSpPr>
            <p:nvPr/>
          </p:nvSpPr>
          <p:spPr bwMode="auto">
            <a:xfrm>
              <a:off x="384" y="624"/>
              <a:ext cx="912" cy="502"/>
            </a:xfrm>
            <a:prstGeom prst="roundRect">
              <a:avLst>
                <a:gd name="adj" fmla="val 16667"/>
              </a:avLst>
            </a:prstGeom>
            <a:solidFill>
              <a:srgbClr val="99CCFF">
                <a:alpha val="39999"/>
              </a:srgbClr>
            </a:solidFill>
            <a:ln w="28575">
              <a:solidFill>
                <a:srgbClr val="99CCFF"/>
              </a:solidFill>
              <a:round/>
              <a:headEnd/>
              <a:tailEnd/>
            </a:ln>
          </p:spPr>
          <p:txBody>
            <a:bodyPr lIns="45720" rIns="45720" anchor="ct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b="1"/>
                <a:t>Molecular Formula</a:t>
              </a:r>
            </a:p>
          </p:txBody>
        </p:sp>
        <p:sp>
          <p:nvSpPr>
            <p:cNvPr id="10253" name="Text Box 50">
              <a:extLst>
                <a:ext uri="{FF2B5EF4-FFF2-40B4-BE49-F238E27FC236}">
                  <a16:creationId xmlns:a16="http://schemas.microsoft.com/office/drawing/2014/main" id="{44EA6132-56AB-1D49-D050-AFF77EB58268}"/>
                </a:ext>
              </a:extLst>
            </p:cNvPr>
            <p:cNvSpPr txBox="1">
              <a:spLocks noChangeArrowheads="1"/>
            </p:cNvSpPr>
            <p:nvPr/>
          </p:nvSpPr>
          <p:spPr bwMode="auto">
            <a:xfrm>
              <a:off x="1536" y="720"/>
              <a:ext cx="39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N has a lower EN than F, so N is placed in the center.</a:t>
              </a:r>
            </a:p>
          </p:txBody>
        </p:sp>
      </p:grpSp>
      <p:grpSp>
        <p:nvGrpSpPr>
          <p:cNvPr id="6" name="Group 56">
            <a:extLst>
              <a:ext uri="{FF2B5EF4-FFF2-40B4-BE49-F238E27FC236}">
                <a16:creationId xmlns:a16="http://schemas.microsoft.com/office/drawing/2014/main" id="{9DD955C0-E14C-6778-9AC1-E2AE3BDEF4BD}"/>
              </a:ext>
            </a:extLst>
          </p:cNvPr>
          <p:cNvGrpSpPr>
            <a:grpSpLocks/>
          </p:cNvGrpSpPr>
          <p:nvPr/>
        </p:nvGrpSpPr>
        <p:grpSpPr bwMode="auto">
          <a:xfrm>
            <a:off x="609600" y="3968750"/>
            <a:ext cx="6553200" cy="1881188"/>
            <a:chOff x="384" y="2500"/>
            <a:chExt cx="4128" cy="1185"/>
          </a:xfrm>
        </p:grpSpPr>
        <p:sp>
          <p:nvSpPr>
            <p:cNvPr id="10248" name="AutoShape 46">
              <a:extLst>
                <a:ext uri="{FF2B5EF4-FFF2-40B4-BE49-F238E27FC236}">
                  <a16:creationId xmlns:a16="http://schemas.microsoft.com/office/drawing/2014/main" id="{E4A73938-15B5-B3B5-13E4-319CDBEEEE77}"/>
                </a:ext>
              </a:extLst>
            </p:cNvPr>
            <p:cNvSpPr>
              <a:spLocks noChangeArrowheads="1"/>
            </p:cNvSpPr>
            <p:nvPr/>
          </p:nvSpPr>
          <p:spPr bwMode="auto">
            <a:xfrm>
              <a:off x="384" y="3120"/>
              <a:ext cx="960" cy="502"/>
            </a:xfrm>
            <a:prstGeom prst="roundRect">
              <a:avLst>
                <a:gd name="adj" fmla="val 16667"/>
              </a:avLst>
            </a:prstGeom>
            <a:solidFill>
              <a:srgbClr val="339966">
                <a:alpha val="20000"/>
              </a:srgbClr>
            </a:solidFill>
            <a:ln w="28575">
              <a:solidFill>
                <a:srgbClr val="339966"/>
              </a:solidFill>
              <a:round/>
              <a:headEnd/>
              <a:tailEnd/>
            </a:ln>
          </p:spPr>
          <p:txBody>
            <a:bodyPr lIns="45720" rIns="45720" anchor="ct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b="1"/>
                <a:t>Lewis structure</a:t>
              </a:r>
            </a:p>
          </p:txBody>
        </p:sp>
        <p:grpSp>
          <p:nvGrpSpPr>
            <p:cNvPr id="10249" name="Group 55">
              <a:extLst>
                <a:ext uri="{FF2B5EF4-FFF2-40B4-BE49-F238E27FC236}">
                  <a16:creationId xmlns:a16="http://schemas.microsoft.com/office/drawing/2014/main" id="{6E2E21B8-199C-E00A-73CA-6AF0396157AE}"/>
                </a:ext>
              </a:extLst>
            </p:cNvPr>
            <p:cNvGrpSpPr>
              <a:grpSpLocks/>
            </p:cNvGrpSpPr>
            <p:nvPr/>
          </p:nvGrpSpPr>
          <p:grpSpPr bwMode="auto">
            <a:xfrm>
              <a:off x="384" y="2500"/>
              <a:ext cx="4128" cy="1185"/>
              <a:chOff x="384" y="2500"/>
              <a:chExt cx="4128" cy="1185"/>
            </a:xfrm>
          </p:grpSpPr>
          <p:sp>
            <p:nvSpPr>
              <p:cNvPr id="10250" name="AutoShape 42">
                <a:extLst>
                  <a:ext uri="{FF2B5EF4-FFF2-40B4-BE49-F238E27FC236}">
                    <a16:creationId xmlns:a16="http://schemas.microsoft.com/office/drawing/2014/main" id="{C96821C4-D136-B783-6951-FEAD7871D709}"/>
                  </a:ext>
                </a:extLst>
              </p:cNvPr>
              <p:cNvSpPr>
                <a:spLocks noChangeArrowheads="1"/>
              </p:cNvSpPr>
              <p:nvPr/>
            </p:nvSpPr>
            <p:spPr bwMode="auto">
              <a:xfrm>
                <a:off x="384" y="2500"/>
                <a:ext cx="960" cy="493"/>
              </a:xfrm>
              <a:prstGeom prst="roundRect">
                <a:avLst>
                  <a:gd name="adj" fmla="val 16667"/>
                </a:avLst>
              </a:prstGeom>
              <a:solidFill>
                <a:srgbClr val="99CCFF">
                  <a:alpha val="39999"/>
                </a:srgbClr>
              </a:solidFill>
              <a:ln w="28575">
                <a:solidFill>
                  <a:srgbClr val="99CCFF"/>
                </a:solidFill>
                <a:round/>
                <a:headEnd/>
                <a:tailEnd/>
              </a:ln>
            </p:spPr>
            <p:txBody>
              <a:bodyPr lIns="45720" rIns="45720" anchor="ct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b="1"/>
                  <a:t>Remaining valence e</a:t>
                </a:r>
                <a:r>
                  <a:rPr lang="en-US" altLang="en-US" sz="2000" baseline="30000"/>
                  <a:t>–</a:t>
                </a:r>
                <a:r>
                  <a:rPr lang="en-US" altLang="en-US" sz="2000"/>
                  <a:t> </a:t>
                </a:r>
                <a:endParaRPr lang="en-US" altLang="en-US" sz="2000" b="1"/>
              </a:p>
            </p:txBody>
          </p:sp>
          <p:graphicFrame>
            <p:nvGraphicFramePr>
              <p:cNvPr id="10251" name="Object 51">
                <a:extLst>
                  <a:ext uri="{FF2B5EF4-FFF2-40B4-BE49-F238E27FC236}">
                    <a16:creationId xmlns:a16="http://schemas.microsoft.com/office/drawing/2014/main" id="{609332BF-138F-FC52-D813-9D281895A4F5}"/>
                  </a:ext>
                </a:extLst>
              </p:cNvPr>
              <p:cNvGraphicFramePr>
                <a:graphicFrameLocks noChangeAspect="1"/>
              </p:cNvGraphicFramePr>
              <p:nvPr/>
            </p:nvGraphicFramePr>
            <p:xfrm>
              <a:off x="3600" y="2832"/>
              <a:ext cx="912" cy="853"/>
            </p:xfrm>
            <a:graphic>
              <a:graphicData uri="http://schemas.openxmlformats.org/presentationml/2006/ole">
                <mc:AlternateContent xmlns:mc="http://schemas.openxmlformats.org/markup-compatibility/2006">
                  <mc:Choice xmlns:v="urn:schemas-microsoft-com:vml" Requires="v">
                    <p:oleObj r:id="rId7" imgW="927100" imgH="876300" progId="">
                      <p:embed/>
                    </p:oleObj>
                  </mc:Choice>
                  <mc:Fallback>
                    <p:oleObj r:id="rId7" imgW="927100" imgH="876300" progId="">
                      <p:embed/>
                      <p:pic>
                        <p:nvPicPr>
                          <p:cNvPr id="0" name="Object 5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0" y="2832"/>
                            <a:ext cx="912" cy="8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2"/>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3"/>
                                        </p:tgtEl>
                                        <p:attrNameLst>
                                          <p:attrName>style.visibility</p:attrName>
                                        </p:attrNameLst>
                                      </p:cBhvr>
                                      <p:to>
                                        <p:strVal val="visible"/>
                                      </p:to>
                                    </p:set>
                                  </p:childTnLst>
                                </p:cTn>
                              </p:par>
                            </p:childTnLst>
                          </p:cTn>
                        </p:par>
                        <p:par>
                          <p:cTn id="13" fill="hold" nodeType="afterGroup">
                            <p:stCondLst>
                              <p:cond delay="3000"/>
                            </p:stCondLst>
                            <p:childTnLst>
                              <p:par>
                                <p:cTn id="14" presetID="1" presetClass="entr" presetSubtype="0" fill="hold" nodeType="afterEffect">
                                  <p:stCondLst>
                                    <p:cond delay="1000"/>
                                  </p:stCondLst>
                                  <p:childTnLst>
                                    <p:set>
                                      <p:cBhvr>
                                        <p:cTn id="15" dur="1" fill="hold">
                                          <p:stCondLst>
                                            <p:cond delay="0"/>
                                          </p:stCondLst>
                                        </p:cTn>
                                        <p:tgtEl>
                                          <p:spTgt spid="6188"/>
                                        </p:tgtEl>
                                        <p:attrNameLst>
                                          <p:attrName>style.visibility</p:attrName>
                                        </p:attrNameLst>
                                      </p:cBhvr>
                                      <p:to>
                                        <p:strVal val="visible"/>
                                      </p:to>
                                    </p:set>
                                  </p:childTnLst>
                                </p:cTn>
                              </p:par>
                            </p:childTnLst>
                          </p:cTn>
                        </p:par>
                        <p:par>
                          <p:cTn id="16" fill="hold" nodeType="afterGroup">
                            <p:stCondLst>
                              <p:cond delay="4000"/>
                            </p:stCondLst>
                            <p:childTnLst>
                              <p:par>
                                <p:cTn id="17" presetID="1" presetClass="entr" presetSubtype="0" fill="hold" nodeType="afterEffect">
                                  <p:stCondLst>
                                    <p:cond delay="100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a:extLst>
              <a:ext uri="{FF2B5EF4-FFF2-40B4-BE49-F238E27FC236}">
                <a16:creationId xmlns:a16="http://schemas.microsoft.com/office/drawing/2014/main" id="{EE7B8034-2683-3AC1-1C0E-0AF74FC3784E}"/>
              </a:ext>
            </a:extLst>
          </p:cNvPr>
          <p:cNvSpPr txBox="1">
            <a:spLocks noChangeArrowheads="1"/>
          </p:cNvSpPr>
          <p:nvPr/>
        </p:nvSpPr>
        <p:spPr bwMode="auto">
          <a:xfrm>
            <a:off x="609600" y="533400"/>
            <a:ext cx="28194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Sample Problem 10.1</a:t>
            </a:r>
          </a:p>
        </p:txBody>
      </p:sp>
      <p:sp>
        <p:nvSpPr>
          <p:cNvPr id="12291" name="Text Box 3">
            <a:extLst>
              <a:ext uri="{FF2B5EF4-FFF2-40B4-BE49-F238E27FC236}">
                <a16:creationId xmlns:a16="http://schemas.microsoft.com/office/drawing/2014/main" id="{FBC50081-548E-3E88-BB9B-A4374EC41553}"/>
              </a:ext>
            </a:extLst>
          </p:cNvPr>
          <p:cNvSpPr txBox="1">
            <a:spLocks noChangeArrowheads="1"/>
          </p:cNvSpPr>
          <p:nvPr/>
        </p:nvSpPr>
        <p:spPr bwMode="auto">
          <a:xfrm>
            <a:off x="3505200" y="533400"/>
            <a:ext cx="5334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Writing Lewis Structures for Species with One Central Atom</a:t>
            </a:r>
          </a:p>
        </p:txBody>
      </p:sp>
      <p:sp>
        <p:nvSpPr>
          <p:cNvPr id="16389" name="Text Box 5">
            <a:extLst>
              <a:ext uri="{FF2B5EF4-FFF2-40B4-BE49-F238E27FC236}">
                <a16:creationId xmlns:a16="http://schemas.microsoft.com/office/drawing/2014/main" id="{BC1307E9-351B-1EA3-069D-8AB781C24203}"/>
              </a:ext>
            </a:extLst>
          </p:cNvPr>
          <p:cNvSpPr txBox="1">
            <a:spLocks noChangeArrowheads="1"/>
          </p:cNvSpPr>
          <p:nvPr/>
        </p:nvSpPr>
        <p:spPr bwMode="auto">
          <a:xfrm>
            <a:off x="533400" y="1730375"/>
            <a:ext cx="1676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SOLUTION: </a:t>
            </a:r>
          </a:p>
          <a:p>
            <a:r>
              <a:rPr lang="en-US" altLang="en-US" sz="2000" b="1"/>
              <a:t>(a) </a:t>
            </a:r>
            <a:r>
              <a:rPr lang="en-US" altLang="en-US" sz="2000"/>
              <a:t>CCl</a:t>
            </a:r>
            <a:r>
              <a:rPr lang="en-US" altLang="en-US" sz="2000" baseline="-25000"/>
              <a:t>2</a:t>
            </a:r>
            <a:r>
              <a:rPr lang="en-US" altLang="en-US" sz="2000"/>
              <a:t>F</a:t>
            </a:r>
            <a:r>
              <a:rPr lang="en-US" altLang="en-US" sz="2000" baseline="-25000"/>
              <a:t>2</a:t>
            </a:r>
            <a:endParaRPr lang="en-US" altLang="en-US" sz="2000"/>
          </a:p>
        </p:txBody>
      </p:sp>
      <p:grpSp>
        <p:nvGrpSpPr>
          <p:cNvPr id="12293" name="Group 47">
            <a:extLst>
              <a:ext uri="{FF2B5EF4-FFF2-40B4-BE49-F238E27FC236}">
                <a16:creationId xmlns:a16="http://schemas.microsoft.com/office/drawing/2014/main" id="{08765E24-EDDB-ADAD-D3F6-372030B2E695}"/>
              </a:ext>
            </a:extLst>
          </p:cNvPr>
          <p:cNvGrpSpPr>
            <a:grpSpLocks/>
          </p:cNvGrpSpPr>
          <p:nvPr/>
        </p:nvGrpSpPr>
        <p:grpSpPr bwMode="auto">
          <a:xfrm>
            <a:off x="533400" y="1276350"/>
            <a:ext cx="8229600" cy="400050"/>
            <a:chOff x="336" y="768"/>
            <a:chExt cx="5184" cy="252"/>
          </a:xfrm>
        </p:grpSpPr>
        <p:sp>
          <p:nvSpPr>
            <p:cNvPr id="12300" name="Text Box 7">
              <a:extLst>
                <a:ext uri="{FF2B5EF4-FFF2-40B4-BE49-F238E27FC236}">
                  <a16:creationId xmlns:a16="http://schemas.microsoft.com/office/drawing/2014/main" id="{77CB4210-5917-5091-2F9A-0F665ED86AA6}"/>
                </a:ext>
              </a:extLst>
            </p:cNvPr>
            <p:cNvSpPr txBox="1">
              <a:spLocks noChangeArrowheads="1"/>
            </p:cNvSpPr>
            <p:nvPr/>
          </p:nvSpPr>
          <p:spPr bwMode="auto">
            <a:xfrm>
              <a:off x="336" y="768"/>
              <a:ext cx="10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PROBLEM:</a:t>
              </a:r>
            </a:p>
          </p:txBody>
        </p:sp>
        <p:sp>
          <p:nvSpPr>
            <p:cNvPr id="12301" name="Text Box 8">
              <a:extLst>
                <a:ext uri="{FF2B5EF4-FFF2-40B4-BE49-F238E27FC236}">
                  <a16:creationId xmlns:a16="http://schemas.microsoft.com/office/drawing/2014/main" id="{9A24B0D5-3C1C-7DD4-FB6E-2F2C706EEB5D}"/>
                </a:ext>
              </a:extLst>
            </p:cNvPr>
            <p:cNvSpPr txBox="1">
              <a:spLocks noChangeArrowheads="1"/>
            </p:cNvSpPr>
            <p:nvPr/>
          </p:nvSpPr>
          <p:spPr bwMode="auto">
            <a:xfrm>
              <a:off x="1344" y="768"/>
              <a:ext cx="41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Write a Lewis structure for (a) CCl</a:t>
              </a:r>
              <a:r>
                <a:rPr lang="en-US" altLang="en-US" sz="2000" baseline="-25000"/>
                <a:t>2</a:t>
              </a:r>
              <a:r>
                <a:rPr lang="en-US" altLang="en-US" sz="2000"/>
                <a:t>F</a:t>
              </a:r>
              <a:r>
                <a:rPr lang="en-US" altLang="en-US" sz="2000" baseline="-25000"/>
                <a:t>2</a:t>
              </a:r>
              <a:r>
                <a:rPr lang="en-US" altLang="en-US" sz="2000"/>
                <a:t>; and (b) PCl</a:t>
              </a:r>
              <a:r>
                <a:rPr lang="en-US" altLang="en-US" sz="2000" baseline="-25000"/>
                <a:t>2</a:t>
              </a:r>
              <a:r>
                <a:rPr lang="en-US" altLang="en-US" sz="2000" baseline="30000"/>
                <a:t>–</a:t>
              </a:r>
              <a:r>
                <a:rPr lang="en-US" altLang="en-US" sz="2000"/>
                <a:t>.</a:t>
              </a:r>
            </a:p>
          </p:txBody>
        </p:sp>
      </p:grpSp>
      <p:sp>
        <p:nvSpPr>
          <p:cNvPr id="16396" name="Text Box 12">
            <a:extLst>
              <a:ext uri="{FF2B5EF4-FFF2-40B4-BE49-F238E27FC236}">
                <a16:creationId xmlns:a16="http://schemas.microsoft.com/office/drawing/2014/main" id="{C7F275FE-AC6F-B652-2C04-190FD8FF1461}"/>
              </a:ext>
            </a:extLst>
          </p:cNvPr>
          <p:cNvSpPr txBox="1">
            <a:spLocks noChangeArrowheads="1"/>
          </p:cNvSpPr>
          <p:nvPr/>
        </p:nvSpPr>
        <p:spPr bwMode="auto">
          <a:xfrm>
            <a:off x="533400" y="2514600"/>
            <a:ext cx="63246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14400" indent="-914400">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i="1"/>
              <a:t>Step 1: </a:t>
            </a:r>
            <a:r>
              <a:rPr lang="en-US" altLang="en-US" sz="2000"/>
              <a:t>Place the atoms relative to each other. Carbon has the lowest EN and is the central atom.  The other atoms are placed around it.</a:t>
            </a:r>
            <a:endParaRPr lang="en-US" altLang="en-US" sz="2000" i="1"/>
          </a:p>
        </p:txBody>
      </p:sp>
      <p:sp>
        <p:nvSpPr>
          <p:cNvPr id="2" name="Text Box 12">
            <a:extLst>
              <a:ext uri="{FF2B5EF4-FFF2-40B4-BE49-F238E27FC236}">
                <a16:creationId xmlns:a16="http://schemas.microsoft.com/office/drawing/2014/main" id="{9BD78B8E-F7A2-BB54-9A4A-CCCD6A045459}"/>
              </a:ext>
            </a:extLst>
          </p:cNvPr>
          <p:cNvSpPr txBox="1">
            <a:spLocks noChangeArrowheads="1"/>
          </p:cNvSpPr>
          <p:nvPr/>
        </p:nvSpPr>
        <p:spPr bwMode="auto">
          <a:xfrm>
            <a:off x="533400" y="3635375"/>
            <a:ext cx="5638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14400" indent="-914400">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i="1"/>
              <a:t>Step 2</a:t>
            </a:r>
            <a:r>
              <a:rPr lang="en-US" altLang="en-US" sz="2000"/>
              <a:t>: [1 x C(4e</a:t>
            </a:r>
            <a:r>
              <a:rPr lang="en-US" altLang="en-US" sz="2000" baseline="30000"/>
              <a:t>–</a:t>
            </a:r>
            <a:r>
              <a:rPr lang="en-US" altLang="en-US" sz="2000"/>
              <a:t>)] + [2 x F(7e</a:t>
            </a:r>
            <a:r>
              <a:rPr lang="en-US" altLang="en-US" sz="2000" baseline="30000"/>
              <a:t>–</a:t>
            </a:r>
            <a:r>
              <a:rPr lang="en-US" altLang="en-US" sz="2000"/>
              <a:t>)] + [2 x Cl(7e</a:t>
            </a:r>
            <a:r>
              <a:rPr lang="en-US" altLang="en-US" sz="2000" baseline="30000"/>
              <a:t>–</a:t>
            </a:r>
            <a:r>
              <a:rPr lang="en-US" altLang="en-US" sz="2000"/>
              <a:t>)] = 32 valence e</a:t>
            </a:r>
            <a:r>
              <a:rPr lang="en-US" altLang="en-US" sz="2000" baseline="30000"/>
              <a:t>–</a:t>
            </a:r>
            <a:endParaRPr lang="en-US" altLang="en-US" sz="2000" i="1"/>
          </a:p>
        </p:txBody>
      </p:sp>
      <p:graphicFrame>
        <p:nvGraphicFramePr>
          <p:cNvPr id="7218" name="Object 50">
            <a:extLst>
              <a:ext uri="{FF2B5EF4-FFF2-40B4-BE49-F238E27FC236}">
                <a16:creationId xmlns:a16="http://schemas.microsoft.com/office/drawing/2014/main" id="{0794237C-8844-3F4A-CC3F-8B6FAA5EE9F4}"/>
              </a:ext>
            </a:extLst>
          </p:cNvPr>
          <p:cNvGraphicFramePr>
            <a:graphicFrameLocks noChangeAspect="1"/>
          </p:cNvGraphicFramePr>
          <p:nvPr/>
        </p:nvGraphicFramePr>
        <p:xfrm>
          <a:off x="7162800" y="2286000"/>
          <a:ext cx="1416050" cy="1447800"/>
        </p:xfrm>
        <a:graphic>
          <a:graphicData uri="http://schemas.openxmlformats.org/presentationml/2006/ole">
            <mc:AlternateContent xmlns:mc="http://schemas.openxmlformats.org/markup-compatibility/2006">
              <mc:Choice xmlns:v="urn:schemas-microsoft-com:vml" Requires="v">
                <p:oleObj r:id="rId3" imgW="927100" imgH="939800" progId="">
                  <p:embed/>
                </p:oleObj>
              </mc:Choice>
              <mc:Fallback>
                <p:oleObj r:id="rId3" imgW="927100" imgH="939800" progId="">
                  <p:embed/>
                  <p:pic>
                    <p:nvPicPr>
                      <p:cNvPr id="0" name="Object 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2286000"/>
                        <a:ext cx="1416050" cy="144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 name="Text Box 12">
            <a:extLst>
              <a:ext uri="{FF2B5EF4-FFF2-40B4-BE49-F238E27FC236}">
                <a16:creationId xmlns:a16="http://schemas.microsoft.com/office/drawing/2014/main" id="{21502A85-F0DC-E9D4-B8B1-202E78A119C7}"/>
              </a:ext>
            </a:extLst>
          </p:cNvPr>
          <p:cNvSpPr txBox="1">
            <a:spLocks noChangeArrowheads="1"/>
          </p:cNvSpPr>
          <p:nvPr/>
        </p:nvSpPr>
        <p:spPr bwMode="auto">
          <a:xfrm>
            <a:off x="533400" y="4549775"/>
            <a:ext cx="51816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087438" indent="-1087438">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i="1"/>
              <a:t>Steps 3-4</a:t>
            </a:r>
            <a:r>
              <a:rPr lang="en-US" altLang="en-US" sz="2000"/>
              <a:t>: Add single bonds, then give each atom a full octet. </a:t>
            </a:r>
            <a:endParaRPr lang="en-US" altLang="en-US" sz="2000" i="1"/>
          </a:p>
        </p:txBody>
      </p:sp>
      <p:graphicFrame>
        <p:nvGraphicFramePr>
          <p:cNvPr id="7220" name="Object 52">
            <a:extLst>
              <a:ext uri="{FF2B5EF4-FFF2-40B4-BE49-F238E27FC236}">
                <a16:creationId xmlns:a16="http://schemas.microsoft.com/office/drawing/2014/main" id="{47749857-CB91-0C09-9865-C5F3BFA9A035}"/>
              </a:ext>
            </a:extLst>
          </p:cNvPr>
          <p:cNvGraphicFramePr>
            <a:graphicFrameLocks noChangeAspect="1"/>
          </p:cNvGraphicFramePr>
          <p:nvPr/>
        </p:nvGraphicFramePr>
        <p:xfrm>
          <a:off x="7010400" y="4267200"/>
          <a:ext cx="1590675" cy="1676400"/>
        </p:xfrm>
        <a:graphic>
          <a:graphicData uri="http://schemas.openxmlformats.org/presentationml/2006/ole">
            <mc:AlternateContent xmlns:mc="http://schemas.openxmlformats.org/markup-compatibility/2006">
              <mc:Choice xmlns:v="urn:schemas-microsoft-com:vml" Requires="v">
                <p:oleObj r:id="rId5" imgW="1028700" imgH="1079500" progId="">
                  <p:embed/>
                </p:oleObj>
              </mc:Choice>
              <mc:Fallback>
                <p:oleObj r:id="rId5" imgW="1028700" imgH="1079500" progId="">
                  <p:embed/>
                  <p:pic>
                    <p:nvPicPr>
                      <p:cNvPr id="0" name="Object 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10400" y="4267200"/>
                        <a:ext cx="1590675" cy="167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2299" name="TextBox 4">
            <a:extLst>
              <a:ext uri="{FF2B5EF4-FFF2-40B4-BE49-F238E27FC236}">
                <a16:creationId xmlns:a16="http://schemas.microsoft.com/office/drawing/2014/main" id="{8F85C446-1E8D-9CBD-71EA-69D37DBEF310}"/>
              </a:ext>
            </a:extLst>
          </p:cNvPr>
          <p:cNvSpPr txBox="1">
            <a:spLocks noChangeArrowheads="1"/>
          </p:cNvSpPr>
          <p:nvPr/>
        </p:nvSpPr>
        <p:spPr bwMode="auto">
          <a:xfrm>
            <a:off x="533400" y="5410200"/>
            <a:ext cx="6477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CHECK: </a:t>
            </a:r>
            <a:r>
              <a:rPr lang="en-US" altLang="en-US" sz="2000"/>
              <a:t>Confirm that each atom has an octet and your Lewis structure accounts for 32 valence electrons.</a:t>
            </a:r>
            <a:endParaRPr lang="en-US" altLang="en-US" sz="2000" i="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89"/>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1000"/>
                                  </p:stCondLst>
                                  <p:childTnLst>
                                    <p:set>
                                      <p:cBhvr>
                                        <p:cTn id="9" dur="1" fill="hold">
                                          <p:stCondLst>
                                            <p:cond delay="0"/>
                                          </p:stCondLst>
                                        </p:cTn>
                                        <p:tgtEl>
                                          <p:spTgt spid="16396"/>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nodeType="afterEffect">
                                  <p:stCondLst>
                                    <p:cond delay="1000"/>
                                  </p:stCondLst>
                                  <p:childTnLst>
                                    <p:set>
                                      <p:cBhvr>
                                        <p:cTn id="12" dur="1" fill="hold">
                                          <p:stCondLst>
                                            <p:cond delay="0"/>
                                          </p:stCondLst>
                                        </p:cTn>
                                        <p:tgtEl>
                                          <p:spTgt spid="7218"/>
                                        </p:tgtEl>
                                        <p:attrNameLst>
                                          <p:attrName>style.visibility</p:attrName>
                                        </p:attrNameLst>
                                      </p:cBhvr>
                                      <p:to>
                                        <p:strVal val="visible"/>
                                      </p:to>
                                    </p:set>
                                  </p:childTnLst>
                                </p:cTn>
                              </p:par>
                            </p:childTnLst>
                          </p:cTn>
                        </p:par>
                        <p:par>
                          <p:cTn id="13" fill="hold" nodeType="afterGroup">
                            <p:stCondLst>
                              <p:cond delay="2000"/>
                            </p:stCondLst>
                            <p:childTnLst>
                              <p:par>
                                <p:cTn id="14" presetID="1" presetClass="entr" presetSubtype="0" fill="hold" grpId="0" nodeType="afterEffect">
                                  <p:stCondLst>
                                    <p:cond delay="1000"/>
                                  </p:stCondLst>
                                  <p:childTnLst>
                                    <p:set>
                                      <p:cBhvr>
                                        <p:cTn id="15" dur="1" fill="hold">
                                          <p:stCondLst>
                                            <p:cond delay="0"/>
                                          </p:stCondLst>
                                        </p:cTn>
                                        <p:tgtEl>
                                          <p:spTgt spid="2"/>
                                        </p:tgtEl>
                                        <p:attrNameLst>
                                          <p:attrName>style.visibility</p:attrName>
                                        </p:attrNameLst>
                                      </p:cBhvr>
                                      <p:to>
                                        <p:strVal val="visible"/>
                                      </p:to>
                                    </p:set>
                                  </p:childTnLst>
                                </p:cTn>
                              </p:par>
                            </p:childTnLst>
                          </p:cTn>
                        </p:par>
                        <p:par>
                          <p:cTn id="16" fill="hold" nodeType="afterGroup">
                            <p:stCondLst>
                              <p:cond delay="3000"/>
                            </p:stCondLst>
                            <p:childTnLst>
                              <p:par>
                                <p:cTn id="17" presetID="1" presetClass="entr" presetSubtype="0" fill="hold" grpId="0" nodeType="afterEffect">
                                  <p:stCondLst>
                                    <p:cond delay="1000"/>
                                  </p:stCondLst>
                                  <p:childTnLst>
                                    <p:set>
                                      <p:cBhvr>
                                        <p:cTn id="18" dur="1" fill="hold">
                                          <p:stCondLst>
                                            <p:cond delay="0"/>
                                          </p:stCondLst>
                                        </p:cTn>
                                        <p:tgtEl>
                                          <p:spTgt spid="3"/>
                                        </p:tgtEl>
                                        <p:attrNameLst>
                                          <p:attrName>style.visibility</p:attrName>
                                        </p:attrNameLst>
                                      </p:cBhvr>
                                      <p:to>
                                        <p:strVal val="visible"/>
                                      </p:to>
                                    </p:set>
                                  </p:childTnLst>
                                </p:cTn>
                              </p:par>
                            </p:childTnLst>
                          </p:cTn>
                        </p:par>
                        <p:par>
                          <p:cTn id="19" fill="hold" nodeType="afterGroup">
                            <p:stCondLst>
                              <p:cond delay="4000"/>
                            </p:stCondLst>
                            <p:childTnLst>
                              <p:par>
                                <p:cTn id="20" presetID="1" presetClass="entr" presetSubtype="0" fill="hold" nodeType="afterEffect">
                                  <p:stCondLst>
                                    <p:cond delay="1000"/>
                                  </p:stCondLst>
                                  <p:childTnLst>
                                    <p:set>
                                      <p:cBhvr>
                                        <p:cTn id="21" dur="1" fill="hold">
                                          <p:stCondLst>
                                            <p:cond delay="0"/>
                                          </p:stCondLst>
                                        </p:cTn>
                                        <p:tgtEl>
                                          <p:spTgt spid="72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p:bldP spid="16396" grpId="0"/>
      <p:bldP spid="2"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a:extLst>
              <a:ext uri="{FF2B5EF4-FFF2-40B4-BE49-F238E27FC236}">
                <a16:creationId xmlns:a16="http://schemas.microsoft.com/office/drawing/2014/main" id="{1F2E4A68-4504-ED88-1C21-AFE0B9DB0443}"/>
              </a:ext>
            </a:extLst>
          </p:cNvPr>
          <p:cNvSpPr txBox="1">
            <a:spLocks noChangeArrowheads="1"/>
          </p:cNvSpPr>
          <p:nvPr/>
        </p:nvSpPr>
        <p:spPr bwMode="auto">
          <a:xfrm>
            <a:off x="609600" y="152400"/>
            <a:ext cx="28194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Sample Problem 10.1</a:t>
            </a:r>
          </a:p>
        </p:txBody>
      </p:sp>
      <p:sp>
        <p:nvSpPr>
          <p:cNvPr id="16389" name="Text Box 5">
            <a:extLst>
              <a:ext uri="{FF2B5EF4-FFF2-40B4-BE49-F238E27FC236}">
                <a16:creationId xmlns:a16="http://schemas.microsoft.com/office/drawing/2014/main" id="{025B4F43-1A11-7DCC-85EE-C5E3618CA10D}"/>
              </a:ext>
            </a:extLst>
          </p:cNvPr>
          <p:cNvSpPr txBox="1">
            <a:spLocks noChangeArrowheads="1"/>
          </p:cNvSpPr>
          <p:nvPr/>
        </p:nvSpPr>
        <p:spPr bwMode="auto">
          <a:xfrm>
            <a:off x="457200" y="971550"/>
            <a:ext cx="3048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 (b) </a:t>
            </a:r>
            <a:r>
              <a:rPr lang="en-US" altLang="en-US" sz="2000"/>
              <a:t>PCl</a:t>
            </a:r>
            <a:r>
              <a:rPr lang="en-US" altLang="en-US" sz="2000" baseline="-25000"/>
              <a:t>2</a:t>
            </a:r>
            <a:r>
              <a:rPr lang="en-US" altLang="en-US" sz="2000" baseline="30000"/>
              <a:t>–</a:t>
            </a:r>
            <a:endParaRPr lang="en-US" altLang="en-US" sz="2000" b="1"/>
          </a:p>
        </p:txBody>
      </p:sp>
      <p:sp>
        <p:nvSpPr>
          <p:cNvPr id="16396" name="Text Box 12">
            <a:extLst>
              <a:ext uri="{FF2B5EF4-FFF2-40B4-BE49-F238E27FC236}">
                <a16:creationId xmlns:a16="http://schemas.microsoft.com/office/drawing/2014/main" id="{B1D7ACB2-1E20-7343-C3B7-01698DD58AF1}"/>
              </a:ext>
            </a:extLst>
          </p:cNvPr>
          <p:cNvSpPr txBox="1">
            <a:spLocks noChangeArrowheads="1"/>
          </p:cNvSpPr>
          <p:nvPr/>
        </p:nvSpPr>
        <p:spPr bwMode="auto">
          <a:xfrm>
            <a:off x="533400" y="1676400"/>
            <a:ext cx="6477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14400" indent="-914400">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i="1"/>
              <a:t>Step 1: </a:t>
            </a:r>
            <a:r>
              <a:rPr lang="en-US" altLang="en-US" sz="2000"/>
              <a:t>Place atoms relative to each other. Phosphorus has the lower EN and is the central atom.  The other atoms are placed around it.</a:t>
            </a:r>
            <a:endParaRPr lang="en-US" altLang="en-US" sz="2000" i="1"/>
          </a:p>
        </p:txBody>
      </p:sp>
      <p:sp>
        <p:nvSpPr>
          <p:cNvPr id="2" name="Text Box 12">
            <a:extLst>
              <a:ext uri="{FF2B5EF4-FFF2-40B4-BE49-F238E27FC236}">
                <a16:creationId xmlns:a16="http://schemas.microsoft.com/office/drawing/2014/main" id="{C73D92C6-4ECD-0C81-5D23-BB48CAE3828F}"/>
              </a:ext>
            </a:extLst>
          </p:cNvPr>
          <p:cNvSpPr txBox="1">
            <a:spLocks noChangeArrowheads="1"/>
          </p:cNvSpPr>
          <p:nvPr/>
        </p:nvSpPr>
        <p:spPr bwMode="auto">
          <a:xfrm>
            <a:off x="533400" y="2819400"/>
            <a:ext cx="5638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14400" indent="-914400">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i="1"/>
              <a:t>Step 2</a:t>
            </a:r>
            <a:r>
              <a:rPr lang="en-US" altLang="en-US" sz="2000"/>
              <a:t>: [1 x P(5e</a:t>
            </a:r>
            <a:r>
              <a:rPr lang="en-US" altLang="en-US" sz="2000" baseline="30000"/>
              <a:t>–</a:t>
            </a:r>
            <a:r>
              <a:rPr lang="en-US" altLang="en-US" sz="2000"/>
              <a:t>)] + [2 x Cl(7e</a:t>
            </a:r>
            <a:r>
              <a:rPr lang="en-US" altLang="en-US" sz="2000" baseline="30000"/>
              <a:t>–</a:t>
            </a:r>
            <a:r>
              <a:rPr lang="en-US" altLang="en-US" sz="2000"/>
              <a:t>)] + [1 negative charge (1e</a:t>
            </a:r>
            <a:r>
              <a:rPr lang="en-US" altLang="en-US" sz="2000" baseline="30000"/>
              <a:t>–</a:t>
            </a:r>
            <a:r>
              <a:rPr lang="en-US" altLang="en-US" sz="2000"/>
              <a:t>)] = 20 valence e</a:t>
            </a:r>
            <a:r>
              <a:rPr lang="en-US" altLang="en-US" sz="2000" baseline="30000"/>
              <a:t>–</a:t>
            </a:r>
            <a:endParaRPr lang="en-US" altLang="en-US" sz="2000" i="1"/>
          </a:p>
        </p:txBody>
      </p:sp>
      <p:sp>
        <p:nvSpPr>
          <p:cNvPr id="3" name="Text Box 12">
            <a:extLst>
              <a:ext uri="{FF2B5EF4-FFF2-40B4-BE49-F238E27FC236}">
                <a16:creationId xmlns:a16="http://schemas.microsoft.com/office/drawing/2014/main" id="{C1C1AAC7-C9CB-F386-E84B-527E402BBE41}"/>
              </a:ext>
            </a:extLst>
          </p:cNvPr>
          <p:cNvSpPr txBox="1">
            <a:spLocks noChangeArrowheads="1"/>
          </p:cNvSpPr>
          <p:nvPr/>
        </p:nvSpPr>
        <p:spPr bwMode="auto">
          <a:xfrm>
            <a:off x="533400" y="3733800"/>
            <a:ext cx="5486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087438" indent="-1087438">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i="1"/>
              <a:t>Steps 3-4</a:t>
            </a:r>
            <a:r>
              <a:rPr lang="en-US" altLang="en-US" sz="2000"/>
              <a:t>: Add single bonds, then give each atom a full octet. </a:t>
            </a:r>
            <a:endParaRPr lang="en-US" altLang="en-US" sz="2000" i="1"/>
          </a:p>
        </p:txBody>
      </p:sp>
      <p:grpSp>
        <p:nvGrpSpPr>
          <p:cNvPr id="14343" name="Group 6">
            <a:extLst>
              <a:ext uri="{FF2B5EF4-FFF2-40B4-BE49-F238E27FC236}">
                <a16:creationId xmlns:a16="http://schemas.microsoft.com/office/drawing/2014/main" id="{CC4D7114-4B6D-D3AC-44FE-39FD222FEAA3}"/>
              </a:ext>
            </a:extLst>
          </p:cNvPr>
          <p:cNvGrpSpPr>
            <a:grpSpLocks/>
          </p:cNvGrpSpPr>
          <p:nvPr/>
        </p:nvGrpSpPr>
        <p:grpSpPr bwMode="auto">
          <a:xfrm>
            <a:off x="7221538" y="1828800"/>
            <a:ext cx="1846262" cy="461963"/>
            <a:chOff x="6781800" y="2819400"/>
            <a:chExt cx="1846910" cy="461665"/>
          </a:xfrm>
        </p:grpSpPr>
        <p:sp>
          <p:nvSpPr>
            <p:cNvPr id="14373" name="TextBox 3">
              <a:extLst>
                <a:ext uri="{FF2B5EF4-FFF2-40B4-BE49-F238E27FC236}">
                  <a16:creationId xmlns:a16="http://schemas.microsoft.com/office/drawing/2014/main" id="{746F5A58-9913-9CF6-4F73-A119A30D824A}"/>
                </a:ext>
              </a:extLst>
            </p:cNvPr>
            <p:cNvSpPr txBox="1">
              <a:spLocks noChangeArrowheads="1"/>
            </p:cNvSpPr>
            <p:nvPr/>
          </p:nvSpPr>
          <p:spPr bwMode="auto">
            <a:xfrm>
              <a:off x="7543800" y="2819400"/>
              <a:ext cx="3843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P</a:t>
              </a:r>
            </a:p>
          </p:txBody>
        </p:sp>
        <p:sp>
          <p:nvSpPr>
            <p:cNvPr id="14374" name="TextBox 4">
              <a:extLst>
                <a:ext uri="{FF2B5EF4-FFF2-40B4-BE49-F238E27FC236}">
                  <a16:creationId xmlns:a16="http://schemas.microsoft.com/office/drawing/2014/main" id="{0C8A64F3-0094-C044-F6D8-57F3EEC4690B}"/>
                </a:ext>
              </a:extLst>
            </p:cNvPr>
            <p:cNvSpPr txBox="1">
              <a:spLocks noChangeArrowheads="1"/>
            </p:cNvSpPr>
            <p:nvPr/>
          </p:nvSpPr>
          <p:spPr bwMode="auto">
            <a:xfrm>
              <a:off x="6781800" y="2819400"/>
              <a:ext cx="4753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Cl</a:t>
              </a:r>
            </a:p>
          </p:txBody>
        </p:sp>
        <p:sp>
          <p:nvSpPr>
            <p:cNvPr id="14375" name="TextBox 5">
              <a:extLst>
                <a:ext uri="{FF2B5EF4-FFF2-40B4-BE49-F238E27FC236}">
                  <a16:creationId xmlns:a16="http://schemas.microsoft.com/office/drawing/2014/main" id="{D283A085-10B7-8B57-94E5-ADC80A7975AC}"/>
                </a:ext>
              </a:extLst>
            </p:cNvPr>
            <p:cNvSpPr txBox="1">
              <a:spLocks noChangeArrowheads="1"/>
            </p:cNvSpPr>
            <p:nvPr/>
          </p:nvSpPr>
          <p:spPr bwMode="auto">
            <a:xfrm>
              <a:off x="8153400" y="2819400"/>
              <a:ext cx="4753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Cl</a:t>
              </a:r>
            </a:p>
          </p:txBody>
        </p:sp>
      </p:grpSp>
      <p:grpSp>
        <p:nvGrpSpPr>
          <p:cNvPr id="14344" name="Group 9">
            <a:extLst>
              <a:ext uri="{FF2B5EF4-FFF2-40B4-BE49-F238E27FC236}">
                <a16:creationId xmlns:a16="http://schemas.microsoft.com/office/drawing/2014/main" id="{F86C090C-600F-B6AF-6793-C8CA3489316B}"/>
              </a:ext>
            </a:extLst>
          </p:cNvPr>
          <p:cNvGrpSpPr>
            <a:grpSpLocks/>
          </p:cNvGrpSpPr>
          <p:nvPr/>
        </p:nvGrpSpPr>
        <p:grpSpPr bwMode="auto">
          <a:xfrm>
            <a:off x="6400800" y="3429000"/>
            <a:ext cx="2590800" cy="990600"/>
            <a:chOff x="6400800" y="3962400"/>
            <a:chExt cx="2590800" cy="990600"/>
          </a:xfrm>
        </p:grpSpPr>
        <p:sp>
          <p:nvSpPr>
            <p:cNvPr id="14347" name="TextBox 24">
              <a:extLst>
                <a:ext uri="{FF2B5EF4-FFF2-40B4-BE49-F238E27FC236}">
                  <a16:creationId xmlns:a16="http://schemas.microsoft.com/office/drawing/2014/main" id="{93EE0264-23DA-DCC0-EACA-CC01A3F6964D}"/>
                </a:ext>
              </a:extLst>
            </p:cNvPr>
            <p:cNvSpPr txBox="1">
              <a:spLocks noChangeArrowheads="1"/>
            </p:cNvSpPr>
            <p:nvPr/>
          </p:nvSpPr>
          <p:spPr bwMode="auto">
            <a:xfrm>
              <a:off x="6400800" y="4267200"/>
              <a:ext cx="2873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b="1"/>
                <a:t>:</a:t>
              </a:r>
            </a:p>
          </p:txBody>
        </p:sp>
        <p:grpSp>
          <p:nvGrpSpPr>
            <p:cNvPr id="14348" name="Group 8">
              <a:extLst>
                <a:ext uri="{FF2B5EF4-FFF2-40B4-BE49-F238E27FC236}">
                  <a16:creationId xmlns:a16="http://schemas.microsoft.com/office/drawing/2014/main" id="{FC267B62-DBD2-07FA-DAEF-8BC309C3B903}"/>
                </a:ext>
              </a:extLst>
            </p:cNvPr>
            <p:cNvGrpSpPr>
              <a:grpSpLocks/>
            </p:cNvGrpSpPr>
            <p:nvPr/>
          </p:nvGrpSpPr>
          <p:grpSpPr bwMode="auto">
            <a:xfrm>
              <a:off x="6400800" y="3962400"/>
              <a:ext cx="2590800" cy="990600"/>
              <a:chOff x="6400800" y="3962400"/>
              <a:chExt cx="2590800" cy="990600"/>
            </a:xfrm>
          </p:grpSpPr>
          <p:grpSp>
            <p:nvGrpSpPr>
              <p:cNvPr id="14349" name="Group 7">
                <a:extLst>
                  <a:ext uri="{FF2B5EF4-FFF2-40B4-BE49-F238E27FC236}">
                    <a16:creationId xmlns:a16="http://schemas.microsoft.com/office/drawing/2014/main" id="{2B4D166B-591C-2D6B-7144-308C495E1DB4}"/>
                  </a:ext>
                </a:extLst>
              </p:cNvPr>
              <p:cNvGrpSpPr>
                <a:grpSpLocks/>
              </p:cNvGrpSpPr>
              <p:nvPr/>
            </p:nvGrpSpPr>
            <p:grpSpPr bwMode="auto">
              <a:xfrm>
                <a:off x="6400800" y="4038600"/>
                <a:ext cx="2362200" cy="914400"/>
                <a:chOff x="6400800" y="4038600"/>
                <a:chExt cx="2362200" cy="914400"/>
              </a:xfrm>
            </p:grpSpPr>
            <p:sp>
              <p:nvSpPr>
                <p:cNvPr id="14354" name="TextBox 25">
                  <a:extLst>
                    <a:ext uri="{FF2B5EF4-FFF2-40B4-BE49-F238E27FC236}">
                      <a16:creationId xmlns:a16="http://schemas.microsoft.com/office/drawing/2014/main" id="{2BB66D73-C5CD-ADFB-90FE-C820CDB33D07}"/>
                    </a:ext>
                  </a:extLst>
                </p:cNvPr>
                <p:cNvSpPr txBox="1">
                  <a:spLocks noChangeArrowheads="1"/>
                </p:cNvSpPr>
                <p:nvPr/>
              </p:nvSpPr>
              <p:spPr bwMode="auto">
                <a:xfrm>
                  <a:off x="8475663" y="4262438"/>
                  <a:ext cx="2873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b="1"/>
                    <a:t>:</a:t>
                  </a:r>
                </a:p>
              </p:txBody>
            </p:sp>
            <p:grpSp>
              <p:nvGrpSpPr>
                <p:cNvPr id="14355" name="Group 6">
                  <a:extLst>
                    <a:ext uri="{FF2B5EF4-FFF2-40B4-BE49-F238E27FC236}">
                      <a16:creationId xmlns:a16="http://schemas.microsoft.com/office/drawing/2014/main" id="{5ADA1CE2-CCC0-5CAA-B54F-80332CDCCCAB}"/>
                    </a:ext>
                  </a:extLst>
                </p:cNvPr>
                <p:cNvGrpSpPr>
                  <a:grpSpLocks/>
                </p:cNvGrpSpPr>
                <p:nvPr/>
              </p:nvGrpSpPr>
              <p:grpSpPr bwMode="auto">
                <a:xfrm>
                  <a:off x="6477000" y="4038600"/>
                  <a:ext cx="2133600" cy="838201"/>
                  <a:chOff x="6477000" y="4038600"/>
                  <a:chExt cx="2133600" cy="838201"/>
                </a:xfrm>
              </p:grpSpPr>
              <p:grpSp>
                <p:nvGrpSpPr>
                  <p:cNvPr id="14360" name="Group 5">
                    <a:extLst>
                      <a:ext uri="{FF2B5EF4-FFF2-40B4-BE49-F238E27FC236}">
                        <a16:creationId xmlns:a16="http://schemas.microsoft.com/office/drawing/2014/main" id="{0F0F9579-2CE1-13F4-D3CE-A397352C1EAD}"/>
                      </a:ext>
                    </a:extLst>
                  </p:cNvPr>
                  <p:cNvGrpSpPr>
                    <a:grpSpLocks/>
                  </p:cNvGrpSpPr>
                  <p:nvPr/>
                </p:nvGrpSpPr>
                <p:grpSpPr bwMode="auto">
                  <a:xfrm>
                    <a:off x="6477000" y="4038600"/>
                    <a:ext cx="2133600" cy="838201"/>
                    <a:chOff x="6477000" y="4038600"/>
                    <a:chExt cx="2133600" cy="838201"/>
                  </a:xfrm>
                </p:grpSpPr>
                <p:grpSp>
                  <p:nvGrpSpPr>
                    <p:cNvPr id="14363" name="Group 4">
                      <a:extLst>
                        <a:ext uri="{FF2B5EF4-FFF2-40B4-BE49-F238E27FC236}">
                          <a16:creationId xmlns:a16="http://schemas.microsoft.com/office/drawing/2014/main" id="{9E6F2D27-17FF-B81C-5788-DEDB0DF8E675}"/>
                        </a:ext>
                      </a:extLst>
                    </p:cNvPr>
                    <p:cNvGrpSpPr>
                      <a:grpSpLocks/>
                    </p:cNvGrpSpPr>
                    <p:nvPr/>
                  </p:nvGrpSpPr>
                  <p:grpSpPr bwMode="auto">
                    <a:xfrm>
                      <a:off x="6477000" y="4038600"/>
                      <a:ext cx="2062163" cy="838201"/>
                      <a:chOff x="6477000" y="4038600"/>
                      <a:chExt cx="2062163" cy="838201"/>
                    </a:xfrm>
                  </p:grpSpPr>
                  <p:sp>
                    <p:nvSpPr>
                      <p:cNvPr id="14367" name="TextBox 9">
                        <a:extLst>
                          <a:ext uri="{FF2B5EF4-FFF2-40B4-BE49-F238E27FC236}">
                            <a16:creationId xmlns:a16="http://schemas.microsoft.com/office/drawing/2014/main" id="{AF837611-22B6-2877-BD30-1998C0EB1383}"/>
                          </a:ext>
                        </a:extLst>
                      </p:cNvPr>
                      <p:cNvSpPr txBox="1">
                        <a:spLocks noChangeArrowheads="1"/>
                      </p:cNvSpPr>
                      <p:nvPr/>
                    </p:nvSpPr>
                    <p:spPr bwMode="auto">
                      <a:xfrm rot="16200000" flipH="1">
                        <a:off x="7355682" y="4455318"/>
                        <a:ext cx="381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b="1"/>
                          <a:t>:</a:t>
                        </a:r>
                      </a:p>
                    </p:txBody>
                  </p:sp>
                  <p:sp>
                    <p:nvSpPr>
                      <p:cNvPr id="14368" name="TextBox 26">
                        <a:extLst>
                          <a:ext uri="{FF2B5EF4-FFF2-40B4-BE49-F238E27FC236}">
                            <a16:creationId xmlns:a16="http://schemas.microsoft.com/office/drawing/2014/main" id="{254D9CE8-6BFD-1E30-CB15-BFA02A4F325D}"/>
                          </a:ext>
                        </a:extLst>
                      </p:cNvPr>
                      <p:cNvSpPr txBox="1">
                        <a:spLocks noChangeArrowheads="1"/>
                      </p:cNvSpPr>
                      <p:nvPr/>
                    </p:nvSpPr>
                    <p:spPr bwMode="auto">
                      <a:xfrm rot="16200000" flipH="1">
                        <a:off x="6517482" y="4455319"/>
                        <a:ext cx="381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b="1"/>
                          <a:t>:</a:t>
                        </a:r>
                      </a:p>
                    </p:txBody>
                  </p:sp>
                  <p:sp>
                    <p:nvSpPr>
                      <p:cNvPr id="14369" name="TextBox 27">
                        <a:extLst>
                          <a:ext uri="{FF2B5EF4-FFF2-40B4-BE49-F238E27FC236}">
                            <a16:creationId xmlns:a16="http://schemas.microsoft.com/office/drawing/2014/main" id="{40B2E0D9-3A41-192D-A962-9789D5C2ECE3}"/>
                          </a:ext>
                        </a:extLst>
                      </p:cNvPr>
                      <p:cNvSpPr txBox="1">
                        <a:spLocks noChangeArrowheads="1"/>
                      </p:cNvSpPr>
                      <p:nvPr/>
                    </p:nvSpPr>
                    <p:spPr bwMode="auto">
                      <a:xfrm rot="16200000" flipH="1">
                        <a:off x="8117682" y="3998118"/>
                        <a:ext cx="381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b="1"/>
                          <a:t>:</a:t>
                        </a:r>
                      </a:p>
                    </p:txBody>
                  </p:sp>
                  <p:sp>
                    <p:nvSpPr>
                      <p:cNvPr id="14370" name="TextBox 28">
                        <a:extLst>
                          <a:ext uri="{FF2B5EF4-FFF2-40B4-BE49-F238E27FC236}">
                            <a16:creationId xmlns:a16="http://schemas.microsoft.com/office/drawing/2014/main" id="{5D121772-A3C4-D298-59FB-541948971BD6}"/>
                          </a:ext>
                        </a:extLst>
                      </p:cNvPr>
                      <p:cNvSpPr txBox="1">
                        <a:spLocks noChangeArrowheads="1"/>
                      </p:cNvSpPr>
                      <p:nvPr/>
                    </p:nvSpPr>
                    <p:spPr bwMode="auto">
                      <a:xfrm rot="16200000" flipH="1">
                        <a:off x="7350919" y="3998119"/>
                        <a:ext cx="381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b="1"/>
                          <a:t>:</a:t>
                        </a:r>
                      </a:p>
                    </p:txBody>
                  </p:sp>
                  <p:sp>
                    <p:nvSpPr>
                      <p:cNvPr id="14371" name="TextBox 29">
                        <a:extLst>
                          <a:ext uri="{FF2B5EF4-FFF2-40B4-BE49-F238E27FC236}">
                            <a16:creationId xmlns:a16="http://schemas.microsoft.com/office/drawing/2014/main" id="{6EAAFE87-2B04-356A-8A28-06B9068CBC64}"/>
                          </a:ext>
                        </a:extLst>
                      </p:cNvPr>
                      <p:cNvSpPr txBox="1">
                        <a:spLocks noChangeArrowheads="1"/>
                      </p:cNvSpPr>
                      <p:nvPr/>
                    </p:nvSpPr>
                    <p:spPr bwMode="auto">
                      <a:xfrm rot="16200000" flipH="1">
                        <a:off x="8117682" y="4455318"/>
                        <a:ext cx="381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b="1"/>
                          <a:t>:</a:t>
                        </a:r>
                      </a:p>
                    </p:txBody>
                  </p:sp>
                  <p:sp>
                    <p:nvSpPr>
                      <p:cNvPr id="14372" name="TextBox 30">
                        <a:extLst>
                          <a:ext uri="{FF2B5EF4-FFF2-40B4-BE49-F238E27FC236}">
                            <a16:creationId xmlns:a16="http://schemas.microsoft.com/office/drawing/2014/main" id="{01F4ADD2-5CB4-6E22-FE63-3B71AC371268}"/>
                          </a:ext>
                        </a:extLst>
                      </p:cNvPr>
                      <p:cNvSpPr txBox="1">
                        <a:spLocks noChangeArrowheads="1"/>
                      </p:cNvSpPr>
                      <p:nvPr/>
                    </p:nvSpPr>
                    <p:spPr bwMode="auto">
                      <a:xfrm rot="16200000" flipH="1">
                        <a:off x="6517482" y="3998118"/>
                        <a:ext cx="381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b="1"/>
                          <a:t>:</a:t>
                        </a:r>
                      </a:p>
                    </p:txBody>
                  </p:sp>
                </p:grpSp>
                <p:sp>
                  <p:nvSpPr>
                    <p:cNvPr id="14364" name="TextBox 17">
                      <a:extLst>
                        <a:ext uri="{FF2B5EF4-FFF2-40B4-BE49-F238E27FC236}">
                          <a16:creationId xmlns:a16="http://schemas.microsoft.com/office/drawing/2014/main" id="{81B09DA0-4C53-DF54-EEE9-C46E7F9B7464}"/>
                        </a:ext>
                      </a:extLst>
                    </p:cNvPr>
                    <p:cNvSpPr txBox="1">
                      <a:spLocks noChangeArrowheads="1"/>
                    </p:cNvSpPr>
                    <p:nvPr/>
                  </p:nvSpPr>
                  <p:spPr bwMode="auto">
                    <a:xfrm>
                      <a:off x="7391400" y="4262438"/>
                      <a:ext cx="38439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P</a:t>
                      </a:r>
                    </a:p>
                  </p:txBody>
                </p:sp>
                <p:sp>
                  <p:nvSpPr>
                    <p:cNvPr id="14365" name="TextBox 18">
                      <a:extLst>
                        <a:ext uri="{FF2B5EF4-FFF2-40B4-BE49-F238E27FC236}">
                          <a16:creationId xmlns:a16="http://schemas.microsoft.com/office/drawing/2014/main" id="{0173E736-9BF6-FFC6-F0CD-77C9F0E2F0CD}"/>
                        </a:ext>
                      </a:extLst>
                    </p:cNvPr>
                    <p:cNvSpPr txBox="1">
                      <a:spLocks noChangeArrowheads="1"/>
                    </p:cNvSpPr>
                    <p:nvPr/>
                  </p:nvSpPr>
                  <p:spPr bwMode="auto">
                    <a:xfrm>
                      <a:off x="6553200" y="4262438"/>
                      <a:ext cx="47531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Cl</a:t>
                      </a:r>
                    </a:p>
                  </p:txBody>
                </p:sp>
                <p:sp>
                  <p:nvSpPr>
                    <p:cNvPr id="14366" name="TextBox 19">
                      <a:extLst>
                        <a:ext uri="{FF2B5EF4-FFF2-40B4-BE49-F238E27FC236}">
                          <a16:creationId xmlns:a16="http://schemas.microsoft.com/office/drawing/2014/main" id="{68FBF4A7-C12F-8DB0-F180-9E0E43946FB5}"/>
                        </a:ext>
                      </a:extLst>
                    </p:cNvPr>
                    <p:cNvSpPr txBox="1">
                      <a:spLocks noChangeArrowheads="1"/>
                    </p:cNvSpPr>
                    <p:nvPr/>
                  </p:nvSpPr>
                  <p:spPr bwMode="auto">
                    <a:xfrm>
                      <a:off x="8135290" y="4262438"/>
                      <a:ext cx="47531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Cl</a:t>
                      </a:r>
                    </a:p>
                  </p:txBody>
                </p:sp>
              </p:grpSp>
              <p:cxnSp>
                <p:nvCxnSpPr>
                  <p:cNvPr id="14361" name="Straight Connector 8">
                    <a:extLst>
                      <a:ext uri="{FF2B5EF4-FFF2-40B4-BE49-F238E27FC236}">
                        <a16:creationId xmlns:a16="http://schemas.microsoft.com/office/drawing/2014/main" id="{1D4702D8-EBEB-C949-EC5B-215AEECF06B9}"/>
                      </a:ext>
                    </a:extLst>
                  </p:cNvPr>
                  <p:cNvCxnSpPr>
                    <a:cxnSpLocks noChangeShapeType="1"/>
                  </p:cNvCxnSpPr>
                  <p:nvPr/>
                </p:nvCxnSpPr>
                <p:spPr bwMode="auto">
                  <a:xfrm>
                    <a:off x="7010400" y="4495653"/>
                    <a:ext cx="381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4362" name="Straight Connector 22">
                    <a:extLst>
                      <a:ext uri="{FF2B5EF4-FFF2-40B4-BE49-F238E27FC236}">
                        <a16:creationId xmlns:a16="http://schemas.microsoft.com/office/drawing/2014/main" id="{493C2E4C-A7A6-4E15-B159-5B4B725BD0D5}"/>
                      </a:ext>
                    </a:extLst>
                  </p:cNvPr>
                  <p:cNvCxnSpPr>
                    <a:cxnSpLocks noChangeShapeType="1"/>
                  </p:cNvCxnSpPr>
                  <p:nvPr/>
                </p:nvCxnSpPr>
                <p:spPr bwMode="auto">
                  <a:xfrm>
                    <a:off x="7772400" y="4495653"/>
                    <a:ext cx="381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grpSp>
              <p:nvGrpSpPr>
                <p:cNvPr id="14356" name="Group 15">
                  <a:extLst>
                    <a:ext uri="{FF2B5EF4-FFF2-40B4-BE49-F238E27FC236}">
                      <a16:creationId xmlns:a16="http://schemas.microsoft.com/office/drawing/2014/main" id="{251FEA7E-47DF-C37C-89C7-89AF34BBC6A5}"/>
                    </a:ext>
                  </a:extLst>
                </p:cNvPr>
                <p:cNvGrpSpPr>
                  <a:grpSpLocks/>
                </p:cNvGrpSpPr>
                <p:nvPr/>
              </p:nvGrpSpPr>
              <p:grpSpPr bwMode="auto">
                <a:xfrm>
                  <a:off x="6400800" y="4114800"/>
                  <a:ext cx="228600" cy="838200"/>
                  <a:chOff x="6400800" y="4114800"/>
                  <a:chExt cx="228600" cy="838200"/>
                </a:xfrm>
              </p:grpSpPr>
              <p:cxnSp>
                <p:nvCxnSpPr>
                  <p:cNvPr id="14357" name="Straight Connector 12">
                    <a:extLst>
                      <a:ext uri="{FF2B5EF4-FFF2-40B4-BE49-F238E27FC236}">
                        <a16:creationId xmlns:a16="http://schemas.microsoft.com/office/drawing/2014/main" id="{7A0306ED-7C78-BDE2-5DEC-4B0B14993A87}"/>
                      </a:ext>
                    </a:extLst>
                  </p:cNvPr>
                  <p:cNvCxnSpPr>
                    <a:cxnSpLocks noChangeShapeType="1"/>
                  </p:cNvCxnSpPr>
                  <p:nvPr/>
                </p:nvCxnSpPr>
                <p:spPr bwMode="auto">
                  <a:xfrm>
                    <a:off x="6400800" y="4114800"/>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4358" name="Straight Connector 14">
                    <a:extLst>
                      <a:ext uri="{FF2B5EF4-FFF2-40B4-BE49-F238E27FC236}">
                        <a16:creationId xmlns:a16="http://schemas.microsoft.com/office/drawing/2014/main" id="{05CFD10C-0340-8424-D30E-13097A8C4074}"/>
                      </a:ext>
                    </a:extLst>
                  </p:cNvPr>
                  <p:cNvCxnSpPr>
                    <a:cxnSpLocks noChangeShapeType="1"/>
                  </p:cNvCxnSpPr>
                  <p:nvPr/>
                </p:nvCxnSpPr>
                <p:spPr bwMode="auto">
                  <a:xfrm>
                    <a:off x="6400800" y="4953000"/>
                    <a:ext cx="228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4359" name="Straight Connector 36">
                    <a:extLst>
                      <a:ext uri="{FF2B5EF4-FFF2-40B4-BE49-F238E27FC236}">
                        <a16:creationId xmlns:a16="http://schemas.microsoft.com/office/drawing/2014/main" id="{983BCDEB-7CF1-DE57-8A74-F086657409B6}"/>
                      </a:ext>
                    </a:extLst>
                  </p:cNvPr>
                  <p:cNvCxnSpPr>
                    <a:cxnSpLocks noChangeShapeType="1"/>
                  </p:cNvCxnSpPr>
                  <p:nvPr/>
                </p:nvCxnSpPr>
                <p:spPr bwMode="auto">
                  <a:xfrm>
                    <a:off x="6400800" y="4114800"/>
                    <a:ext cx="228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grpSp>
          <p:cxnSp>
            <p:nvCxnSpPr>
              <p:cNvPr id="14350" name="Straight Connector 39">
                <a:extLst>
                  <a:ext uri="{FF2B5EF4-FFF2-40B4-BE49-F238E27FC236}">
                    <a16:creationId xmlns:a16="http://schemas.microsoft.com/office/drawing/2014/main" id="{8145B2A3-92C3-BDE8-6781-0C3B5D2B6501}"/>
                  </a:ext>
                </a:extLst>
              </p:cNvPr>
              <p:cNvCxnSpPr>
                <a:cxnSpLocks noChangeShapeType="1"/>
              </p:cNvCxnSpPr>
              <p:nvPr/>
            </p:nvCxnSpPr>
            <p:spPr bwMode="auto">
              <a:xfrm>
                <a:off x="8763000" y="4114800"/>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4351" name="Straight Connector 40">
                <a:extLst>
                  <a:ext uri="{FF2B5EF4-FFF2-40B4-BE49-F238E27FC236}">
                    <a16:creationId xmlns:a16="http://schemas.microsoft.com/office/drawing/2014/main" id="{27A2A1BB-91D8-0B8D-DF04-31806D2D94D4}"/>
                  </a:ext>
                </a:extLst>
              </p:cNvPr>
              <p:cNvCxnSpPr>
                <a:cxnSpLocks noChangeShapeType="1"/>
              </p:cNvCxnSpPr>
              <p:nvPr/>
            </p:nvCxnSpPr>
            <p:spPr bwMode="auto">
              <a:xfrm>
                <a:off x="8534400" y="4953000"/>
                <a:ext cx="228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4352" name="Straight Connector 41">
                <a:extLst>
                  <a:ext uri="{FF2B5EF4-FFF2-40B4-BE49-F238E27FC236}">
                    <a16:creationId xmlns:a16="http://schemas.microsoft.com/office/drawing/2014/main" id="{0E653F94-66AD-80DA-A94B-2E7F3610876D}"/>
                  </a:ext>
                </a:extLst>
              </p:cNvPr>
              <p:cNvCxnSpPr>
                <a:cxnSpLocks noChangeShapeType="1"/>
              </p:cNvCxnSpPr>
              <p:nvPr/>
            </p:nvCxnSpPr>
            <p:spPr bwMode="auto">
              <a:xfrm>
                <a:off x="8534400" y="4114800"/>
                <a:ext cx="228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4353" name="Straight Connector 23">
                <a:extLst>
                  <a:ext uri="{FF2B5EF4-FFF2-40B4-BE49-F238E27FC236}">
                    <a16:creationId xmlns:a16="http://schemas.microsoft.com/office/drawing/2014/main" id="{E6039713-2A33-7F1F-7A24-997883526EA9}"/>
                  </a:ext>
                </a:extLst>
              </p:cNvPr>
              <p:cNvCxnSpPr>
                <a:cxnSpLocks noChangeShapeType="1"/>
              </p:cNvCxnSpPr>
              <p:nvPr/>
            </p:nvCxnSpPr>
            <p:spPr bwMode="auto">
              <a:xfrm>
                <a:off x="8839200" y="3962400"/>
                <a:ext cx="15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grpSp>
      <p:sp>
        <p:nvSpPr>
          <p:cNvPr id="14345" name="Rectangle 16383">
            <a:extLst>
              <a:ext uri="{FF2B5EF4-FFF2-40B4-BE49-F238E27FC236}">
                <a16:creationId xmlns:a16="http://schemas.microsoft.com/office/drawing/2014/main" id="{3BC8686F-EB6F-42AE-CF1E-D7CFC8ADA13E}"/>
              </a:ext>
            </a:extLst>
          </p:cNvPr>
          <p:cNvSpPr>
            <a:spLocks noChangeArrowheads="1"/>
          </p:cNvSpPr>
          <p:nvPr/>
        </p:nvSpPr>
        <p:spPr bwMode="auto">
          <a:xfrm>
            <a:off x="533400" y="4572000"/>
            <a:ext cx="61722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i="1"/>
              <a:t>Step 5: </a:t>
            </a:r>
            <a:r>
              <a:rPr lang="en-US" altLang="en-US" sz="2000"/>
              <a:t>Since PCl</a:t>
            </a:r>
            <a:r>
              <a:rPr lang="en-US" altLang="en-US" sz="2000" baseline="-25000"/>
              <a:t>2</a:t>
            </a:r>
            <a:r>
              <a:rPr lang="en-US" altLang="en-US" sz="2000" baseline="30000"/>
              <a:t>–</a:t>
            </a:r>
            <a:r>
              <a:rPr lang="en-US" altLang="en-US" sz="2000" b="1"/>
              <a:t> </a:t>
            </a:r>
            <a:r>
              <a:rPr lang="en-US" altLang="en-US" sz="2000"/>
              <a:t>is an ion, draw square brackets as shown and add the negative sign at the top (outside the brackets)</a:t>
            </a:r>
            <a:r>
              <a:rPr lang="en-US" altLang="en-US" sz="2000" b="1"/>
              <a:t>.</a:t>
            </a:r>
            <a:r>
              <a:rPr lang="en-US" altLang="en-US" sz="2000"/>
              <a:t> </a:t>
            </a:r>
            <a:endParaRPr lang="en-US" altLang="en-US" sz="2000" i="1"/>
          </a:p>
        </p:txBody>
      </p:sp>
      <p:sp>
        <p:nvSpPr>
          <p:cNvPr id="14346" name="TextBox 10">
            <a:extLst>
              <a:ext uri="{FF2B5EF4-FFF2-40B4-BE49-F238E27FC236}">
                <a16:creationId xmlns:a16="http://schemas.microsoft.com/office/drawing/2014/main" id="{67B8D214-7344-85D4-0704-47D08420D162}"/>
              </a:ext>
            </a:extLst>
          </p:cNvPr>
          <p:cNvSpPr txBox="1">
            <a:spLocks noChangeArrowheads="1"/>
          </p:cNvSpPr>
          <p:nvPr/>
        </p:nvSpPr>
        <p:spPr bwMode="auto">
          <a:xfrm>
            <a:off x="609600" y="5638800"/>
            <a:ext cx="79962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CHECK:</a:t>
            </a:r>
            <a:r>
              <a:rPr lang="en-US" altLang="en-US" sz="2000"/>
              <a:t> Confirm that all atoms have octets and your Lewis structure</a:t>
            </a:r>
          </a:p>
          <a:p>
            <a:r>
              <a:rPr lang="en-US" altLang="en-US" sz="2000"/>
              <a:t>accounts  for 20 valence electrons.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89"/>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1000"/>
                                  </p:stCondLst>
                                  <p:childTnLst>
                                    <p:set>
                                      <p:cBhvr>
                                        <p:cTn id="9" dur="1" fill="hold">
                                          <p:stCondLst>
                                            <p:cond delay="0"/>
                                          </p:stCondLst>
                                        </p:cTn>
                                        <p:tgtEl>
                                          <p:spTgt spid="16396"/>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grpId="0" nodeType="afterEffect">
                                  <p:stCondLst>
                                    <p:cond delay="1000"/>
                                  </p:stCondLst>
                                  <p:childTnLst>
                                    <p:set>
                                      <p:cBhvr>
                                        <p:cTn id="12" dur="1" fill="hold">
                                          <p:stCondLst>
                                            <p:cond delay="0"/>
                                          </p:stCondLst>
                                        </p:cTn>
                                        <p:tgtEl>
                                          <p:spTgt spid="2"/>
                                        </p:tgtEl>
                                        <p:attrNameLst>
                                          <p:attrName>style.visibility</p:attrName>
                                        </p:attrNameLst>
                                      </p:cBhvr>
                                      <p:to>
                                        <p:strVal val="visible"/>
                                      </p:to>
                                    </p:set>
                                  </p:childTnLst>
                                </p:cTn>
                              </p:par>
                            </p:childTnLst>
                          </p:cTn>
                        </p:par>
                        <p:par>
                          <p:cTn id="13" fill="hold" nodeType="afterGroup">
                            <p:stCondLst>
                              <p:cond delay="2000"/>
                            </p:stCondLst>
                            <p:childTnLst>
                              <p:par>
                                <p:cTn id="14" presetID="1" presetClass="entr" presetSubtype="0" fill="hold" grpId="0" nodeType="afterEffect">
                                  <p:stCondLst>
                                    <p:cond delay="100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p:bldP spid="16396" grpId="0"/>
      <p:bldP spid="2"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a:extLst>
              <a:ext uri="{FF2B5EF4-FFF2-40B4-BE49-F238E27FC236}">
                <a16:creationId xmlns:a16="http://schemas.microsoft.com/office/drawing/2014/main" id="{D980F20F-647D-6A5C-20B3-4AD058D4C671}"/>
              </a:ext>
            </a:extLst>
          </p:cNvPr>
          <p:cNvSpPr txBox="1">
            <a:spLocks noChangeArrowheads="1"/>
          </p:cNvSpPr>
          <p:nvPr/>
        </p:nvSpPr>
        <p:spPr bwMode="auto">
          <a:xfrm>
            <a:off x="609600" y="533400"/>
            <a:ext cx="28194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Sample Problem 10.2</a:t>
            </a:r>
            <a:r>
              <a:rPr lang="en-US" altLang="en-US" sz="2000"/>
              <a:t> </a:t>
            </a:r>
          </a:p>
        </p:txBody>
      </p:sp>
      <p:sp>
        <p:nvSpPr>
          <p:cNvPr id="16387" name="Text Box 3">
            <a:extLst>
              <a:ext uri="{FF2B5EF4-FFF2-40B4-BE49-F238E27FC236}">
                <a16:creationId xmlns:a16="http://schemas.microsoft.com/office/drawing/2014/main" id="{AF5237AC-C18C-4C01-0D1B-8486C4326E5C}"/>
              </a:ext>
            </a:extLst>
          </p:cNvPr>
          <p:cNvSpPr txBox="1">
            <a:spLocks noChangeArrowheads="1"/>
          </p:cNvSpPr>
          <p:nvPr/>
        </p:nvSpPr>
        <p:spPr bwMode="auto">
          <a:xfrm>
            <a:off x="3581400" y="533400"/>
            <a:ext cx="5334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Writing Lewis Structures for Molecules with More than One Central Atom</a:t>
            </a:r>
          </a:p>
        </p:txBody>
      </p:sp>
      <p:grpSp>
        <p:nvGrpSpPr>
          <p:cNvPr id="16388" name="Group 23">
            <a:extLst>
              <a:ext uri="{FF2B5EF4-FFF2-40B4-BE49-F238E27FC236}">
                <a16:creationId xmlns:a16="http://schemas.microsoft.com/office/drawing/2014/main" id="{EBF48E8B-7DAF-349D-DD55-C7CE30A52AD3}"/>
              </a:ext>
            </a:extLst>
          </p:cNvPr>
          <p:cNvGrpSpPr>
            <a:grpSpLocks/>
          </p:cNvGrpSpPr>
          <p:nvPr/>
        </p:nvGrpSpPr>
        <p:grpSpPr bwMode="auto">
          <a:xfrm>
            <a:off x="457200" y="1387475"/>
            <a:ext cx="8153400" cy="1006475"/>
            <a:chOff x="384" y="768"/>
            <a:chExt cx="5136" cy="634"/>
          </a:xfrm>
        </p:grpSpPr>
        <p:sp>
          <p:nvSpPr>
            <p:cNvPr id="16395" name="Text Box 7">
              <a:extLst>
                <a:ext uri="{FF2B5EF4-FFF2-40B4-BE49-F238E27FC236}">
                  <a16:creationId xmlns:a16="http://schemas.microsoft.com/office/drawing/2014/main" id="{D036CB07-A8A3-6AB9-D704-6CF56ECE374F}"/>
                </a:ext>
              </a:extLst>
            </p:cNvPr>
            <p:cNvSpPr txBox="1">
              <a:spLocks noChangeArrowheads="1"/>
            </p:cNvSpPr>
            <p:nvPr/>
          </p:nvSpPr>
          <p:spPr bwMode="auto">
            <a:xfrm>
              <a:off x="384" y="768"/>
              <a:ext cx="10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PROBLEM:</a:t>
              </a:r>
            </a:p>
          </p:txBody>
        </p:sp>
        <p:sp>
          <p:nvSpPr>
            <p:cNvPr id="4" name="Text Box 8">
              <a:extLst>
                <a:ext uri="{FF2B5EF4-FFF2-40B4-BE49-F238E27FC236}">
                  <a16:creationId xmlns:a16="http://schemas.microsoft.com/office/drawing/2014/main" id="{76CD1A44-EC05-D9E3-2AFF-76049A338F91}"/>
                </a:ext>
              </a:extLst>
            </p:cNvPr>
            <p:cNvSpPr txBox="1">
              <a:spLocks noChangeArrowheads="1"/>
            </p:cNvSpPr>
            <p:nvPr/>
          </p:nvSpPr>
          <p:spPr bwMode="auto">
            <a:xfrm>
              <a:off x="1344" y="768"/>
              <a:ext cx="41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Write the Lewis structure for methanol (molecular formula CH</a:t>
              </a:r>
              <a:r>
                <a:rPr lang="en-US" altLang="en-US" sz="2000" baseline="-25000"/>
                <a:t>4</a:t>
              </a:r>
              <a:r>
                <a:rPr lang="en-US" altLang="en-US" sz="2000"/>
                <a:t>O), an important industrial alcohol that is being used as a gasoline alternative in car engines.</a:t>
              </a:r>
            </a:p>
          </p:txBody>
        </p:sp>
      </p:grpSp>
      <p:sp>
        <p:nvSpPr>
          <p:cNvPr id="17413" name="Text Box 5">
            <a:extLst>
              <a:ext uri="{FF2B5EF4-FFF2-40B4-BE49-F238E27FC236}">
                <a16:creationId xmlns:a16="http://schemas.microsoft.com/office/drawing/2014/main" id="{63B0388B-A343-B14C-46D9-67D0EE2E973C}"/>
              </a:ext>
            </a:extLst>
          </p:cNvPr>
          <p:cNvSpPr txBox="1">
            <a:spLocks noChangeArrowheads="1"/>
          </p:cNvSpPr>
          <p:nvPr/>
        </p:nvSpPr>
        <p:spPr bwMode="auto">
          <a:xfrm>
            <a:off x="457200" y="2459038"/>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SOLUTION:</a:t>
            </a:r>
          </a:p>
        </p:txBody>
      </p:sp>
      <p:sp>
        <p:nvSpPr>
          <p:cNvPr id="16396" name="Text Box 12">
            <a:extLst>
              <a:ext uri="{FF2B5EF4-FFF2-40B4-BE49-F238E27FC236}">
                <a16:creationId xmlns:a16="http://schemas.microsoft.com/office/drawing/2014/main" id="{D3B6441B-3C92-4A7D-FB5D-7983D432FA59}"/>
              </a:ext>
            </a:extLst>
          </p:cNvPr>
          <p:cNvSpPr txBox="1">
            <a:spLocks noChangeArrowheads="1"/>
          </p:cNvSpPr>
          <p:nvPr/>
        </p:nvSpPr>
        <p:spPr bwMode="auto">
          <a:xfrm>
            <a:off x="457200" y="2900363"/>
            <a:ext cx="6248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14400" indent="-914400">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i="1"/>
              <a:t>Step 1: </a:t>
            </a:r>
            <a:r>
              <a:rPr lang="en-US" altLang="en-US" sz="2000"/>
              <a:t>Place the atoms relative to each other. H can only form one bond, so C and O must be central and adjacent to each other.</a:t>
            </a:r>
            <a:endParaRPr lang="en-US" altLang="en-US" sz="2000" i="1"/>
          </a:p>
        </p:txBody>
      </p:sp>
      <p:sp>
        <p:nvSpPr>
          <p:cNvPr id="2" name="Text Box 12">
            <a:extLst>
              <a:ext uri="{FF2B5EF4-FFF2-40B4-BE49-F238E27FC236}">
                <a16:creationId xmlns:a16="http://schemas.microsoft.com/office/drawing/2014/main" id="{7C207F64-CAA2-B98C-3283-396E3D3AE001}"/>
              </a:ext>
            </a:extLst>
          </p:cNvPr>
          <p:cNvSpPr txBox="1">
            <a:spLocks noChangeArrowheads="1"/>
          </p:cNvSpPr>
          <p:nvPr/>
        </p:nvSpPr>
        <p:spPr bwMode="auto">
          <a:xfrm>
            <a:off x="457200" y="4016375"/>
            <a:ext cx="5486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14400" indent="-914400">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i="1"/>
              <a:t>Step 2</a:t>
            </a:r>
            <a:r>
              <a:rPr lang="en-US" altLang="en-US" sz="2000"/>
              <a:t>: [1 x C(4e</a:t>
            </a:r>
            <a:r>
              <a:rPr lang="en-US" altLang="en-US" sz="2000" baseline="30000"/>
              <a:t>–</a:t>
            </a:r>
            <a:r>
              <a:rPr lang="en-US" altLang="en-US" sz="2000"/>
              <a:t>)] + [1 x O(6e</a:t>
            </a:r>
            <a:r>
              <a:rPr lang="en-US" altLang="en-US" sz="2000" baseline="30000"/>
              <a:t>–</a:t>
            </a:r>
            <a:r>
              <a:rPr lang="en-US" altLang="en-US" sz="2000"/>
              <a:t>)] + [4 x H(1e</a:t>
            </a:r>
            <a:r>
              <a:rPr lang="en-US" altLang="en-US" sz="2000" baseline="30000"/>
              <a:t>–</a:t>
            </a:r>
            <a:r>
              <a:rPr lang="en-US" altLang="en-US" sz="2000"/>
              <a:t>)] = 14 valence e</a:t>
            </a:r>
            <a:r>
              <a:rPr lang="en-US" altLang="en-US" sz="2000" baseline="30000"/>
              <a:t>–</a:t>
            </a:r>
            <a:r>
              <a:rPr lang="en-US" altLang="en-US" sz="2000"/>
              <a:t> </a:t>
            </a:r>
            <a:endParaRPr lang="en-US" altLang="en-US" sz="2000" i="1"/>
          </a:p>
        </p:txBody>
      </p:sp>
      <p:sp>
        <p:nvSpPr>
          <p:cNvPr id="3" name="Text Box 12">
            <a:extLst>
              <a:ext uri="{FF2B5EF4-FFF2-40B4-BE49-F238E27FC236}">
                <a16:creationId xmlns:a16="http://schemas.microsoft.com/office/drawing/2014/main" id="{7C11C93A-5048-0E40-236F-6E0244B10BFA}"/>
              </a:ext>
            </a:extLst>
          </p:cNvPr>
          <p:cNvSpPr txBox="1">
            <a:spLocks noChangeArrowheads="1"/>
          </p:cNvSpPr>
          <p:nvPr/>
        </p:nvSpPr>
        <p:spPr bwMode="auto">
          <a:xfrm>
            <a:off x="457200" y="4865688"/>
            <a:ext cx="5486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087438" indent="-1087438">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i="1"/>
              <a:t>Step 3-4</a:t>
            </a:r>
            <a:r>
              <a:rPr lang="en-US" altLang="en-US" sz="2000"/>
              <a:t>: Add single bonds, then give each atom (other than H) a full octet.</a:t>
            </a:r>
            <a:endParaRPr lang="en-US" altLang="en-US" sz="2000" i="1"/>
          </a:p>
        </p:txBody>
      </p:sp>
      <p:graphicFrame>
        <p:nvGraphicFramePr>
          <p:cNvPr id="8219" name="Object 27">
            <a:extLst>
              <a:ext uri="{FF2B5EF4-FFF2-40B4-BE49-F238E27FC236}">
                <a16:creationId xmlns:a16="http://schemas.microsoft.com/office/drawing/2014/main" id="{13701386-1135-443B-2083-30AF96BF15E8}"/>
              </a:ext>
            </a:extLst>
          </p:cNvPr>
          <p:cNvGraphicFramePr>
            <a:graphicFrameLocks noChangeAspect="1"/>
          </p:cNvGraphicFramePr>
          <p:nvPr/>
        </p:nvGraphicFramePr>
        <p:xfrm>
          <a:off x="6629400" y="2889250"/>
          <a:ext cx="2057400" cy="1458913"/>
        </p:xfrm>
        <a:graphic>
          <a:graphicData uri="http://schemas.openxmlformats.org/presentationml/2006/ole">
            <mc:AlternateContent xmlns:mc="http://schemas.openxmlformats.org/markup-compatibility/2006">
              <mc:Choice xmlns:v="urn:schemas-microsoft-com:vml" Requires="v">
                <p:oleObj r:id="rId3" imgW="1320800" imgH="939800" progId="">
                  <p:embed/>
                </p:oleObj>
              </mc:Choice>
              <mc:Fallback>
                <p:oleObj r:id="rId3" imgW="1320800" imgH="939800" progId="">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2889250"/>
                        <a:ext cx="2057400" cy="1458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220" name="Object 28">
            <a:extLst>
              <a:ext uri="{FF2B5EF4-FFF2-40B4-BE49-F238E27FC236}">
                <a16:creationId xmlns:a16="http://schemas.microsoft.com/office/drawing/2014/main" id="{FB428EB4-A66D-408F-0660-17BA2A27312C}"/>
              </a:ext>
            </a:extLst>
          </p:cNvPr>
          <p:cNvGraphicFramePr>
            <a:graphicFrameLocks noChangeAspect="1"/>
          </p:cNvGraphicFramePr>
          <p:nvPr/>
        </p:nvGraphicFramePr>
        <p:xfrm>
          <a:off x="6019800" y="4648200"/>
          <a:ext cx="2133600" cy="1512888"/>
        </p:xfrm>
        <a:graphic>
          <a:graphicData uri="http://schemas.openxmlformats.org/presentationml/2006/ole">
            <mc:AlternateContent xmlns:mc="http://schemas.openxmlformats.org/markup-compatibility/2006">
              <mc:Choice xmlns:v="urn:schemas-microsoft-com:vml" Requires="v">
                <p:oleObj r:id="rId5" imgW="1320800" imgH="939800" progId="">
                  <p:embed/>
                </p:oleObj>
              </mc:Choice>
              <mc:Fallback>
                <p:oleObj r:id="rId5" imgW="1320800" imgH="939800" progId="">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9800" y="4648200"/>
                        <a:ext cx="2133600" cy="1512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3"/>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1000"/>
                                  </p:stCondLst>
                                  <p:childTnLst>
                                    <p:set>
                                      <p:cBhvr>
                                        <p:cTn id="9" dur="1" fill="hold">
                                          <p:stCondLst>
                                            <p:cond delay="0"/>
                                          </p:stCondLst>
                                        </p:cTn>
                                        <p:tgtEl>
                                          <p:spTgt spid="16396"/>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nodeType="afterEffect">
                                  <p:stCondLst>
                                    <p:cond delay="1000"/>
                                  </p:stCondLst>
                                  <p:childTnLst>
                                    <p:set>
                                      <p:cBhvr>
                                        <p:cTn id="12" dur="1" fill="hold">
                                          <p:stCondLst>
                                            <p:cond delay="0"/>
                                          </p:stCondLst>
                                        </p:cTn>
                                        <p:tgtEl>
                                          <p:spTgt spid="8219"/>
                                        </p:tgtEl>
                                        <p:attrNameLst>
                                          <p:attrName>style.visibility</p:attrName>
                                        </p:attrNameLst>
                                      </p:cBhvr>
                                      <p:to>
                                        <p:strVal val="visible"/>
                                      </p:to>
                                    </p:set>
                                  </p:childTnLst>
                                </p:cTn>
                              </p:par>
                            </p:childTnLst>
                          </p:cTn>
                        </p:par>
                        <p:par>
                          <p:cTn id="13" fill="hold" nodeType="afterGroup">
                            <p:stCondLst>
                              <p:cond delay="2000"/>
                            </p:stCondLst>
                            <p:childTnLst>
                              <p:par>
                                <p:cTn id="14" presetID="1" presetClass="entr" presetSubtype="0" fill="hold" grpId="0" nodeType="afterEffect">
                                  <p:stCondLst>
                                    <p:cond delay="1000"/>
                                  </p:stCondLst>
                                  <p:childTnLst>
                                    <p:set>
                                      <p:cBhvr>
                                        <p:cTn id="15" dur="1" fill="hold">
                                          <p:stCondLst>
                                            <p:cond delay="0"/>
                                          </p:stCondLst>
                                        </p:cTn>
                                        <p:tgtEl>
                                          <p:spTgt spid="2"/>
                                        </p:tgtEl>
                                        <p:attrNameLst>
                                          <p:attrName>style.visibility</p:attrName>
                                        </p:attrNameLst>
                                      </p:cBhvr>
                                      <p:to>
                                        <p:strVal val="visible"/>
                                      </p:to>
                                    </p:set>
                                  </p:childTnLst>
                                </p:cTn>
                              </p:par>
                            </p:childTnLst>
                          </p:cTn>
                        </p:par>
                        <p:par>
                          <p:cTn id="16" fill="hold" nodeType="afterGroup">
                            <p:stCondLst>
                              <p:cond delay="3000"/>
                            </p:stCondLst>
                            <p:childTnLst>
                              <p:par>
                                <p:cTn id="17" presetID="1" presetClass="entr" presetSubtype="0" fill="hold" grpId="0" nodeType="afterEffect">
                                  <p:stCondLst>
                                    <p:cond delay="1000"/>
                                  </p:stCondLst>
                                  <p:childTnLst>
                                    <p:set>
                                      <p:cBhvr>
                                        <p:cTn id="18" dur="1" fill="hold">
                                          <p:stCondLst>
                                            <p:cond delay="0"/>
                                          </p:stCondLst>
                                        </p:cTn>
                                        <p:tgtEl>
                                          <p:spTgt spid="3"/>
                                        </p:tgtEl>
                                        <p:attrNameLst>
                                          <p:attrName>style.visibility</p:attrName>
                                        </p:attrNameLst>
                                      </p:cBhvr>
                                      <p:to>
                                        <p:strVal val="visible"/>
                                      </p:to>
                                    </p:set>
                                  </p:childTnLst>
                                </p:cTn>
                              </p:par>
                            </p:childTnLst>
                          </p:cTn>
                        </p:par>
                        <p:par>
                          <p:cTn id="19" fill="hold" nodeType="afterGroup">
                            <p:stCondLst>
                              <p:cond delay="4000"/>
                            </p:stCondLst>
                            <p:childTnLst>
                              <p:par>
                                <p:cTn id="20" presetID="1" presetClass="entr" presetSubtype="0" fill="hold" nodeType="afterEffect">
                                  <p:stCondLst>
                                    <p:cond delay="1000"/>
                                  </p:stCondLst>
                                  <p:childTnLst>
                                    <p:set>
                                      <p:cBhvr>
                                        <p:cTn id="21" dur="1" fill="hold">
                                          <p:stCondLst>
                                            <p:cond delay="0"/>
                                          </p:stCondLst>
                                        </p:cTn>
                                        <p:tgtEl>
                                          <p:spTgt spid="82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3" grpId="0"/>
      <p:bldP spid="16396" grpId="0"/>
      <p:bldP spid="2"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a:extLst>
              <a:ext uri="{FF2B5EF4-FFF2-40B4-BE49-F238E27FC236}">
                <a16:creationId xmlns:a16="http://schemas.microsoft.com/office/drawing/2014/main" id="{0EE21C40-B9D7-79CF-849F-8902FCC33915}"/>
              </a:ext>
            </a:extLst>
          </p:cNvPr>
          <p:cNvSpPr txBox="1">
            <a:spLocks noChangeArrowheads="1"/>
          </p:cNvSpPr>
          <p:nvPr/>
        </p:nvSpPr>
        <p:spPr bwMode="auto">
          <a:xfrm>
            <a:off x="2590800" y="685800"/>
            <a:ext cx="3886200" cy="519113"/>
          </a:xfrm>
          <a:prstGeom prst="rect">
            <a:avLst/>
          </a:prstGeom>
          <a:gradFill rotWithShape="1">
            <a:gsLst>
              <a:gs pos="0">
                <a:srgbClr val="990000">
                  <a:alpha val="35001"/>
                </a:srgbClr>
              </a:gs>
              <a:gs pos="100000">
                <a:srgbClr val="47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800" b="1"/>
              <a:t>Multiple Bonds</a:t>
            </a:r>
          </a:p>
        </p:txBody>
      </p:sp>
      <p:sp>
        <p:nvSpPr>
          <p:cNvPr id="18435" name="Text Box 5">
            <a:extLst>
              <a:ext uri="{FF2B5EF4-FFF2-40B4-BE49-F238E27FC236}">
                <a16:creationId xmlns:a16="http://schemas.microsoft.com/office/drawing/2014/main" id="{D9BF8A28-C513-7AD7-9D1F-70AC453DF73B}"/>
              </a:ext>
            </a:extLst>
          </p:cNvPr>
          <p:cNvSpPr txBox="1">
            <a:spLocks noChangeArrowheads="1"/>
          </p:cNvSpPr>
          <p:nvPr/>
        </p:nvSpPr>
        <p:spPr bwMode="auto">
          <a:xfrm>
            <a:off x="609600" y="1752600"/>
            <a:ext cx="75596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If there are not enough electrons for the </a:t>
            </a:r>
            <a:r>
              <a:rPr lang="en-US" altLang="en-US" b="1" i="1"/>
              <a:t>central</a:t>
            </a:r>
            <a:r>
              <a:rPr lang="en-US" altLang="en-US"/>
              <a:t> atom to attain an octet, a multiple bond is present.</a:t>
            </a:r>
          </a:p>
        </p:txBody>
      </p:sp>
      <p:sp>
        <p:nvSpPr>
          <p:cNvPr id="18436" name="Text Box 6">
            <a:extLst>
              <a:ext uri="{FF2B5EF4-FFF2-40B4-BE49-F238E27FC236}">
                <a16:creationId xmlns:a16="http://schemas.microsoft.com/office/drawing/2014/main" id="{6DE74238-D4F8-5C74-7AE8-FA0E3916EE22}"/>
              </a:ext>
            </a:extLst>
          </p:cNvPr>
          <p:cNvSpPr txBox="1">
            <a:spLocks noChangeArrowheads="1"/>
          </p:cNvSpPr>
          <p:nvPr/>
        </p:nvSpPr>
        <p:spPr bwMode="auto">
          <a:xfrm>
            <a:off x="609600" y="3048000"/>
            <a:ext cx="75596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i="1"/>
              <a:t>Step 5</a:t>
            </a:r>
            <a:r>
              <a:rPr lang="en-US" altLang="en-US" sz="2000"/>
              <a:t>:  If the central atom does not have a full octet, change a lone pair on a surrounding atom into another bonding pair to the central atom, thus forming a multiple bond.</a:t>
            </a:r>
            <a:endParaRPr lang="en-US" altLang="en-US" sz="2000" i="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a:extLst>
              <a:ext uri="{FF2B5EF4-FFF2-40B4-BE49-F238E27FC236}">
                <a16:creationId xmlns:a16="http://schemas.microsoft.com/office/drawing/2014/main" id="{D75C603D-91B8-33D1-4395-B0C4E1F768B9}"/>
              </a:ext>
            </a:extLst>
          </p:cNvPr>
          <p:cNvSpPr txBox="1">
            <a:spLocks noChangeArrowheads="1"/>
          </p:cNvSpPr>
          <p:nvPr/>
        </p:nvSpPr>
        <p:spPr bwMode="auto">
          <a:xfrm>
            <a:off x="2238375" y="192088"/>
            <a:ext cx="46942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800"/>
              <a:t>Exceptions to the Octet Rule</a:t>
            </a:r>
          </a:p>
        </p:txBody>
      </p:sp>
      <p:sp>
        <p:nvSpPr>
          <p:cNvPr id="19459" name="Text Box 3">
            <a:extLst>
              <a:ext uri="{FF2B5EF4-FFF2-40B4-BE49-F238E27FC236}">
                <a16:creationId xmlns:a16="http://schemas.microsoft.com/office/drawing/2014/main" id="{1E7B4423-0998-4E2B-8DCB-7626380493E9}"/>
              </a:ext>
            </a:extLst>
          </p:cNvPr>
          <p:cNvSpPr txBox="1">
            <a:spLocks noChangeArrowheads="1"/>
          </p:cNvSpPr>
          <p:nvPr/>
        </p:nvSpPr>
        <p:spPr bwMode="auto">
          <a:xfrm>
            <a:off x="304800" y="9906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The Incomplete Octet</a:t>
            </a:r>
          </a:p>
        </p:txBody>
      </p:sp>
      <p:grpSp>
        <p:nvGrpSpPr>
          <p:cNvPr id="2" name="Group 9">
            <a:extLst>
              <a:ext uri="{FF2B5EF4-FFF2-40B4-BE49-F238E27FC236}">
                <a16:creationId xmlns:a16="http://schemas.microsoft.com/office/drawing/2014/main" id="{7FDCB3C1-5BC8-E7D0-A71C-80581A0C2EF7}"/>
              </a:ext>
            </a:extLst>
          </p:cNvPr>
          <p:cNvGrpSpPr>
            <a:grpSpLocks/>
          </p:cNvGrpSpPr>
          <p:nvPr/>
        </p:nvGrpSpPr>
        <p:grpSpPr bwMode="auto">
          <a:xfrm>
            <a:off x="5591175" y="2197100"/>
            <a:ext cx="2028825" cy="457200"/>
            <a:chOff x="753" y="1296"/>
            <a:chExt cx="1278" cy="288"/>
          </a:xfrm>
        </p:grpSpPr>
        <p:sp>
          <p:nvSpPr>
            <p:cNvPr id="19524" name="Text Box 4">
              <a:extLst>
                <a:ext uri="{FF2B5EF4-FFF2-40B4-BE49-F238E27FC236}">
                  <a16:creationId xmlns:a16="http://schemas.microsoft.com/office/drawing/2014/main" id="{91A44483-995B-AEF7-C66A-875CEEC41518}"/>
                </a:ext>
              </a:extLst>
            </p:cNvPr>
            <p:cNvSpPr txBox="1">
              <a:spLocks noChangeArrowheads="1"/>
            </p:cNvSpPr>
            <p:nvPr/>
          </p:nvSpPr>
          <p:spPr bwMode="auto">
            <a:xfrm>
              <a:off x="753" y="1296"/>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H</a:t>
              </a:r>
            </a:p>
          </p:txBody>
        </p:sp>
        <p:sp>
          <p:nvSpPr>
            <p:cNvPr id="19525" name="Text Box 5">
              <a:extLst>
                <a:ext uri="{FF2B5EF4-FFF2-40B4-BE49-F238E27FC236}">
                  <a16:creationId xmlns:a16="http://schemas.microsoft.com/office/drawing/2014/main" id="{D63C953C-154B-5834-2354-0F503D52467C}"/>
                </a:ext>
              </a:extLst>
            </p:cNvPr>
            <p:cNvSpPr txBox="1">
              <a:spLocks noChangeArrowheads="1"/>
            </p:cNvSpPr>
            <p:nvPr/>
          </p:nvSpPr>
          <p:spPr bwMode="auto">
            <a:xfrm>
              <a:off x="1776" y="1296"/>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H</a:t>
              </a:r>
            </a:p>
          </p:txBody>
        </p:sp>
        <p:sp>
          <p:nvSpPr>
            <p:cNvPr id="19526" name="Text Box 6">
              <a:extLst>
                <a:ext uri="{FF2B5EF4-FFF2-40B4-BE49-F238E27FC236}">
                  <a16:creationId xmlns:a16="http://schemas.microsoft.com/office/drawing/2014/main" id="{0359EA35-058C-2C92-DEEC-61ACF3816DDA}"/>
                </a:ext>
              </a:extLst>
            </p:cNvPr>
            <p:cNvSpPr txBox="1">
              <a:spLocks noChangeArrowheads="1"/>
            </p:cNvSpPr>
            <p:nvPr/>
          </p:nvSpPr>
          <p:spPr bwMode="auto">
            <a:xfrm>
              <a:off x="1217" y="1296"/>
              <a:ext cx="3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Be</a:t>
              </a:r>
            </a:p>
          </p:txBody>
        </p:sp>
        <p:sp>
          <p:nvSpPr>
            <p:cNvPr id="19527" name="Line 7">
              <a:extLst>
                <a:ext uri="{FF2B5EF4-FFF2-40B4-BE49-F238E27FC236}">
                  <a16:creationId xmlns:a16="http://schemas.microsoft.com/office/drawing/2014/main" id="{A007AF1A-86D6-275A-34C0-BAE3E238C6B3}"/>
                </a:ext>
              </a:extLst>
            </p:cNvPr>
            <p:cNvSpPr>
              <a:spLocks noChangeShapeType="1"/>
            </p:cNvSpPr>
            <p:nvPr/>
          </p:nvSpPr>
          <p:spPr bwMode="auto">
            <a:xfrm>
              <a:off x="969" y="1440"/>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28" name="Line 8">
              <a:extLst>
                <a:ext uri="{FF2B5EF4-FFF2-40B4-BE49-F238E27FC236}">
                  <a16:creationId xmlns:a16="http://schemas.microsoft.com/office/drawing/2014/main" id="{4169613C-2622-1CA0-F2A2-7806A5278D51}"/>
                </a:ext>
              </a:extLst>
            </p:cNvPr>
            <p:cNvSpPr>
              <a:spLocks noChangeShapeType="1"/>
            </p:cNvSpPr>
            <p:nvPr/>
          </p:nvSpPr>
          <p:spPr bwMode="auto">
            <a:xfrm>
              <a:off x="1528" y="1440"/>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 name="Group 19">
            <a:extLst>
              <a:ext uri="{FF2B5EF4-FFF2-40B4-BE49-F238E27FC236}">
                <a16:creationId xmlns:a16="http://schemas.microsoft.com/office/drawing/2014/main" id="{D2944044-2C8C-A38E-9542-013858D1E866}"/>
              </a:ext>
            </a:extLst>
          </p:cNvPr>
          <p:cNvGrpSpPr>
            <a:grpSpLocks/>
          </p:cNvGrpSpPr>
          <p:nvPr/>
        </p:nvGrpSpPr>
        <p:grpSpPr bwMode="auto">
          <a:xfrm>
            <a:off x="3444875" y="1855788"/>
            <a:ext cx="1643063" cy="1192212"/>
            <a:chOff x="1402" y="1025"/>
            <a:chExt cx="1035" cy="751"/>
          </a:xfrm>
        </p:grpSpPr>
        <p:sp>
          <p:nvSpPr>
            <p:cNvPr id="19520" name="Text Box 10">
              <a:extLst>
                <a:ext uri="{FF2B5EF4-FFF2-40B4-BE49-F238E27FC236}">
                  <a16:creationId xmlns:a16="http://schemas.microsoft.com/office/drawing/2014/main" id="{9B7225FF-C375-9EFA-1D2F-F631EAE73693}"/>
                </a:ext>
              </a:extLst>
            </p:cNvPr>
            <p:cNvSpPr txBox="1">
              <a:spLocks noChangeArrowheads="1"/>
            </p:cNvSpPr>
            <p:nvPr/>
          </p:nvSpPr>
          <p:spPr bwMode="auto">
            <a:xfrm>
              <a:off x="1611" y="1025"/>
              <a:ext cx="82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Be – 2e</a:t>
              </a:r>
              <a:r>
                <a:rPr lang="en-US" altLang="en-US" baseline="30000"/>
                <a:t>-</a:t>
              </a:r>
              <a:endParaRPr lang="en-US" altLang="en-US"/>
            </a:p>
          </p:txBody>
        </p:sp>
        <p:sp>
          <p:nvSpPr>
            <p:cNvPr id="19521" name="Text Box 11">
              <a:extLst>
                <a:ext uri="{FF2B5EF4-FFF2-40B4-BE49-F238E27FC236}">
                  <a16:creationId xmlns:a16="http://schemas.microsoft.com/office/drawing/2014/main" id="{4A86817A-4558-4A44-EACF-44913656A1EC}"/>
                </a:ext>
              </a:extLst>
            </p:cNvPr>
            <p:cNvSpPr txBox="1">
              <a:spLocks noChangeArrowheads="1"/>
            </p:cNvSpPr>
            <p:nvPr/>
          </p:nvSpPr>
          <p:spPr bwMode="auto">
            <a:xfrm>
              <a:off x="1402" y="1240"/>
              <a:ext cx="103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2H – 2x1e</a:t>
              </a:r>
              <a:r>
                <a:rPr lang="en-US" altLang="en-US" baseline="30000"/>
                <a:t>-</a:t>
              </a:r>
              <a:endParaRPr lang="en-US" altLang="en-US"/>
            </a:p>
          </p:txBody>
        </p:sp>
        <p:sp>
          <p:nvSpPr>
            <p:cNvPr id="19522" name="Line 12">
              <a:extLst>
                <a:ext uri="{FF2B5EF4-FFF2-40B4-BE49-F238E27FC236}">
                  <a16:creationId xmlns:a16="http://schemas.microsoft.com/office/drawing/2014/main" id="{692AC7F2-C9DB-00DA-4AA8-2AA394A5A899}"/>
                </a:ext>
              </a:extLst>
            </p:cNvPr>
            <p:cNvSpPr>
              <a:spLocks noChangeShapeType="1"/>
            </p:cNvSpPr>
            <p:nvPr/>
          </p:nvSpPr>
          <p:spPr bwMode="auto">
            <a:xfrm>
              <a:off x="1429" y="1504"/>
              <a:ext cx="96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23" name="Text Box 13">
              <a:extLst>
                <a:ext uri="{FF2B5EF4-FFF2-40B4-BE49-F238E27FC236}">
                  <a16:creationId xmlns:a16="http://schemas.microsoft.com/office/drawing/2014/main" id="{7D6C570D-39DE-10E3-0534-0686C90AF989}"/>
                </a:ext>
              </a:extLst>
            </p:cNvPr>
            <p:cNvSpPr txBox="1">
              <a:spLocks noChangeArrowheads="1"/>
            </p:cNvSpPr>
            <p:nvPr/>
          </p:nvSpPr>
          <p:spPr bwMode="auto">
            <a:xfrm>
              <a:off x="2064" y="1488"/>
              <a:ext cx="3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4e</a:t>
              </a:r>
              <a:r>
                <a:rPr lang="en-US" altLang="en-US" baseline="30000"/>
                <a:t>-</a:t>
              </a:r>
              <a:endParaRPr lang="en-US" altLang="en-US"/>
            </a:p>
          </p:txBody>
        </p:sp>
      </p:grpSp>
      <p:sp>
        <p:nvSpPr>
          <p:cNvPr id="74766" name="Text Box 14">
            <a:extLst>
              <a:ext uri="{FF2B5EF4-FFF2-40B4-BE49-F238E27FC236}">
                <a16:creationId xmlns:a16="http://schemas.microsoft.com/office/drawing/2014/main" id="{51CAC71C-A617-137D-D5E1-A32775F32828}"/>
              </a:ext>
            </a:extLst>
          </p:cNvPr>
          <p:cNvSpPr txBox="1">
            <a:spLocks noChangeArrowheads="1"/>
          </p:cNvSpPr>
          <p:nvPr/>
        </p:nvSpPr>
        <p:spPr bwMode="auto">
          <a:xfrm>
            <a:off x="1981200" y="2197100"/>
            <a:ext cx="890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BeH</a:t>
            </a:r>
            <a:r>
              <a:rPr lang="en-US" altLang="en-US" baseline="-25000"/>
              <a:t>2</a:t>
            </a:r>
            <a:endParaRPr lang="en-US" altLang="en-US"/>
          </a:p>
        </p:txBody>
      </p:sp>
      <p:grpSp>
        <p:nvGrpSpPr>
          <p:cNvPr id="4" name="Group 76">
            <a:extLst>
              <a:ext uri="{FF2B5EF4-FFF2-40B4-BE49-F238E27FC236}">
                <a16:creationId xmlns:a16="http://schemas.microsoft.com/office/drawing/2014/main" id="{9E90B6C8-1A32-8BDF-47F0-554A0350863E}"/>
              </a:ext>
            </a:extLst>
          </p:cNvPr>
          <p:cNvGrpSpPr>
            <a:grpSpLocks/>
          </p:cNvGrpSpPr>
          <p:nvPr/>
        </p:nvGrpSpPr>
        <p:grpSpPr bwMode="auto">
          <a:xfrm>
            <a:off x="5803900" y="2273300"/>
            <a:ext cx="1574800" cy="317500"/>
            <a:chOff x="3656" y="1432"/>
            <a:chExt cx="992" cy="200"/>
          </a:xfrm>
        </p:grpSpPr>
        <p:sp>
          <p:nvSpPr>
            <p:cNvPr id="19518" name="Oval 15">
              <a:extLst>
                <a:ext uri="{FF2B5EF4-FFF2-40B4-BE49-F238E27FC236}">
                  <a16:creationId xmlns:a16="http://schemas.microsoft.com/office/drawing/2014/main" id="{A048B659-10B0-EC9B-6732-D3D626A6AA85}"/>
                </a:ext>
              </a:extLst>
            </p:cNvPr>
            <p:cNvSpPr>
              <a:spLocks noChangeArrowheads="1"/>
            </p:cNvSpPr>
            <p:nvPr/>
          </p:nvSpPr>
          <p:spPr bwMode="auto">
            <a:xfrm>
              <a:off x="3656" y="1432"/>
              <a:ext cx="432" cy="192"/>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19519" name="Oval 16">
              <a:extLst>
                <a:ext uri="{FF2B5EF4-FFF2-40B4-BE49-F238E27FC236}">
                  <a16:creationId xmlns:a16="http://schemas.microsoft.com/office/drawing/2014/main" id="{94E29F7E-04FC-3415-33EE-CCF2CCC97D46}"/>
                </a:ext>
              </a:extLst>
            </p:cNvPr>
            <p:cNvSpPr>
              <a:spLocks noChangeArrowheads="1"/>
            </p:cNvSpPr>
            <p:nvPr/>
          </p:nvSpPr>
          <p:spPr bwMode="auto">
            <a:xfrm>
              <a:off x="4216" y="1440"/>
              <a:ext cx="432" cy="192"/>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sp>
        <p:nvSpPr>
          <p:cNvPr id="74770" name="Text Box 18">
            <a:extLst>
              <a:ext uri="{FF2B5EF4-FFF2-40B4-BE49-F238E27FC236}">
                <a16:creationId xmlns:a16="http://schemas.microsoft.com/office/drawing/2014/main" id="{1C87590A-25DF-243A-A153-6884F7259BB8}"/>
              </a:ext>
            </a:extLst>
          </p:cNvPr>
          <p:cNvSpPr txBox="1">
            <a:spLocks noChangeArrowheads="1"/>
          </p:cNvSpPr>
          <p:nvPr/>
        </p:nvSpPr>
        <p:spPr bwMode="auto">
          <a:xfrm>
            <a:off x="228600" y="46482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BF</a:t>
            </a:r>
            <a:r>
              <a:rPr lang="en-US" altLang="en-US" baseline="-25000"/>
              <a:t>3</a:t>
            </a:r>
            <a:endParaRPr lang="en-US" altLang="en-US"/>
          </a:p>
        </p:txBody>
      </p:sp>
      <p:grpSp>
        <p:nvGrpSpPr>
          <p:cNvPr id="5" name="Group 73">
            <a:extLst>
              <a:ext uri="{FF2B5EF4-FFF2-40B4-BE49-F238E27FC236}">
                <a16:creationId xmlns:a16="http://schemas.microsoft.com/office/drawing/2014/main" id="{5A084570-567A-1BA1-5D53-D55E2C1620E6}"/>
              </a:ext>
            </a:extLst>
          </p:cNvPr>
          <p:cNvGrpSpPr>
            <a:grpSpLocks/>
          </p:cNvGrpSpPr>
          <p:nvPr/>
        </p:nvGrpSpPr>
        <p:grpSpPr bwMode="auto">
          <a:xfrm>
            <a:off x="1360488" y="4267200"/>
            <a:ext cx="1643062" cy="1192213"/>
            <a:chOff x="1069" y="2688"/>
            <a:chExt cx="1035" cy="751"/>
          </a:xfrm>
        </p:grpSpPr>
        <p:sp>
          <p:nvSpPr>
            <p:cNvPr id="19514" name="Text Box 21">
              <a:extLst>
                <a:ext uri="{FF2B5EF4-FFF2-40B4-BE49-F238E27FC236}">
                  <a16:creationId xmlns:a16="http://schemas.microsoft.com/office/drawing/2014/main" id="{34049B3F-F84A-681B-2F9B-281B2D895C08}"/>
                </a:ext>
              </a:extLst>
            </p:cNvPr>
            <p:cNvSpPr txBox="1">
              <a:spLocks noChangeArrowheads="1"/>
            </p:cNvSpPr>
            <p:nvPr/>
          </p:nvSpPr>
          <p:spPr bwMode="auto">
            <a:xfrm>
              <a:off x="1366" y="2688"/>
              <a:ext cx="7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B – 3e</a:t>
              </a:r>
              <a:r>
                <a:rPr lang="en-US" altLang="en-US" baseline="30000"/>
                <a:t>-</a:t>
              </a:r>
              <a:endParaRPr lang="en-US" altLang="en-US"/>
            </a:p>
          </p:txBody>
        </p:sp>
        <p:sp>
          <p:nvSpPr>
            <p:cNvPr id="19515" name="Text Box 22">
              <a:extLst>
                <a:ext uri="{FF2B5EF4-FFF2-40B4-BE49-F238E27FC236}">
                  <a16:creationId xmlns:a16="http://schemas.microsoft.com/office/drawing/2014/main" id="{66BABAF4-316B-F1D3-84B8-58673B9D0E03}"/>
                </a:ext>
              </a:extLst>
            </p:cNvPr>
            <p:cNvSpPr txBox="1">
              <a:spLocks noChangeArrowheads="1"/>
            </p:cNvSpPr>
            <p:nvPr/>
          </p:nvSpPr>
          <p:spPr bwMode="auto">
            <a:xfrm>
              <a:off x="1069" y="2903"/>
              <a:ext cx="10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3F – 3x7e</a:t>
              </a:r>
              <a:r>
                <a:rPr lang="en-US" altLang="en-US" baseline="30000"/>
                <a:t>-</a:t>
              </a:r>
              <a:endParaRPr lang="en-US" altLang="en-US"/>
            </a:p>
          </p:txBody>
        </p:sp>
        <p:sp>
          <p:nvSpPr>
            <p:cNvPr id="19516" name="Line 23">
              <a:extLst>
                <a:ext uri="{FF2B5EF4-FFF2-40B4-BE49-F238E27FC236}">
                  <a16:creationId xmlns:a16="http://schemas.microsoft.com/office/drawing/2014/main" id="{E9F0BACC-50AC-C132-97D1-F99C3CDA7109}"/>
                </a:ext>
              </a:extLst>
            </p:cNvPr>
            <p:cNvSpPr>
              <a:spLocks noChangeShapeType="1"/>
            </p:cNvSpPr>
            <p:nvPr/>
          </p:nvSpPr>
          <p:spPr bwMode="auto">
            <a:xfrm>
              <a:off x="1096" y="3167"/>
              <a:ext cx="96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17" name="Text Box 24">
              <a:extLst>
                <a:ext uri="{FF2B5EF4-FFF2-40B4-BE49-F238E27FC236}">
                  <a16:creationId xmlns:a16="http://schemas.microsoft.com/office/drawing/2014/main" id="{3301F18E-ED92-DF29-2C75-245F9ED51154}"/>
                </a:ext>
              </a:extLst>
            </p:cNvPr>
            <p:cNvSpPr txBox="1">
              <a:spLocks noChangeArrowheads="1"/>
            </p:cNvSpPr>
            <p:nvPr/>
          </p:nvSpPr>
          <p:spPr bwMode="auto">
            <a:xfrm>
              <a:off x="1624" y="3151"/>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r>
                <a:rPr lang="en-US" altLang="en-US">
                  <a:solidFill>
                    <a:srgbClr val="FF0000"/>
                  </a:solidFill>
                </a:rPr>
                <a:t>24e</a:t>
              </a:r>
              <a:r>
                <a:rPr lang="en-US" altLang="en-US" baseline="30000">
                  <a:solidFill>
                    <a:srgbClr val="FF0000"/>
                  </a:solidFill>
                </a:rPr>
                <a:t>-</a:t>
              </a:r>
              <a:endParaRPr lang="en-US" altLang="en-US">
                <a:solidFill>
                  <a:srgbClr val="FF0000"/>
                </a:solidFill>
              </a:endParaRPr>
            </a:p>
          </p:txBody>
        </p:sp>
      </p:grpSp>
      <p:grpSp>
        <p:nvGrpSpPr>
          <p:cNvPr id="6" name="Group 72">
            <a:extLst>
              <a:ext uri="{FF2B5EF4-FFF2-40B4-BE49-F238E27FC236}">
                <a16:creationId xmlns:a16="http://schemas.microsoft.com/office/drawing/2014/main" id="{9C848AE2-FD93-AF54-265E-78E95B744C92}"/>
              </a:ext>
            </a:extLst>
          </p:cNvPr>
          <p:cNvGrpSpPr>
            <a:grpSpLocks/>
          </p:cNvGrpSpPr>
          <p:nvPr/>
        </p:nvGrpSpPr>
        <p:grpSpPr bwMode="auto">
          <a:xfrm>
            <a:off x="3451225" y="4445000"/>
            <a:ext cx="2044700" cy="1308100"/>
            <a:chOff x="2664" y="2800"/>
            <a:chExt cx="1288" cy="824"/>
          </a:xfrm>
        </p:grpSpPr>
        <p:grpSp>
          <p:nvGrpSpPr>
            <p:cNvPr id="19479" name="Group 27">
              <a:extLst>
                <a:ext uri="{FF2B5EF4-FFF2-40B4-BE49-F238E27FC236}">
                  <a16:creationId xmlns:a16="http://schemas.microsoft.com/office/drawing/2014/main" id="{332AD497-7287-C938-A272-2BABB90E2C2C}"/>
                </a:ext>
              </a:extLst>
            </p:cNvPr>
            <p:cNvGrpSpPr>
              <a:grpSpLocks/>
            </p:cNvGrpSpPr>
            <p:nvPr/>
          </p:nvGrpSpPr>
          <p:grpSpPr bwMode="auto">
            <a:xfrm>
              <a:off x="2687" y="2816"/>
              <a:ext cx="1241" cy="800"/>
              <a:chOff x="679" y="2960"/>
              <a:chExt cx="1241" cy="800"/>
            </a:xfrm>
          </p:grpSpPr>
          <p:sp>
            <p:nvSpPr>
              <p:cNvPr id="19510" name="Text Box 28">
                <a:extLst>
                  <a:ext uri="{FF2B5EF4-FFF2-40B4-BE49-F238E27FC236}">
                    <a16:creationId xmlns:a16="http://schemas.microsoft.com/office/drawing/2014/main" id="{F779D5DD-5434-BCE1-2676-D2BC786EAEC2}"/>
                  </a:ext>
                </a:extLst>
              </p:cNvPr>
              <p:cNvSpPr txBox="1">
                <a:spLocks noChangeArrowheads="1"/>
              </p:cNvSpPr>
              <p:nvPr/>
            </p:nvSpPr>
            <p:spPr bwMode="auto">
              <a:xfrm>
                <a:off x="679" y="2960"/>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a:t>F</a:t>
                </a:r>
              </a:p>
            </p:txBody>
          </p:sp>
          <p:sp>
            <p:nvSpPr>
              <p:cNvPr id="19511" name="Text Box 29">
                <a:extLst>
                  <a:ext uri="{FF2B5EF4-FFF2-40B4-BE49-F238E27FC236}">
                    <a16:creationId xmlns:a16="http://schemas.microsoft.com/office/drawing/2014/main" id="{8B7E87F1-0521-6EDD-A334-7232C3500D6D}"/>
                  </a:ext>
                </a:extLst>
              </p:cNvPr>
              <p:cNvSpPr txBox="1">
                <a:spLocks noChangeArrowheads="1"/>
              </p:cNvSpPr>
              <p:nvPr/>
            </p:nvSpPr>
            <p:spPr bwMode="auto">
              <a:xfrm>
                <a:off x="1171" y="2960"/>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a:t>B</a:t>
                </a:r>
              </a:p>
            </p:txBody>
          </p:sp>
          <p:sp>
            <p:nvSpPr>
              <p:cNvPr id="19512" name="Text Box 30">
                <a:extLst>
                  <a:ext uri="{FF2B5EF4-FFF2-40B4-BE49-F238E27FC236}">
                    <a16:creationId xmlns:a16="http://schemas.microsoft.com/office/drawing/2014/main" id="{C7E2590A-5821-1624-194E-91D6AF369707}"/>
                  </a:ext>
                </a:extLst>
              </p:cNvPr>
              <p:cNvSpPr txBox="1">
                <a:spLocks noChangeArrowheads="1"/>
              </p:cNvSpPr>
              <p:nvPr/>
            </p:nvSpPr>
            <p:spPr bwMode="auto">
              <a:xfrm>
                <a:off x="1687" y="2960"/>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a:t>F</a:t>
                </a:r>
              </a:p>
            </p:txBody>
          </p:sp>
          <p:sp>
            <p:nvSpPr>
              <p:cNvPr id="19513" name="Text Box 31">
                <a:extLst>
                  <a:ext uri="{FF2B5EF4-FFF2-40B4-BE49-F238E27FC236}">
                    <a16:creationId xmlns:a16="http://schemas.microsoft.com/office/drawing/2014/main" id="{FD3641A8-41EE-C5A5-A879-302AE42691F7}"/>
                  </a:ext>
                </a:extLst>
              </p:cNvPr>
              <p:cNvSpPr txBox="1">
                <a:spLocks noChangeArrowheads="1"/>
              </p:cNvSpPr>
              <p:nvPr/>
            </p:nvSpPr>
            <p:spPr bwMode="auto">
              <a:xfrm>
                <a:off x="1176" y="347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a:t>F</a:t>
                </a:r>
              </a:p>
            </p:txBody>
          </p:sp>
        </p:grpSp>
        <p:sp>
          <p:nvSpPr>
            <p:cNvPr id="19480" name="Line 32">
              <a:extLst>
                <a:ext uri="{FF2B5EF4-FFF2-40B4-BE49-F238E27FC236}">
                  <a16:creationId xmlns:a16="http://schemas.microsoft.com/office/drawing/2014/main" id="{6D3564D6-75E9-F9A7-E8DF-C054A5B48FE3}"/>
                </a:ext>
              </a:extLst>
            </p:cNvPr>
            <p:cNvSpPr>
              <a:spLocks noChangeShapeType="1"/>
            </p:cNvSpPr>
            <p:nvPr/>
          </p:nvSpPr>
          <p:spPr bwMode="auto">
            <a:xfrm>
              <a:off x="2891" y="2959"/>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1" name="Line 33">
              <a:extLst>
                <a:ext uri="{FF2B5EF4-FFF2-40B4-BE49-F238E27FC236}">
                  <a16:creationId xmlns:a16="http://schemas.microsoft.com/office/drawing/2014/main" id="{5C64E0DD-37E7-D181-A557-1C42FE07119B}"/>
                </a:ext>
              </a:extLst>
            </p:cNvPr>
            <p:cNvSpPr>
              <a:spLocks noChangeShapeType="1"/>
            </p:cNvSpPr>
            <p:nvPr/>
          </p:nvSpPr>
          <p:spPr bwMode="auto">
            <a:xfrm>
              <a:off x="3419" y="2959"/>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9482" name="Group 35">
              <a:extLst>
                <a:ext uri="{FF2B5EF4-FFF2-40B4-BE49-F238E27FC236}">
                  <a16:creationId xmlns:a16="http://schemas.microsoft.com/office/drawing/2014/main" id="{C284993F-A276-C274-E1B8-2C1D002BC853}"/>
                </a:ext>
              </a:extLst>
            </p:cNvPr>
            <p:cNvGrpSpPr>
              <a:grpSpLocks/>
            </p:cNvGrpSpPr>
            <p:nvPr/>
          </p:nvGrpSpPr>
          <p:grpSpPr bwMode="auto">
            <a:xfrm rot="5400000">
              <a:off x="3792" y="2752"/>
              <a:ext cx="48" cy="144"/>
              <a:chOff x="1440" y="2400"/>
              <a:chExt cx="48" cy="144"/>
            </a:xfrm>
          </p:grpSpPr>
          <p:sp>
            <p:nvSpPr>
              <p:cNvPr id="19508" name="Oval 36">
                <a:extLst>
                  <a:ext uri="{FF2B5EF4-FFF2-40B4-BE49-F238E27FC236}">
                    <a16:creationId xmlns:a16="http://schemas.microsoft.com/office/drawing/2014/main" id="{715C219A-1754-FF94-648D-8E45FD12C600}"/>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19509" name="Oval 37">
                <a:extLst>
                  <a:ext uri="{FF2B5EF4-FFF2-40B4-BE49-F238E27FC236}">
                    <a16:creationId xmlns:a16="http://schemas.microsoft.com/office/drawing/2014/main" id="{464CD047-03E2-83B3-F39F-80D3659F1548}"/>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nvGrpSpPr>
            <p:cNvPr id="19483" name="Group 38">
              <a:extLst>
                <a:ext uri="{FF2B5EF4-FFF2-40B4-BE49-F238E27FC236}">
                  <a16:creationId xmlns:a16="http://schemas.microsoft.com/office/drawing/2014/main" id="{8AA07A16-EA3B-C140-6813-B78117E7637F}"/>
                </a:ext>
              </a:extLst>
            </p:cNvPr>
            <p:cNvGrpSpPr>
              <a:grpSpLocks/>
            </p:cNvGrpSpPr>
            <p:nvPr/>
          </p:nvGrpSpPr>
          <p:grpSpPr bwMode="auto">
            <a:xfrm>
              <a:off x="3904" y="2888"/>
              <a:ext cx="48" cy="144"/>
              <a:chOff x="1440" y="2400"/>
              <a:chExt cx="48" cy="144"/>
            </a:xfrm>
          </p:grpSpPr>
          <p:sp>
            <p:nvSpPr>
              <p:cNvPr id="19506" name="Oval 39">
                <a:extLst>
                  <a:ext uri="{FF2B5EF4-FFF2-40B4-BE49-F238E27FC236}">
                    <a16:creationId xmlns:a16="http://schemas.microsoft.com/office/drawing/2014/main" id="{396A8344-D087-61D3-8C42-7FEB01DF5A14}"/>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19507" name="Oval 40">
                <a:extLst>
                  <a:ext uri="{FF2B5EF4-FFF2-40B4-BE49-F238E27FC236}">
                    <a16:creationId xmlns:a16="http://schemas.microsoft.com/office/drawing/2014/main" id="{D261E1DF-60BB-0D30-8EA7-FA0E14B60A25}"/>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nvGrpSpPr>
            <p:cNvPr id="19484" name="Group 41">
              <a:extLst>
                <a:ext uri="{FF2B5EF4-FFF2-40B4-BE49-F238E27FC236}">
                  <a16:creationId xmlns:a16="http://schemas.microsoft.com/office/drawing/2014/main" id="{682B85D7-E1E8-EC64-D8CA-716E216AA677}"/>
                </a:ext>
              </a:extLst>
            </p:cNvPr>
            <p:cNvGrpSpPr>
              <a:grpSpLocks/>
            </p:cNvGrpSpPr>
            <p:nvPr/>
          </p:nvGrpSpPr>
          <p:grpSpPr bwMode="auto">
            <a:xfrm rot="5400000">
              <a:off x="3792" y="3016"/>
              <a:ext cx="48" cy="144"/>
              <a:chOff x="1440" y="2400"/>
              <a:chExt cx="48" cy="144"/>
            </a:xfrm>
          </p:grpSpPr>
          <p:sp>
            <p:nvSpPr>
              <p:cNvPr id="19504" name="Oval 42">
                <a:extLst>
                  <a:ext uri="{FF2B5EF4-FFF2-40B4-BE49-F238E27FC236}">
                    <a16:creationId xmlns:a16="http://schemas.microsoft.com/office/drawing/2014/main" id="{F5040FC5-47F5-AC90-A1C6-C92018E4D41F}"/>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19505" name="Oval 43">
                <a:extLst>
                  <a:ext uri="{FF2B5EF4-FFF2-40B4-BE49-F238E27FC236}">
                    <a16:creationId xmlns:a16="http://schemas.microsoft.com/office/drawing/2014/main" id="{1129FF11-CE6F-0DAD-9EB4-B94BBA54C619}"/>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nvGrpSpPr>
            <p:cNvPr id="19485" name="Group 44">
              <a:extLst>
                <a:ext uri="{FF2B5EF4-FFF2-40B4-BE49-F238E27FC236}">
                  <a16:creationId xmlns:a16="http://schemas.microsoft.com/office/drawing/2014/main" id="{18E42D2F-C82F-D1E6-B25F-94BA2242F4FD}"/>
                </a:ext>
              </a:extLst>
            </p:cNvPr>
            <p:cNvGrpSpPr>
              <a:grpSpLocks/>
            </p:cNvGrpSpPr>
            <p:nvPr/>
          </p:nvGrpSpPr>
          <p:grpSpPr bwMode="auto">
            <a:xfrm>
              <a:off x="3152" y="3400"/>
              <a:ext cx="48" cy="144"/>
              <a:chOff x="1440" y="2400"/>
              <a:chExt cx="48" cy="144"/>
            </a:xfrm>
          </p:grpSpPr>
          <p:sp>
            <p:nvSpPr>
              <p:cNvPr id="19502" name="Oval 45">
                <a:extLst>
                  <a:ext uri="{FF2B5EF4-FFF2-40B4-BE49-F238E27FC236}">
                    <a16:creationId xmlns:a16="http://schemas.microsoft.com/office/drawing/2014/main" id="{B9F6DBFB-30B2-83D9-AB3C-406EEB3677BD}"/>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19503" name="Oval 46">
                <a:extLst>
                  <a:ext uri="{FF2B5EF4-FFF2-40B4-BE49-F238E27FC236}">
                    <a16:creationId xmlns:a16="http://schemas.microsoft.com/office/drawing/2014/main" id="{4D23B547-B15B-2F14-2FDE-2F67C84F49ED}"/>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nvGrpSpPr>
            <p:cNvPr id="19486" name="Group 47">
              <a:extLst>
                <a:ext uri="{FF2B5EF4-FFF2-40B4-BE49-F238E27FC236}">
                  <a16:creationId xmlns:a16="http://schemas.microsoft.com/office/drawing/2014/main" id="{10A821E8-4B10-FF1E-189C-21A736D9E98C}"/>
                </a:ext>
              </a:extLst>
            </p:cNvPr>
            <p:cNvGrpSpPr>
              <a:grpSpLocks/>
            </p:cNvGrpSpPr>
            <p:nvPr/>
          </p:nvGrpSpPr>
          <p:grpSpPr bwMode="auto">
            <a:xfrm>
              <a:off x="3392" y="3400"/>
              <a:ext cx="48" cy="144"/>
              <a:chOff x="1440" y="2400"/>
              <a:chExt cx="48" cy="144"/>
            </a:xfrm>
          </p:grpSpPr>
          <p:sp>
            <p:nvSpPr>
              <p:cNvPr id="19500" name="Oval 48">
                <a:extLst>
                  <a:ext uri="{FF2B5EF4-FFF2-40B4-BE49-F238E27FC236}">
                    <a16:creationId xmlns:a16="http://schemas.microsoft.com/office/drawing/2014/main" id="{5E925642-83B3-808A-3640-EB6E39AAFBC6}"/>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19501" name="Oval 49">
                <a:extLst>
                  <a:ext uri="{FF2B5EF4-FFF2-40B4-BE49-F238E27FC236}">
                    <a16:creationId xmlns:a16="http://schemas.microsoft.com/office/drawing/2014/main" id="{E1D9C334-64D7-BF01-E7EC-A0BA48C2F8DF}"/>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nvGrpSpPr>
            <p:cNvPr id="19487" name="Group 50">
              <a:extLst>
                <a:ext uri="{FF2B5EF4-FFF2-40B4-BE49-F238E27FC236}">
                  <a16:creationId xmlns:a16="http://schemas.microsoft.com/office/drawing/2014/main" id="{4C7AB046-3262-0BBE-FD21-1EC95EA21D5E}"/>
                </a:ext>
              </a:extLst>
            </p:cNvPr>
            <p:cNvGrpSpPr>
              <a:grpSpLocks/>
            </p:cNvGrpSpPr>
            <p:nvPr/>
          </p:nvGrpSpPr>
          <p:grpSpPr bwMode="auto">
            <a:xfrm rot="16200000" flipH="1">
              <a:off x="2768" y="2752"/>
              <a:ext cx="48" cy="144"/>
              <a:chOff x="1440" y="2400"/>
              <a:chExt cx="48" cy="144"/>
            </a:xfrm>
          </p:grpSpPr>
          <p:sp>
            <p:nvSpPr>
              <p:cNvPr id="19498" name="Oval 51">
                <a:extLst>
                  <a:ext uri="{FF2B5EF4-FFF2-40B4-BE49-F238E27FC236}">
                    <a16:creationId xmlns:a16="http://schemas.microsoft.com/office/drawing/2014/main" id="{BF015E93-CD1A-070D-AD51-0CE41E0AF1C0}"/>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19499" name="Oval 52">
                <a:extLst>
                  <a:ext uri="{FF2B5EF4-FFF2-40B4-BE49-F238E27FC236}">
                    <a16:creationId xmlns:a16="http://schemas.microsoft.com/office/drawing/2014/main" id="{D528E229-6156-1396-1CCF-536DBE97D025}"/>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nvGrpSpPr>
            <p:cNvPr id="19488" name="Group 53">
              <a:extLst>
                <a:ext uri="{FF2B5EF4-FFF2-40B4-BE49-F238E27FC236}">
                  <a16:creationId xmlns:a16="http://schemas.microsoft.com/office/drawing/2014/main" id="{CCE6DBB5-C1A9-99B7-A100-741E1FE7AAA7}"/>
                </a:ext>
              </a:extLst>
            </p:cNvPr>
            <p:cNvGrpSpPr>
              <a:grpSpLocks/>
            </p:cNvGrpSpPr>
            <p:nvPr/>
          </p:nvGrpSpPr>
          <p:grpSpPr bwMode="auto">
            <a:xfrm rot="10800000" flipH="1">
              <a:off x="2664" y="2888"/>
              <a:ext cx="48" cy="144"/>
              <a:chOff x="1440" y="2400"/>
              <a:chExt cx="48" cy="144"/>
            </a:xfrm>
          </p:grpSpPr>
          <p:sp>
            <p:nvSpPr>
              <p:cNvPr id="19496" name="Oval 54">
                <a:extLst>
                  <a:ext uri="{FF2B5EF4-FFF2-40B4-BE49-F238E27FC236}">
                    <a16:creationId xmlns:a16="http://schemas.microsoft.com/office/drawing/2014/main" id="{25E407CB-B974-16F1-3F44-C68635338F95}"/>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19497" name="Oval 55">
                <a:extLst>
                  <a:ext uri="{FF2B5EF4-FFF2-40B4-BE49-F238E27FC236}">
                    <a16:creationId xmlns:a16="http://schemas.microsoft.com/office/drawing/2014/main" id="{39DB7CAF-6954-064B-5DD6-A0E464008ECE}"/>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nvGrpSpPr>
            <p:cNvPr id="19489" name="Group 56">
              <a:extLst>
                <a:ext uri="{FF2B5EF4-FFF2-40B4-BE49-F238E27FC236}">
                  <a16:creationId xmlns:a16="http://schemas.microsoft.com/office/drawing/2014/main" id="{B00C6474-7B92-75A5-9618-AC0EE663D911}"/>
                </a:ext>
              </a:extLst>
            </p:cNvPr>
            <p:cNvGrpSpPr>
              <a:grpSpLocks/>
            </p:cNvGrpSpPr>
            <p:nvPr/>
          </p:nvGrpSpPr>
          <p:grpSpPr bwMode="auto">
            <a:xfrm rot="16200000" flipH="1">
              <a:off x="2768" y="3016"/>
              <a:ext cx="48" cy="144"/>
              <a:chOff x="1440" y="2400"/>
              <a:chExt cx="48" cy="144"/>
            </a:xfrm>
          </p:grpSpPr>
          <p:sp>
            <p:nvSpPr>
              <p:cNvPr id="19494" name="Oval 57">
                <a:extLst>
                  <a:ext uri="{FF2B5EF4-FFF2-40B4-BE49-F238E27FC236}">
                    <a16:creationId xmlns:a16="http://schemas.microsoft.com/office/drawing/2014/main" id="{31CDF803-4997-507A-FDF6-75A48829E8D1}"/>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19495" name="Oval 58">
                <a:extLst>
                  <a:ext uri="{FF2B5EF4-FFF2-40B4-BE49-F238E27FC236}">
                    <a16:creationId xmlns:a16="http://schemas.microsoft.com/office/drawing/2014/main" id="{AD81E663-5AE9-C67F-9316-E1A696B216F9}"/>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sp>
          <p:nvSpPr>
            <p:cNvPr id="19490" name="Line 59">
              <a:extLst>
                <a:ext uri="{FF2B5EF4-FFF2-40B4-BE49-F238E27FC236}">
                  <a16:creationId xmlns:a16="http://schemas.microsoft.com/office/drawing/2014/main" id="{0DD89A26-387A-7110-6646-6DFCE02C814E}"/>
                </a:ext>
              </a:extLst>
            </p:cNvPr>
            <p:cNvSpPr>
              <a:spLocks noChangeShapeType="1"/>
            </p:cNvSpPr>
            <p:nvPr/>
          </p:nvSpPr>
          <p:spPr bwMode="auto">
            <a:xfrm rot="-5400000">
              <a:off x="3152" y="3208"/>
              <a:ext cx="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9491" name="Group 62">
              <a:extLst>
                <a:ext uri="{FF2B5EF4-FFF2-40B4-BE49-F238E27FC236}">
                  <a16:creationId xmlns:a16="http://schemas.microsoft.com/office/drawing/2014/main" id="{0CCF8D43-208F-B1AF-DE79-BE033E0DBE18}"/>
                </a:ext>
              </a:extLst>
            </p:cNvPr>
            <p:cNvGrpSpPr>
              <a:grpSpLocks/>
            </p:cNvGrpSpPr>
            <p:nvPr/>
          </p:nvGrpSpPr>
          <p:grpSpPr bwMode="auto">
            <a:xfrm rot="5400000">
              <a:off x="3264" y="3528"/>
              <a:ext cx="48" cy="144"/>
              <a:chOff x="1440" y="2400"/>
              <a:chExt cx="48" cy="144"/>
            </a:xfrm>
          </p:grpSpPr>
          <p:sp>
            <p:nvSpPr>
              <p:cNvPr id="19492" name="Oval 63">
                <a:extLst>
                  <a:ext uri="{FF2B5EF4-FFF2-40B4-BE49-F238E27FC236}">
                    <a16:creationId xmlns:a16="http://schemas.microsoft.com/office/drawing/2014/main" id="{8BB9ED35-7E21-3EBE-C1DD-E481A6FF66F2}"/>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19493" name="Oval 64">
                <a:extLst>
                  <a:ext uri="{FF2B5EF4-FFF2-40B4-BE49-F238E27FC236}">
                    <a16:creationId xmlns:a16="http://schemas.microsoft.com/office/drawing/2014/main" id="{0A24B9B1-9628-3D51-3E3B-3E33B4467385}"/>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grpSp>
        <p:nvGrpSpPr>
          <p:cNvPr id="17" name="Group 74">
            <a:extLst>
              <a:ext uri="{FF2B5EF4-FFF2-40B4-BE49-F238E27FC236}">
                <a16:creationId xmlns:a16="http://schemas.microsoft.com/office/drawing/2014/main" id="{325E4906-E9E3-9C00-6586-5F70A0CA308D}"/>
              </a:ext>
            </a:extLst>
          </p:cNvPr>
          <p:cNvGrpSpPr>
            <a:grpSpLocks/>
          </p:cNvGrpSpPr>
          <p:nvPr/>
        </p:nvGrpSpPr>
        <p:grpSpPr bwMode="auto">
          <a:xfrm>
            <a:off x="5943600" y="4343400"/>
            <a:ext cx="3048000" cy="1041400"/>
            <a:chOff x="3696" y="2784"/>
            <a:chExt cx="1920" cy="656"/>
          </a:xfrm>
        </p:grpSpPr>
        <p:sp>
          <p:nvSpPr>
            <p:cNvPr id="19474" name="Text Box 66">
              <a:extLst>
                <a:ext uri="{FF2B5EF4-FFF2-40B4-BE49-F238E27FC236}">
                  <a16:creationId xmlns:a16="http://schemas.microsoft.com/office/drawing/2014/main" id="{6E7A30DE-9699-4651-472B-B7BD522A26EB}"/>
                </a:ext>
              </a:extLst>
            </p:cNvPr>
            <p:cNvSpPr txBox="1">
              <a:spLocks noChangeArrowheads="1"/>
            </p:cNvSpPr>
            <p:nvPr/>
          </p:nvSpPr>
          <p:spPr bwMode="auto">
            <a:xfrm>
              <a:off x="3696" y="2784"/>
              <a:ext cx="19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3 single bonds (3x2) =   6</a:t>
              </a:r>
            </a:p>
          </p:txBody>
        </p:sp>
        <p:grpSp>
          <p:nvGrpSpPr>
            <p:cNvPr id="19475" name="Group 68">
              <a:extLst>
                <a:ext uri="{FF2B5EF4-FFF2-40B4-BE49-F238E27FC236}">
                  <a16:creationId xmlns:a16="http://schemas.microsoft.com/office/drawing/2014/main" id="{7F054D8A-C4D2-D211-8884-9E944D797EC5}"/>
                </a:ext>
              </a:extLst>
            </p:cNvPr>
            <p:cNvGrpSpPr>
              <a:grpSpLocks/>
            </p:cNvGrpSpPr>
            <p:nvPr/>
          </p:nvGrpSpPr>
          <p:grpSpPr bwMode="auto">
            <a:xfrm>
              <a:off x="3744" y="2991"/>
              <a:ext cx="1870" cy="250"/>
              <a:chOff x="2448" y="3398"/>
              <a:chExt cx="1870" cy="250"/>
            </a:xfrm>
          </p:grpSpPr>
          <p:sp>
            <p:nvSpPr>
              <p:cNvPr id="19477" name="Text Box 69">
                <a:extLst>
                  <a:ext uri="{FF2B5EF4-FFF2-40B4-BE49-F238E27FC236}">
                    <a16:creationId xmlns:a16="http://schemas.microsoft.com/office/drawing/2014/main" id="{27BCFBE2-64C1-8C9F-415F-0300466F2F94}"/>
                  </a:ext>
                </a:extLst>
              </p:cNvPr>
              <p:cNvSpPr txBox="1">
                <a:spLocks noChangeArrowheads="1"/>
              </p:cNvSpPr>
              <p:nvPr/>
            </p:nvSpPr>
            <p:spPr bwMode="auto">
              <a:xfrm>
                <a:off x="2608" y="3398"/>
                <a:ext cx="171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a:t>9 lone pairs (9x2) = 18</a:t>
                </a:r>
              </a:p>
            </p:txBody>
          </p:sp>
          <p:sp>
            <p:nvSpPr>
              <p:cNvPr id="19478" name="Line 70">
                <a:extLst>
                  <a:ext uri="{FF2B5EF4-FFF2-40B4-BE49-F238E27FC236}">
                    <a16:creationId xmlns:a16="http://schemas.microsoft.com/office/drawing/2014/main" id="{E9A1355A-0172-9C9B-399B-5089710A8027}"/>
                  </a:ext>
                </a:extLst>
              </p:cNvPr>
              <p:cNvSpPr>
                <a:spLocks noChangeShapeType="1"/>
              </p:cNvSpPr>
              <p:nvPr/>
            </p:nvSpPr>
            <p:spPr bwMode="auto">
              <a:xfrm>
                <a:off x="2448" y="3616"/>
                <a:ext cx="182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9476" name="Text Box 71">
              <a:extLst>
                <a:ext uri="{FF2B5EF4-FFF2-40B4-BE49-F238E27FC236}">
                  <a16:creationId xmlns:a16="http://schemas.microsoft.com/office/drawing/2014/main" id="{B9069EE7-D8EB-F1BC-4C2C-9C56EF6E9719}"/>
                </a:ext>
              </a:extLst>
            </p:cNvPr>
            <p:cNvSpPr txBox="1">
              <a:spLocks noChangeArrowheads="1"/>
            </p:cNvSpPr>
            <p:nvPr/>
          </p:nvSpPr>
          <p:spPr bwMode="auto">
            <a:xfrm>
              <a:off x="4785" y="3190"/>
              <a:ext cx="83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a:solidFill>
                    <a:srgbClr val="FF0000"/>
                  </a:solidFill>
                </a:rPr>
                <a:t>Total = 24</a:t>
              </a:r>
            </a:p>
          </p:txBody>
        </p:sp>
      </p:grpSp>
      <p:sp>
        <p:nvSpPr>
          <p:cNvPr id="74827" name="Oval 75">
            <a:extLst>
              <a:ext uri="{FF2B5EF4-FFF2-40B4-BE49-F238E27FC236}">
                <a16:creationId xmlns:a16="http://schemas.microsoft.com/office/drawing/2014/main" id="{4BADF740-74D7-BDA8-ACE4-4C8538FBDF22}"/>
              </a:ext>
            </a:extLst>
          </p:cNvPr>
          <p:cNvSpPr>
            <a:spLocks noChangeArrowheads="1"/>
          </p:cNvSpPr>
          <p:nvPr/>
        </p:nvSpPr>
        <p:spPr bwMode="auto">
          <a:xfrm>
            <a:off x="3987800" y="4305300"/>
            <a:ext cx="914400" cy="762000"/>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19469" name="Text Box 77">
            <a:extLst>
              <a:ext uri="{FF2B5EF4-FFF2-40B4-BE49-F238E27FC236}">
                <a16:creationId xmlns:a16="http://schemas.microsoft.com/office/drawing/2014/main" id="{A0B8CFD7-966C-7B47-E726-3E300E6B4A79}"/>
              </a:ext>
            </a:extLst>
          </p:cNvPr>
          <p:cNvSpPr txBox="1">
            <a:spLocks noChangeArrowheads="1"/>
          </p:cNvSpPr>
          <p:nvPr/>
        </p:nvSpPr>
        <p:spPr bwMode="auto">
          <a:xfrm>
            <a:off x="8531225" y="6384925"/>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2000"/>
              <a:t>9.9</a:t>
            </a:r>
          </a:p>
        </p:txBody>
      </p:sp>
      <p:pic>
        <p:nvPicPr>
          <p:cNvPr id="74830" name="Picture 78" descr="09_tap351a">
            <a:extLst>
              <a:ext uri="{FF2B5EF4-FFF2-40B4-BE49-F238E27FC236}">
                <a16:creationId xmlns:a16="http://schemas.microsoft.com/office/drawing/2014/main" id="{D58089C3-E196-5D08-228E-C4F1416096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6249" b="16251"/>
          <a:stretch>
            <a:fillRect/>
          </a:stretch>
        </p:blipFill>
        <p:spPr bwMode="auto">
          <a:xfrm>
            <a:off x="5334000" y="2957513"/>
            <a:ext cx="335280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 name="Group 81">
            <a:extLst>
              <a:ext uri="{FF2B5EF4-FFF2-40B4-BE49-F238E27FC236}">
                <a16:creationId xmlns:a16="http://schemas.microsoft.com/office/drawing/2014/main" id="{2038C2F0-84F5-7179-F52F-17A7C4C63DA2}"/>
              </a:ext>
            </a:extLst>
          </p:cNvPr>
          <p:cNvGrpSpPr>
            <a:grpSpLocks/>
          </p:cNvGrpSpPr>
          <p:nvPr/>
        </p:nvGrpSpPr>
        <p:grpSpPr bwMode="auto">
          <a:xfrm>
            <a:off x="152400" y="5149850"/>
            <a:ext cx="1930400" cy="1657350"/>
            <a:chOff x="96" y="3244"/>
            <a:chExt cx="1216" cy="1044"/>
          </a:xfrm>
        </p:grpSpPr>
        <p:pic>
          <p:nvPicPr>
            <p:cNvPr id="19472" name="Picture 79" descr="09_tap351b">
              <a:extLst>
                <a:ext uri="{FF2B5EF4-FFF2-40B4-BE49-F238E27FC236}">
                  <a16:creationId xmlns:a16="http://schemas.microsoft.com/office/drawing/2014/main" id="{67CF4604-56C0-4FD8-19CB-B745D26F8B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688" t="2499" r="9688"/>
            <a:stretch>
              <a:fillRect/>
            </a:stretch>
          </p:blipFill>
          <p:spPr bwMode="auto">
            <a:xfrm>
              <a:off x="160" y="3244"/>
              <a:ext cx="1152" cy="1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73" name="Rectangle 80">
              <a:extLst>
                <a:ext uri="{FF2B5EF4-FFF2-40B4-BE49-F238E27FC236}">
                  <a16:creationId xmlns:a16="http://schemas.microsoft.com/office/drawing/2014/main" id="{0E65F2C9-5F78-B27E-A9E9-39C4C6B1FC29}"/>
                </a:ext>
              </a:extLst>
            </p:cNvPr>
            <p:cNvSpPr>
              <a:spLocks noChangeArrowheads="1"/>
            </p:cNvSpPr>
            <p:nvPr/>
          </p:nvSpPr>
          <p:spPr bwMode="auto">
            <a:xfrm>
              <a:off x="96" y="3504"/>
              <a:ext cx="432"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4766"/>
                                        </p:tgtEl>
                                        <p:attrNameLst>
                                          <p:attrName>style.visibility</p:attrName>
                                        </p:attrNameLst>
                                      </p:cBhvr>
                                      <p:to>
                                        <p:strVal val="visible"/>
                                      </p:to>
                                    </p:set>
                                    <p:anim calcmode="lin" valueType="num">
                                      <p:cBhvr additive="base">
                                        <p:cTn id="7" dur="500" fill="hold"/>
                                        <p:tgtEl>
                                          <p:spTgt spid="74766"/>
                                        </p:tgtEl>
                                        <p:attrNameLst>
                                          <p:attrName>ppt_x</p:attrName>
                                        </p:attrNameLst>
                                      </p:cBhvr>
                                      <p:tavLst>
                                        <p:tav tm="0">
                                          <p:val>
                                            <p:strVal val="0-#ppt_w/2"/>
                                          </p:val>
                                        </p:tav>
                                        <p:tav tm="100000">
                                          <p:val>
                                            <p:strVal val="#ppt_x"/>
                                          </p:val>
                                        </p:tav>
                                      </p:tavLst>
                                    </p:anim>
                                    <p:anim calcmode="lin" valueType="num">
                                      <p:cBhvr additive="base">
                                        <p:cTn id="8" dur="500" fill="hold"/>
                                        <p:tgtEl>
                                          <p:spTgt spid="7476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1+#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499"/>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2" fill="hold" nodeType="clickEffect">
                                  <p:stCondLst>
                                    <p:cond delay="0"/>
                                  </p:stCondLst>
                                  <p:childTnLst>
                                    <p:set>
                                      <p:cBhvr>
                                        <p:cTn id="28" dur="1" fill="hold">
                                          <p:stCondLst>
                                            <p:cond delay="0"/>
                                          </p:stCondLst>
                                        </p:cTn>
                                        <p:tgtEl>
                                          <p:spTgt spid="74830"/>
                                        </p:tgtEl>
                                        <p:attrNameLst>
                                          <p:attrName>style.visibility</p:attrName>
                                        </p:attrNameLst>
                                      </p:cBhvr>
                                      <p:to>
                                        <p:strVal val="visible"/>
                                      </p:to>
                                    </p:set>
                                    <p:anim calcmode="lin" valueType="num">
                                      <p:cBhvr additive="base">
                                        <p:cTn id="29" dur="500" fill="hold"/>
                                        <p:tgtEl>
                                          <p:spTgt spid="74830"/>
                                        </p:tgtEl>
                                        <p:attrNameLst>
                                          <p:attrName>ppt_x</p:attrName>
                                        </p:attrNameLst>
                                      </p:cBhvr>
                                      <p:tavLst>
                                        <p:tav tm="0">
                                          <p:val>
                                            <p:strVal val="1+#ppt_w/2"/>
                                          </p:val>
                                        </p:tav>
                                        <p:tav tm="100000">
                                          <p:val>
                                            <p:strVal val="#ppt_x"/>
                                          </p:val>
                                        </p:tav>
                                      </p:tavLst>
                                    </p:anim>
                                    <p:anim calcmode="lin" valueType="num">
                                      <p:cBhvr additive="base">
                                        <p:cTn id="30" dur="500" fill="hold"/>
                                        <p:tgtEl>
                                          <p:spTgt spid="74830"/>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74770"/>
                                        </p:tgtEl>
                                        <p:attrNameLst>
                                          <p:attrName>style.visibility</p:attrName>
                                        </p:attrNameLst>
                                      </p:cBhvr>
                                      <p:to>
                                        <p:strVal val="visible"/>
                                      </p:to>
                                    </p:set>
                                    <p:anim calcmode="lin" valueType="num">
                                      <p:cBhvr additive="base">
                                        <p:cTn id="35" dur="500" fill="hold"/>
                                        <p:tgtEl>
                                          <p:spTgt spid="74770"/>
                                        </p:tgtEl>
                                        <p:attrNameLst>
                                          <p:attrName>ppt_x</p:attrName>
                                        </p:attrNameLst>
                                      </p:cBhvr>
                                      <p:tavLst>
                                        <p:tav tm="0">
                                          <p:val>
                                            <p:strVal val="0-#ppt_w/2"/>
                                          </p:val>
                                        </p:tav>
                                        <p:tav tm="100000">
                                          <p:val>
                                            <p:strVal val="#ppt_x"/>
                                          </p:val>
                                        </p:tav>
                                      </p:tavLst>
                                    </p:anim>
                                    <p:anim calcmode="lin" valueType="num">
                                      <p:cBhvr additive="base">
                                        <p:cTn id="36" dur="500" fill="hold"/>
                                        <p:tgtEl>
                                          <p:spTgt spid="74770"/>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2"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 calcmode="lin" valueType="num">
                                      <p:cBhvr additive="base">
                                        <p:cTn id="41" dur="500" fill="hold"/>
                                        <p:tgtEl>
                                          <p:spTgt spid="5"/>
                                        </p:tgtEl>
                                        <p:attrNameLst>
                                          <p:attrName>ppt_x</p:attrName>
                                        </p:attrNameLst>
                                      </p:cBhvr>
                                      <p:tavLst>
                                        <p:tav tm="0">
                                          <p:val>
                                            <p:strVal val="1+#ppt_w/2"/>
                                          </p:val>
                                        </p:tav>
                                        <p:tav tm="100000">
                                          <p:val>
                                            <p:strVal val="#ppt_x"/>
                                          </p:val>
                                        </p:tav>
                                      </p:tavLst>
                                    </p:anim>
                                    <p:anim calcmode="lin" valueType="num">
                                      <p:cBhvr additive="base">
                                        <p:cTn id="4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2"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 calcmode="lin" valueType="num">
                                      <p:cBhvr additive="base">
                                        <p:cTn id="47" dur="500" fill="hold"/>
                                        <p:tgtEl>
                                          <p:spTgt spid="6"/>
                                        </p:tgtEl>
                                        <p:attrNameLst>
                                          <p:attrName>ppt_x</p:attrName>
                                        </p:attrNameLst>
                                      </p:cBhvr>
                                      <p:tavLst>
                                        <p:tav tm="0">
                                          <p:val>
                                            <p:strVal val="1+#ppt_w/2"/>
                                          </p:val>
                                        </p:tav>
                                        <p:tav tm="100000">
                                          <p:val>
                                            <p:strVal val="#ppt_x"/>
                                          </p:val>
                                        </p:tav>
                                      </p:tavLst>
                                    </p:anim>
                                    <p:anim calcmode="lin" valueType="num">
                                      <p:cBhvr additive="base">
                                        <p:cTn id="4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2" fill="hold" nodeType="click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additive="base">
                                        <p:cTn id="53" dur="500" fill="hold"/>
                                        <p:tgtEl>
                                          <p:spTgt spid="17"/>
                                        </p:tgtEl>
                                        <p:attrNameLst>
                                          <p:attrName>ppt_x</p:attrName>
                                        </p:attrNameLst>
                                      </p:cBhvr>
                                      <p:tavLst>
                                        <p:tav tm="0">
                                          <p:val>
                                            <p:strVal val="1+#ppt_w/2"/>
                                          </p:val>
                                        </p:tav>
                                        <p:tav tm="100000">
                                          <p:val>
                                            <p:strVal val="#ppt_x"/>
                                          </p:val>
                                        </p:tav>
                                      </p:tavLst>
                                    </p:anim>
                                    <p:anim calcmode="lin" valueType="num">
                                      <p:cBhvr additive="base">
                                        <p:cTn id="54"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74827"/>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8" fill="hold" nodeType="click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00" fill="hold"/>
                                        <p:tgtEl>
                                          <p:spTgt spid="19"/>
                                        </p:tgtEl>
                                        <p:attrNameLst>
                                          <p:attrName>ppt_x</p:attrName>
                                        </p:attrNameLst>
                                      </p:cBhvr>
                                      <p:tavLst>
                                        <p:tav tm="0">
                                          <p:val>
                                            <p:strVal val="0-#ppt_w/2"/>
                                          </p:val>
                                        </p:tav>
                                        <p:tav tm="100000">
                                          <p:val>
                                            <p:strVal val="#ppt_x"/>
                                          </p:val>
                                        </p:tav>
                                      </p:tavLst>
                                    </p:anim>
                                    <p:anim calcmode="lin" valueType="num">
                                      <p:cBhvr additive="base">
                                        <p:cTn id="64"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66" grpId="0" autoUpdateAnimBg="0"/>
      <p:bldP spid="74770" grpId="0" autoUpdateAnimBg="0"/>
      <p:bldP spid="7482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1026">
            <a:extLst>
              <a:ext uri="{FF2B5EF4-FFF2-40B4-BE49-F238E27FC236}">
                <a16:creationId xmlns:a16="http://schemas.microsoft.com/office/drawing/2014/main" id="{97248D3C-80A8-D269-2FD1-D858B13BB4E2}"/>
              </a:ext>
            </a:extLst>
          </p:cNvPr>
          <p:cNvSpPr txBox="1">
            <a:spLocks noChangeArrowheads="1"/>
          </p:cNvSpPr>
          <p:nvPr/>
        </p:nvSpPr>
        <p:spPr bwMode="auto">
          <a:xfrm>
            <a:off x="2238375" y="192088"/>
            <a:ext cx="46942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800"/>
              <a:t>Exceptions to the Octet Rule</a:t>
            </a:r>
          </a:p>
        </p:txBody>
      </p:sp>
      <p:sp>
        <p:nvSpPr>
          <p:cNvPr id="20483" name="Text Box 1027">
            <a:extLst>
              <a:ext uri="{FF2B5EF4-FFF2-40B4-BE49-F238E27FC236}">
                <a16:creationId xmlns:a16="http://schemas.microsoft.com/office/drawing/2014/main" id="{84E00B90-D1CC-43E2-E81D-B078752D2486}"/>
              </a:ext>
            </a:extLst>
          </p:cNvPr>
          <p:cNvSpPr txBox="1">
            <a:spLocks noChangeArrowheads="1"/>
          </p:cNvSpPr>
          <p:nvPr/>
        </p:nvSpPr>
        <p:spPr bwMode="auto">
          <a:xfrm>
            <a:off x="304800" y="9906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Odd-Electron Molecules</a:t>
            </a:r>
          </a:p>
        </p:txBody>
      </p:sp>
      <p:grpSp>
        <p:nvGrpSpPr>
          <p:cNvPr id="2" name="Group 1034">
            <a:extLst>
              <a:ext uri="{FF2B5EF4-FFF2-40B4-BE49-F238E27FC236}">
                <a16:creationId xmlns:a16="http://schemas.microsoft.com/office/drawing/2014/main" id="{795ACF63-6307-049E-7E81-D0F14E62D7E7}"/>
              </a:ext>
            </a:extLst>
          </p:cNvPr>
          <p:cNvGrpSpPr>
            <a:grpSpLocks/>
          </p:cNvGrpSpPr>
          <p:nvPr/>
        </p:nvGrpSpPr>
        <p:grpSpPr bwMode="auto">
          <a:xfrm>
            <a:off x="1676400" y="1855788"/>
            <a:ext cx="1524000" cy="1192212"/>
            <a:chOff x="1056" y="1169"/>
            <a:chExt cx="960" cy="751"/>
          </a:xfrm>
        </p:grpSpPr>
        <p:sp>
          <p:nvSpPr>
            <p:cNvPr id="20589" name="Text Box 1029">
              <a:extLst>
                <a:ext uri="{FF2B5EF4-FFF2-40B4-BE49-F238E27FC236}">
                  <a16:creationId xmlns:a16="http://schemas.microsoft.com/office/drawing/2014/main" id="{171C8784-F5B4-1DA0-6FF9-E9280A15A853}"/>
                </a:ext>
              </a:extLst>
            </p:cNvPr>
            <p:cNvSpPr txBox="1">
              <a:spLocks noChangeArrowheads="1"/>
            </p:cNvSpPr>
            <p:nvPr/>
          </p:nvSpPr>
          <p:spPr bwMode="auto">
            <a:xfrm>
              <a:off x="1291" y="1169"/>
              <a:ext cx="72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N – 5e</a:t>
              </a:r>
              <a:r>
                <a:rPr lang="en-US" altLang="en-US" baseline="30000"/>
                <a:t>-</a:t>
              </a:r>
              <a:endParaRPr lang="en-US" altLang="en-US"/>
            </a:p>
          </p:txBody>
        </p:sp>
        <p:sp>
          <p:nvSpPr>
            <p:cNvPr id="20590" name="Text Box 1030">
              <a:extLst>
                <a:ext uri="{FF2B5EF4-FFF2-40B4-BE49-F238E27FC236}">
                  <a16:creationId xmlns:a16="http://schemas.microsoft.com/office/drawing/2014/main" id="{9921538B-AE43-0D93-0D0F-740B11BAB37A}"/>
                </a:ext>
              </a:extLst>
            </p:cNvPr>
            <p:cNvSpPr txBox="1">
              <a:spLocks noChangeArrowheads="1"/>
            </p:cNvSpPr>
            <p:nvPr/>
          </p:nvSpPr>
          <p:spPr bwMode="auto">
            <a:xfrm>
              <a:off x="1281" y="1384"/>
              <a:ext cx="73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O – 6e</a:t>
              </a:r>
              <a:r>
                <a:rPr lang="en-US" altLang="en-US" baseline="30000"/>
                <a:t>-</a:t>
              </a:r>
              <a:endParaRPr lang="en-US" altLang="en-US"/>
            </a:p>
          </p:txBody>
        </p:sp>
        <p:sp>
          <p:nvSpPr>
            <p:cNvPr id="20591" name="Line 1031">
              <a:extLst>
                <a:ext uri="{FF2B5EF4-FFF2-40B4-BE49-F238E27FC236}">
                  <a16:creationId xmlns:a16="http://schemas.microsoft.com/office/drawing/2014/main" id="{2CCDCB9E-E3BD-F1AC-F8AE-E0D287736846}"/>
                </a:ext>
              </a:extLst>
            </p:cNvPr>
            <p:cNvSpPr>
              <a:spLocks noChangeShapeType="1"/>
            </p:cNvSpPr>
            <p:nvPr/>
          </p:nvSpPr>
          <p:spPr bwMode="auto">
            <a:xfrm>
              <a:off x="1056" y="1648"/>
              <a:ext cx="96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92" name="Text Box 1032">
              <a:extLst>
                <a:ext uri="{FF2B5EF4-FFF2-40B4-BE49-F238E27FC236}">
                  <a16:creationId xmlns:a16="http://schemas.microsoft.com/office/drawing/2014/main" id="{F07F29A3-EACD-7274-7B3D-3B5DCBB77D9C}"/>
                </a:ext>
              </a:extLst>
            </p:cNvPr>
            <p:cNvSpPr txBox="1">
              <a:spLocks noChangeArrowheads="1"/>
            </p:cNvSpPr>
            <p:nvPr/>
          </p:nvSpPr>
          <p:spPr bwMode="auto">
            <a:xfrm>
              <a:off x="1536" y="163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11e</a:t>
              </a:r>
              <a:r>
                <a:rPr lang="en-US" altLang="en-US" baseline="30000"/>
                <a:t>-</a:t>
              </a:r>
              <a:endParaRPr lang="en-US" altLang="en-US"/>
            </a:p>
          </p:txBody>
        </p:sp>
      </p:grpSp>
      <p:sp>
        <p:nvSpPr>
          <p:cNvPr id="75785" name="Text Box 1033">
            <a:extLst>
              <a:ext uri="{FF2B5EF4-FFF2-40B4-BE49-F238E27FC236}">
                <a16:creationId xmlns:a16="http://schemas.microsoft.com/office/drawing/2014/main" id="{BB2383DA-5859-1E7C-B2D2-0FB84AF44420}"/>
              </a:ext>
            </a:extLst>
          </p:cNvPr>
          <p:cNvSpPr txBox="1">
            <a:spLocks noChangeArrowheads="1"/>
          </p:cNvSpPr>
          <p:nvPr/>
        </p:nvSpPr>
        <p:spPr bwMode="auto">
          <a:xfrm>
            <a:off x="533400" y="2197100"/>
            <a:ext cx="64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NO</a:t>
            </a:r>
          </a:p>
        </p:txBody>
      </p:sp>
      <p:grpSp>
        <p:nvGrpSpPr>
          <p:cNvPr id="3" name="Group 1073">
            <a:extLst>
              <a:ext uri="{FF2B5EF4-FFF2-40B4-BE49-F238E27FC236}">
                <a16:creationId xmlns:a16="http://schemas.microsoft.com/office/drawing/2014/main" id="{B70B2D54-DC86-CBD8-A05F-5ED3BF2FAE20}"/>
              </a:ext>
            </a:extLst>
          </p:cNvPr>
          <p:cNvGrpSpPr>
            <a:grpSpLocks/>
          </p:cNvGrpSpPr>
          <p:nvPr/>
        </p:nvGrpSpPr>
        <p:grpSpPr bwMode="auto">
          <a:xfrm>
            <a:off x="3906838" y="2200275"/>
            <a:ext cx="1274762" cy="466725"/>
            <a:chOff x="2582" y="1290"/>
            <a:chExt cx="803" cy="294"/>
          </a:xfrm>
        </p:grpSpPr>
        <p:sp>
          <p:nvSpPr>
            <p:cNvPr id="20574" name="Text Box 1035">
              <a:extLst>
                <a:ext uri="{FF2B5EF4-FFF2-40B4-BE49-F238E27FC236}">
                  <a16:creationId xmlns:a16="http://schemas.microsoft.com/office/drawing/2014/main" id="{9355A7EF-4095-E31E-05F5-49772948809E}"/>
                </a:ext>
              </a:extLst>
            </p:cNvPr>
            <p:cNvSpPr txBox="1">
              <a:spLocks noChangeArrowheads="1"/>
            </p:cNvSpPr>
            <p:nvPr/>
          </p:nvSpPr>
          <p:spPr bwMode="auto">
            <a:xfrm>
              <a:off x="2582" y="1290"/>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N</a:t>
              </a:r>
            </a:p>
          </p:txBody>
        </p:sp>
        <p:sp>
          <p:nvSpPr>
            <p:cNvPr id="20575" name="Text Box 1036">
              <a:extLst>
                <a:ext uri="{FF2B5EF4-FFF2-40B4-BE49-F238E27FC236}">
                  <a16:creationId xmlns:a16="http://schemas.microsoft.com/office/drawing/2014/main" id="{F31F41E4-CB79-9D01-074B-E828187BD654}"/>
                </a:ext>
              </a:extLst>
            </p:cNvPr>
            <p:cNvSpPr txBox="1">
              <a:spLocks noChangeArrowheads="1"/>
            </p:cNvSpPr>
            <p:nvPr/>
          </p:nvSpPr>
          <p:spPr bwMode="auto">
            <a:xfrm>
              <a:off x="3120" y="1291"/>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O</a:t>
              </a:r>
            </a:p>
          </p:txBody>
        </p:sp>
        <p:grpSp>
          <p:nvGrpSpPr>
            <p:cNvPr id="20576" name="Group 1039">
              <a:extLst>
                <a:ext uri="{FF2B5EF4-FFF2-40B4-BE49-F238E27FC236}">
                  <a16:creationId xmlns:a16="http://schemas.microsoft.com/office/drawing/2014/main" id="{56F02B7B-145C-93F5-5E89-018BC161BB88}"/>
                </a:ext>
              </a:extLst>
            </p:cNvPr>
            <p:cNvGrpSpPr>
              <a:grpSpLocks/>
            </p:cNvGrpSpPr>
            <p:nvPr/>
          </p:nvGrpSpPr>
          <p:grpSpPr bwMode="auto">
            <a:xfrm>
              <a:off x="2809" y="1407"/>
              <a:ext cx="340" cy="56"/>
              <a:chOff x="2752" y="1640"/>
              <a:chExt cx="340" cy="56"/>
            </a:xfrm>
          </p:grpSpPr>
          <p:sp>
            <p:nvSpPr>
              <p:cNvPr id="20587" name="Line 1037">
                <a:extLst>
                  <a:ext uri="{FF2B5EF4-FFF2-40B4-BE49-F238E27FC236}">
                    <a16:creationId xmlns:a16="http://schemas.microsoft.com/office/drawing/2014/main" id="{0095447F-1499-8135-092D-74334575914D}"/>
                  </a:ext>
                </a:extLst>
              </p:cNvPr>
              <p:cNvSpPr>
                <a:spLocks noChangeShapeType="1"/>
              </p:cNvSpPr>
              <p:nvPr/>
            </p:nvSpPr>
            <p:spPr bwMode="auto">
              <a:xfrm>
                <a:off x="2756" y="1640"/>
                <a:ext cx="3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88" name="Line 1038">
                <a:extLst>
                  <a:ext uri="{FF2B5EF4-FFF2-40B4-BE49-F238E27FC236}">
                    <a16:creationId xmlns:a16="http://schemas.microsoft.com/office/drawing/2014/main" id="{E4FE1B48-C337-1E64-7C13-5295048E1838}"/>
                  </a:ext>
                </a:extLst>
              </p:cNvPr>
              <p:cNvSpPr>
                <a:spLocks noChangeShapeType="1"/>
              </p:cNvSpPr>
              <p:nvPr/>
            </p:nvSpPr>
            <p:spPr bwMode="auto">
              <a:xfrm>
                <a:off x="2752" y="1696"/>
                <a:ext cx="3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0577" name="Group 1047">
              <a:extLst>
                <a:ext uri="{FF2B5EF4-FFF2-40B4-BE49-F238E27FC236}">
                  <a16:creationId xmlns:a16="http://schemas.microsoft.com/office/drawing/2014/main" id="{05D2F315-1060-A496-BA62-385AF5891333}"/>
                </a:ext>
              </a:extLst>
            </p:cNvPr>
            <p:cNvGrpSpPr>
              <a:grpSpLocks/>
            </p:cNvGrpSpPr>
            <p:nvPr/>
          </p:nvGrpSpPr>
          <p:grpSpPr bwMode="auto">
            <a:xfrm rot="5400000">
              <a:off x="3224" y="1248"/>
              <a:ext cx="48" cy="144"/>
              <a:chOff x="1440" y="2400"/>
              <a:chExt cx="48" cy="144"/>
            </a:xfrm>
          </p:grpSpPr>
          <p:sp>
            <p:nvSpPr>
              <p:cNvPr id="20585" name="Oval 1048">
                <a:extLst>
                  <a:ext uri="{FF2B5EF4-FFF2-40B4-BE49-F238E27FC236}">
                    <a16:creationId xmlns:a16="http://schemas.microsoft.com/office/drawing/2014/main" id="{5CD59C16-2086-4244-68A4-809063DEC7C0}"/>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20586" name="Oval 1049">
                <a:extLst>
                  <a:ext uri="{FF2B5EF4-FFF2-40B4-BE49-F238E27FC236}">
                    <a16:creationId xmlns:a16="http://schemas.microsoft.com/office/drawing/2014/main" id="{061CF4C4-E205-E2E7-E8A4-508B495AEB9A}"/>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sp>
          <p:nvSpPr>
            <p:cNvPr id="20578" name="Oval 1054">
              <a:extLst>
                <a:ext uri="{FF2B5EF4-FFF2-40B4-BE49-F238E27FC236}">
                  <a16:creationId xmlns:a16="http://schemas.microsoft.com/office/drawing/2014/main" id="{0D49AE89-26F6-E0E5-80B9-23B0FAB8F437}"/>
                </a:ext>
              </a:extLst>
            </p:cNvPr>
            <p:cNvSpPr>
              <a:spLocks noChangeArrowheads="1"/>
            </p:cNvSpPr>
            <p:nvPr/>
          </p:nvSpPr>
          <p:spPr bwMode="auto">
            <a:xfrm rot="5400000">
              <a:off x="2704" y="153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nvGrpSpPr>
            <p:cNvPr id="20579" name="Group 1067">
              <a:extLst>
                <a:ext uri="{FF2B5EF4-FFF2-40B4-BE49-F238E27FC236}">
                  <a16:creationId xmlns:a16="http://schemas.microsoft.com/office/drawing/2014/main" id="{C64C900B-5FA1-6EB5-3856-057FC179197A}"/>
                </a:ext>
              </a:extLst>
            </p:cNvPr>
            <p:cNvGrpSpPr>
              <a:grpSpLocks/>
            </p:cNvGrpSpPr>
            <p:nvPr/>
          </p:nvGrpSpPr>
          <p:grpSpPr bwMode="auto">
            <a:xfrm rot="5400000">
              <a:off x="3224" y="1464"/>
              <a:ext cx="48" cy="144"/>
              <a:chOff x="1440" y="2400"/>
              <a:chExt cx="48" cy="144"/>
            </a:xfrm>
          </p:grpSpPr>
          <p:sp>
            <p:nvSpPr>
              <p:cNvPr id="20583" name="Oval 1068">
                <a:extLst>
                  <a:ext uri="{FF2B5EF4-FFF2-40B4-BE49-F238E27FC236}">
                    <a16:creationId xmlns:a16="http://schemas.microsoft.com/office/drawing/2014/main" id="{CAC1DD73-15CF-943C-855E-1415E102A4E9}"/>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20584" name="Oval 1069">
                <a:extLst>
                  <a:ext uri="{FF2B5EF4-FFF2-40B4-BE49-F238E27FC236}">
                    <a16:creationId xmlns:a16="http://schemas.microsoft.com/office/drawing/2014/main" id="{4E901261-C996-AF87-80FE-FC34F96FEDDD}"/>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nvGrpSpPr>
            <p:cNvPr id="20580" name="Group 1070">
              <a:extLst>
                <a:ext uri="{FF2B5EF4-FFF2-40B4-BE49-F238E27FC236}">
                  <a16:creationId xmlns:a16="http://schemas.microsoft.com/office/drawing/2014/main" id="{74FFD8AC-6818-DF13-6578-9C3A89C06F04}"/>
                </a:ext>
              </a:extLst>
            </p:cNvPr>
            <p:cNvGrpSpPr>
              <a:grpSpLocks/>
            </p:cNvGrpSpPr>
            <p:nvPr/>
          </p:nvGrpSpPr>
          <p:grpSpPr bwMode="auto">
            <a:xfrm rot="5400000">
              <a:off x="2680" y="1248"/>
              <a:ext cx="48" cy="144"/>
              <a:chOff x="1440" y="2400"/>
              <a:chExt cx="48" cy="144"/>
            </a:xfrm>
          </p:grpSpPr>
          <p:sp>
            <p:nvSpPr>
              <p:cNvPr id="20581" name="Oval 1071">
                <a:extLst>
                  <a:ext uri="{FF2B5EF4-FFF2-40B4-BE49-F238E27FC236}">
                    <a16:creationId xmlns:a16="http://schemas.microsoft.com/office/drawing/2014/main" id="{5AACCE4D-1B4E-0123-303E-1CF27B086576}"/>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20582" name="Oval 1072">
                <a:extLst>
                  <a:ext uri="{FF2B5EF4-FFF2-40B4-BE49-F238E27FC236}">
                    <a16:creationId xmlns:a16="http://schemas.microsoft.com/office/drawing/2014/main" id="{E6BCF142-D26D-97A3-B151-BCF18AA618DB}"/>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sp>
        <p:nvSpPr>
          <p:cNvPr id="75826" name="Oval 1074">
            <a:extLst>
              <a:ext uri="{FF2B5EF4-FFF2-40B4-BE49-F238E27FC236}">
                <a16:creationId xmlns:a16="http://schemas.microsoft.com/office/drawing/2014/main" id="{385328C2-01C5-EC61-A04B-1C870278049C}"/>
              </a:ext>
            </a:extLst>
          </p:cNvPr>
          <p:cNvSpPr>
            <a:spLocks noChangeArrowheads="1"/>
          </p:cNvSpPr>
          <p:nvPr/>
        </p:nvSpPr>
        <p:spPr bwMode="auto">
          <a:xfrm>
            <a:off x="3797300" y="2070100"/>
            <a:ext cx="609600" cy="685800"/>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75827" name="Text Box 1075">
            <a:extLst>
              <a:ext uri="{FF2B5EF4-FFF2-40B4-BE49-F238E27FC236}">
                <a16:creationId xmlns:a16="http://schemas.microsoft.com/office/drawing/2014/main" id="{DDBDEA03-F73B-695B-E318-0E1E36AB2EA7}"/>
              </a:ext>
            </a:extLst>
          </p:cNvPr>
          <p:cNvSpPr txBox="1">
            <a:spLocks noChangeArrowheads="1"/>
          </p:cNvSpPr>
          <p:nvPr/>
        </p:nvSpPr>
        <p:spPr bwMode="auto">
          <a:xfrm>
            <a:off x="228600" y="3276600"/>
            <a:ext cx="899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The Expanded Octet </a:t>
            </a:r>
            <a:r>
              <a:rPr lang="en-US" altLang="en-US" sz="2000"/>
              <a:t>(central atom with principal quantum number n &gt; 2)</a:t>
            </a:r>
          </a:p>
        </p:txBody>
      </p:sp>
      <p:sp>
        <p:nvSpPr>
          <p:cNvPr id="75828" name="Text Box 1076">
            <a:extLst>
              <a:ext uri="{FF2B5EF4-FFF2-40B4-BE49-F238E27FC236}">
                <a16:creationId xmlns:a16="http://schemas.microsoft.com/office/drawing/2014/main" id="{D294C3C5-314A-312C-6AF0-EC6D53475567}"/>
              </a:ext>
            </a:extLst>
          </p:cNvPr>
          <p:cNvSpPr txBox="1">
            <a:spLocks noChangeArrowheads="1"/>
          </p:cNvSpPr>
          <p:nvPr/>
        </p:nvSpPr>
        <p:spPr bwMode="auto">
          <a:xfrm>
            <a:off x="381000" y="5091113"/>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SF</a:t>
            </a:r>
            <a:r>
              <a:rPr lang="en-US" altLang="en-US" baseline="-25000"/>
              <a:t>6</a:t>
            </a:r>
            <a:endParaRPr lang="en-US" altLang="en-US"/>
          </a:p>
        </p:txBody>
      </p:sp>
      <p:grpSp>
        <p:nvGrpSpPr>
          <p:cNvPr id="8" name="Group 1077">
            <a:extLst>
              <a:ext uri="{FF2B5EF4-FFF2-40B4-BE49-F238E27FC236}">
                <a16:creationId xmlns:a16="http://schemas.microsoft.com/office/drawing/2014/main" id="{853D0DD1-178F-5543-0029-BA0A758F81DB}"/>
              </a:ext>
            </a:extLst>
          </p:cNvPr>
          <p:cNvGrpSpPr>
            <a:grpSpLocks/>
          </p:cNvGrpSpPr>
          <p:nvPr/>
        </p:nvGrpSpPr>
        <p:grpSpPr bwMode="auto">
          <a:xfrm>
            <a:off x="1676400" y="4724400"/>
            <a:ext cx="1524000" cy="1192213"/>
            <a:chOff x="1056" y="1169"/>
            <a:chExt cx="960" cy="751"/>
          </a:xfrm>
        </p:grpSpPr>
        <p:sp>
          <p:nvSpPr>
            <p:cNvPr id="20570" name="Text Box 1078">
              <a:extLst>
                <a:ext uri="{FF2B5EF4-FFF2-40B4-BE49-F238E27FC236}">
                  <a16:creationId xmlns:a16="http://schemas.microsoft.com/office/drawing/2014/main" id="{85BE457A-9784-668C-98DE-0C17988CB8DB}"/>
                </a:ext>
              </a:extLst>
            </p:cNvPr>
            <p:cNvSpPr txBox="1">
              <a:spLocks noChangeArrowheads="1"/>
            </p:cNvSpPr>
            <p:nvPr/>
          </p:nvSpPr>
          <p:spPr bwMode="auto">
            <a:xfrm>
              <a:off x="1291" y="1169"/>
              <a:ext cx="7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S – 6e</a:t>
              </a:r>
              <a:r>
                <a:rPr lang="en-US" altLang="en-US" baseline="30000"/>
                <a:t>-</a:t>
              </a:r>
              <a:endParaRPr lang="en-US" altLang="en-US"/>
            </a:p>
          </p:txBody>
        </p:sp>
        <p:sp>
          <p:nvSpPr>
            <p:cNvPr id="20571" name="Text Box 1079">
              <a:extLst>
                <a:ext uri="{FF2B5EF4-FFF2-40B4-BE49-F238E27FC236}">
                  <a16:creationId xmlns:a16="http://schemas.microsoft.com/office/drawing/2014/main" id="{B757CD31-84CB-64AA-5CE5-B18B0B679584}"/>
                </a:ext>
              </a:extLst>
            </p:cNvPr>
            <p:cNvSpPr txBox="1">
              <a:spLocks noChangeArrowheads="1"/>
            </p:cNvSpPr>
            <p:nvPr/>
          </p:nvSpPr>
          <p:spPr bwMode="auto">
            <a:xfrm>
              <a:off x="1099" y="1384"/>
              <a:ext cx="9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r>
                <a:rPr lang="en-US" altLang="en-US"/>
                <a:t>6F – 42e</a:t>
              </a:r>
              <a:r>
                <a:rPr lang="en-US" altLang="en-US" baseline="30000"/>
                <a:t>-</a:t>
              </a:r>
              <a:endParaRPr lang="en-US" altLang="en-US"/>
            </a:p>
          </p:txBody>
        </p:sp>
        <p:sp>
          <p:nvSpPr>
            <p:cNvPr id="20572" name="Line 1080">
              <a:extLst>
                <a:ext uri="{FF2B5EF4-FFF2-40B4-BE49-F238E27FC236}">
                  <a16:creationId xmlns:a16="http://schemas.microsoft.com/office/drawing/2014/main" id="{3F6F0DFF-B9AF-D0FA-82C4-80D83CE57F0A}"/>
                </a:ext>
              </a:extLst>
            </p:cNvPr>
            <p:cNvSpPr>
              <a:spLocks noChangeShapeType="1"/>
            </p:cNvSpPr>
            <p:nvPr/>
          </p:nvSpPr>
          <p:spPr bwMode="auto">
            <a:xfrm>
              <a:off x="1056" y="1648"/>
              <a:ext cx="96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73" name="Text Box 1081">
              <a:extLst>
                <a:ext uri="{FF2B5EF4-FFF2-40B4-BE49-F238E27FC236}">
                  <a16:creationId xmlns:a16="http://schemas.microsoft.com/office/drawing/2014/main" id="{06D1C31E-F622-817C-AD24-3D044281C1ED}"/>
                </a:ext>
              </a:extLst>
            </p:cNvPr>
            <p:cNvSpPr txBox="1">
              <a:spLocks noChangeArrowheads="1"/>
            </p:cNvSpPr>
            <p:nvPr/>
          </p:nvSpPr>
          <p:spPr bwMode="auto">
            <a:xfrm>
              <a:off x="1536" y="163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r>
                <a:rPr lang="en-US" altLang="en-US">
                  <a:solidFill>
                    <a:srgbClr val="FF0000"/>
                  </a:solidFill>
                </a:rPr>
                <a:t>48e</a:t>
              </a:r>
              <a:r>
                <a:rPr lang="en-US" altLang="en-US" baseline="30000">
                  <a:solidFill>
                    <a:srgbClr val="FF0000"/>
                  </a:solidFill>
                </a:rPr>
                <a:t>-</a:t>
              </a:r>
              <a:endParaRPr lang="en-US" altLang="en-US">
                <a:solidFill>
                  <a:srgbClr val="FF0000"/>
                </a:solidFill>
              </a:endParaRPr>
            </a:p>
          </p:txBody>
        </p:sp>
      </p:grpSp>
      <p:grpSp>
        <p:nvGrpSpPr>
          <p:cNvPr id="9" name="Group 1152">
            <a:extLst>
              <a:ext uri="{FF2B5EF4-FFF2-40B4-BE49-F238E27FC236}">
                <a16:creationId xmlns:a16="http://schemas.microsoft.com/office/drawing/2014/main" id="{F4B69C15-0EBA-9361-0D5F-D78C42D70768}"/>
              </a:ext>
            </a:extLst>
          </p:cNvPr>
          <p:cNvGrpSpPr>
            <a:grpSpLocks/>
          </p:cNvGrpSpPr>
          <p:nvPr/>
        </p:nvGrpSpPr>
        <p:grpSpPr bwMode="auto">
          <a:xfrm>
            <a:off x="3848100" y="4305300"/>
            <a:ext cx="1487488" cy="2019300"/>
            <a:chOff x="2504" y="2712"/>
            <a:chExt cx="937" cy="1272"/>
          </a:xfrm>
        </p:grpSpPr>
        <p:grpSp>
          <p:nvGrpSpPr>
            <p:cNvPr id="20500" name="Group 1050">
              <a:extLst>
                <a:ext uri="{FF2B5EF4-FFF2-40B4-BE49-F238E27FC236}">
                  <a16:creationId xmlns:a16="http://schemas.microsoft.com/office/drawing/2014/main" id="{3C449BA4-24DB-0E84-C8DD-7B8E7DCB8211}"/>
                </a:ext>
              </a:extLst>
            </p:cNvPr>
            <p:cNvGrpSpPr>
              <a:grpSpLocks/>
            </p:cNvGrpSpPr>
            <p:nvPr/>
          </p:nvGrpSpPr>
          <p:grpSpPr bwMode="auto">
            <a:xfrm>
              <a:off x="2528" y="2936"/>
              <a:ext cx="48" cy="144"/>
              <a:chOff x="1440" y="2400"/>
              <a:chExt cx="48" cy="144"/>
            </a:xfrm>
          </p:grpSpPr>
          <p:sp>
            <p:nvSpPr>
              <p:cNvPr id="20568" name="Oval 1051">
                <a:extLst>
                  <a:ext uri="{FF2B5EF4-FFF2-40B4-BE49-F238E27FC236}">
                    <a16:creationId xmlns:a16="http://schemas.microsoft.com/office/drawing/2014/main" id="{4AEFA4F6-04F3-BC61-A55A-104D43342421}"/>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20569" name="Oval 1052">
                <a:extLst>
                  <a:ext uri="{FF2B5EF4-FFF2-40B4-BE49-F238E27FC236}">
                    <a16:creationId xmlns:a16="http://schemas.microsoft.com/office/drawing/2014/main" id="{D43893B3-8AFF-21BB-3E2F-AF597703C829}"/>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nvGrpSpPr>
            <p:cNvPr id="20501" name="Group 1062">
              <a:extLst>
                <a:ext uri="{FF2B5EF4-FFF2-40B4-BE49-F238E27FC236}">
                  <a16:creationId xmlns:a16="http://schemas.microsoft.com/office/drawing/2014/main" id="{386CFDC8-E527-13FD-8A81-CFF09048D053}"/>
                </a:ext>
              </a:extLst>
            </p:cNvPr>
            <p:cNvGrpSpPr>
              <a:grpSpLocks/>
            </p:cNvGrpSpPr>
            <p:nvPr/>
          </p:nvGrpSpPr>
          <p:grpSpPr bwMode="auto">
            <a:xfrm rot="5400000">
              <a:off x="2640" y="2808"/>
              <a:ext cx="48" cy="144"/>
              <a:chOff x="1440" y="2400"/>
              <a:chExt cx="48" cy="144"/>
            </a:xfrm>
          </p:grpSpPr>
          <p:sp>
            <p:nvSpPr>
              <p:cNvPr id="20566" name="Oval 1063">
                <a:extLst>
                  <a:ext uri="{FF2B5EF4-FFF2-40B4-BE49-F238E27FC236}">
                    <a16:creationId xmlns:a16="http://schemas.microsoft.com/office/drawing/2014/main" id="{9F9DBE8B-D0F8-4F2D-1015-E6E012F5A89F}"/>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20567" name="Oval 1064">
                <a:extLst>
                  <a:ext uri="{FF2B5EF4-FFF2-40B4-BE49-F238E27FC236}">
                    <a16:creationId xmlns:a16="http://schemas.microsoft.com/office/drawing/2014/main" id="{3391D6B1-455A-9939-3DAA-6F7F873AD61A}"/>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sp>
          <p:nvSpPr>
            <p:cNvPr id="20502" name="Text Box 1082">
              <a:extLst>
                <a:ext uri="{FF2B5EF4-FFF2-40B4-BE49-F238E27FC236}">
                  <a16:creationId xmlns:a16="http://schemas.microsoft.com/office/drawing/2014/main" id="{74D36D6E-5DC5-4143-4152-F08C93D1F1DA}"/>
                </a:ext>
              </a:extLst>
            </p:cNvPr>
            <p:cNvSpPr txBox="1">
              <a:spLocks noChangeArrowheads="1"/>
            </p:cNvSpPr>
            <p:nvPr/>
          </p:nvSpPr>
          <p:spPr bwMode="auto">
            <a:xfrm>
              <a:off x="2845" y="3216"/>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S</a:t>
              </a:r>
            </a:p>
          </p:txBody>
        </p:sp>
        <p:sp>
          <p:nvSpPr>
            <p:cNvPr id="20503" name="Text Box 1083">
              <a:extLst>
                <a:ext uri="{FF2B5EF4-FFF2-40B4-BE49-F238E27FC236}">
                  <a16:creationId xmlns:a16="http://schemas.microsoft.com/office/drawing/2014/main" id="{039A82B1-2C3B-1C55-D834-6129E66C1F01}"/>
                </a:ext>
              </a:extLst>
            </p:cNvPr>
            <p:cNvSpPr txBox="1">
              <a:spLocks noChangeArrowheads="1"/>
            </p:cNvSpPr>
            <p:nvPr/>
          </p:nvSpPr>
          <p:spPr bwMode="auto">
            <a:xfrm>
              <a:off x="2527" y="355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F</a:t>
              </a:r>
            </a:p>
          </p:txBody>
        </p:sp>
        <p:sp>
          <p:nvSpPr>
            <p:cNvPr id="20504" name="Text Box 1084">
              <a:extLst>
                <a:ext uri="{FF2B5EF4-FFF2-40B4-BE49-F238E27FC236}">
                  <a16:creationId xmlns:a16="http://schemas.microsoft.com/office/drawing/2014/main" id="{5F8EDFE7-EA8C-EB33-4BA6-2E566D2A9DA7}"/>
                </a:ext>
              </a:extLst>
            </p:cNvPr>
            <p:cNvSpPr txBox="1">
              <a:spLocks noChangeArrowheads="1"/>
            </p:cNvSpPr>
            <p:nvPr/>
          </p:nvSpPr>
          <p:spPr bwMode="auto">
            <a:xfrm>
              <a:off x="2544" y="287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F</a:t>
              </a:r>
            </a:p>
          </p:txBody>
        </p:sp>
        <p:sp>
          <p:nvSpPr>
            <p:cNvPr id="20505" name="Text Box 1085">
              <a:extLst>
                <a:ext uri="{FF2B5EF4-FFF2-40B4-BE49-F238E27FC236}">
                  <a16:creationId xmlns:a16="http://schemas.microsoft.com/office/drawing/2014/main" id="{A46E413D-8C19-ACAC-367F-ECA95B2E646B}"/>
                </a:ext>
              </a:extLst>
            </p:cNvPr>
            <p:cNvSpPr txBox="1">
              <a:spLocks noChangeArrowheads="1"/>
            </p:cNvSpPr>
            <p:nvPr/>
          </p:nvSpPr>
          <p:spPr bwMode="auto">
            <a:xfrm>
              <a:off x="3208" y="355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F</a:t>
              </a:r>
            </a:p>
          </p:txBody>
        </p:sp>
        <p:sp>
          <p:nvSpPr>
            <p:cNvPr id="20506" name="Text Box 1086">
              <a:extLst>
                <a:ext uri="{FF2B5EF4-FFF2-40B4-BE49-F238E27FC236}">
                  <a16:creationId xmlns:a16="http://schemas.microsoft.com/office/drawing/2014/main" id="{306BA49A-2DB2-9193-209F-B2E771DB96F7}"/>
                </a:ext>
              </a:extLst>
            </p:cNvPr>
            <p:cNvSpPr txBox="1">
              <a:spLocks noChangeArrowheads="1"/>
            </p:cNvSpPr>
            <p:nvPr/>
          </p:nvSpPr>
          <p:spPr bwMode="auto">
            <a:xfrm>
              <a:off x="2851" y="2736"/>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F</a:t>
              </a:r>
            </a:p>
          </p:txBody>
        </p:sp>
        <p:sp>
          <p:nvSpPr>
            <p:cNvPr id="20507" name="Text Box 1087">
              <a:extLst>
                <a:ext uri="{FF2B5EF4-FFF2-40B4-BE49-F238E27FC236}">
                  <a16:creationId xmlns:a16="http://schemas.microsoft.com/office/drawing/2014/main" id="{B1520233-C0B8-34DA-BF03-D7E641CC9EC2}"/>
                </a:ext>
              </a:extLst>
            </p:cNvPr>
            <p:cNvSpPr txBox="1">
              <a:spLocks noChangeArrowheads="1"/>
            </p:cNvSpPr>
            <p:nvPr/>
          </p:nvSpPr>
          <p:spPr bwMode="auto">
            <a:xfrm>
              <a:off x="3200" y="287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F</a:t>
              </a:r>
            </a:p>
          </p:txBody>
        </p:sp>
        <p:sp>
          <p:nvSpPr>
            <p:cNvPr id="20508" name="Text Box 1088">
              <a:extLst>
                <a:ext uri="{FF2B5EF4-FFF2-40B4-BE49-F238E27FC236}">
                  <a16:creationId xmlns:a16="http://schemas.microsoft.com/office/drawing/2014/main" id="{5452E619-7961-531D-9C15-48B2FE9E5564}"/>
                </a:ext>
              </a:extLst>
            </p:cNvPr>
            <p:cNvSpPr txBox="1">
              <a:spLocks noChangeArrowheads="1"/>
            </p:cNvSpPr>
            <p:nvPr/>
          </p:nvSpPr>
          <p:spPr bwMode="auto">
            <a:xfrm>
              <a:off x="2851" y="3696"/>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F</a:t>
              </a:r>
            </a:p>
          </p:txBody>
        </p:sp>
        <p:sp>
          <p:nvSpPr>
            <p:cNvPr id="20509" name="Line 1089">
              <a:extLst>
                <a:ext uri="{FF2B5EF4-FFF2-40B4-BE49-F238E27FC236}">
                  <a16:creationId xmlns:a16="http://schemas.microsoft.com/office/drawing/2014/main" id="{5C13FA86-0EA5-73DB-1389-DDF0F8CCDA4F}"/>
                </a:ext>
              </a:extLst>
            </p:cNvPr>
            <p:cNvSpPr>
              <a:spLocks noChangeShapeType="1"/>
            </p:cNvSpPr>
            <p:nvPr/>
          </p:nvSpPr>
          <p:spPr bwMode="auto">
            <a:xfrm flipV="1">
              <a:off x="2960" y="2992"/>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0" name="Line 1090">
              <a:extLst>
                <a:ext uri="{FF2B5EF4-FFF2-40B4-BE49-F238E27FC236}">
                  <a16:creationId xmlns:a16="http://schemas.microsoft.com/office/drawing/2014/main" id="{034F7824-71D4-C0F2-FAC5-D0B4908AEA67}"/>
                </a:ext>
              </a:extLst>
            </p:cNvPr>
            <p:cNvSpPr>
              <a:spLocks noChangeShapeType="1"/>
            </p:cNvSpPr>
            <p:nvPr/>
          </p:nvSpPr>
          <p:spPr bwMode="auto">
            <a:xfrm flipV="1">
              <a:off x="2960" y="3472"/>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1" name="Line 1091">
              <a:extLst>
                <a:ext uri="{FF2B5EF4-FFF2-40B4-BE49-F238E27FC236}">
                  <a16:creationId xmlns:a16="http://schemas.microsoft.com/office/drawing/2014/main" id="{A48AE01B-B512-874B-86BD-E0BD77F1D1C3}"/>
                </a:ext>
              </a:extLst>
            </p:cNvPr>
            <p:cNvSpPr>
              <a:spLocks noChangeShapeType="1"/>
            </p:cNvSpPr>
            <p:nvPr/>
          </p:nvSpPr>
          <p:spPr bwMode="auto">
            <a:xfrm rot="2212194" flipV="1">
              <a:off x="3120" y="3072"/>
              <a:ext cx="1"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2" name="Line 1092">
              <a:extLst>
                <a:ext uri="{FF2B5EF4-FFF2-40B4-BE49-F238E27FC236}">
                  <a16:creationId xmlns:a16="http://schemas.microsoft.com/office/drawing/2014/main" id="{2606E61E-2DA3-27F1-C433-F22881CBA6FB}"/>
                </a:ext>
              </a:extLst>
            </p:cNvPr>
            <p:cNvSpPr>
              <a:spLocks noChangeShapeType="1"/>
            </p:cNvSpPr>
            <p:nvPr/>
          </p:nvSpPr>
          <p:spPr bwMode="auto">
            <a:xfrm rot="2212194" flipV="1">
              <a:off x="2800" y="3456"/>
              <a:ext cx="1"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3" name="Line 1093">
              <a:extLst>
                <a:ext uri="{FF2B5EF4-FFF2-40B4-BE49-F238E27FC236}">
                  <a16:creationId xmlns:a16="http://schemas.microsoft.com/office/drawing/2014/main" id="{96EB8897-040D-732B-E9E2-64A54DEF298B}"/>
                </a:ext>
              </a:extLst>
            </p:cNvPr>
            <p:cNvSpPr>
              <a:spLocks noChangeShapeType="1"/>
            </p:cNvSpPr>
            <p:nvPr/>
          </p:nvSpPr>
          <p:spPr bwMode="auto">
            <a:xfrm rot="-2212194" flipH="1" flipV="1">
              <a:off x="2783" y="3072"/>
              <a:ext cx="1"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4" name="Line 1094">
              <a:extLst>
                <a:ext uri="{FF2B5EF4-FFF2-40B4-BE49-F238E27FC236}">
                  <a16:creationId xmlns:a16="http://schemas.microsoft.com/office/drawing/2014/main" id="{1B7F3CCA-E4F1-263A-2666-64AB69AD6053}"/>
                </a:ext>
              </a:extLst>
            </p:cNvPr>
            <p:cNvSpPr>
              <a:spLocks noChangeShapeType="1"/>
            </p:cNvSpPr>
            <p:nvPr/>
          </p:nvSpPr>
          <p:spPr bwMode="auto">
            <a:xfrm rot="-2212194" flipH="1" flipV="1">
              <a:off x="3135" y="3448"/>
              <a:ext cx="1"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0515" name="Group 1095">
              <a:extLst>
                <a:ext uri="{FF2B5EF4-FFF2-40B4-BE49-F238E27FC236}">
                  <a16:creationId xmlns:a16="http://schemas.microsoft.com/office/drawing/2014/main" id="{A4848657-E42B-5D4B-8F57-9AD4AC4D6FCF}"/>
                </a:ext>
              </a:extLst>
            </p:cNvPr>
            <p:cNvGrpSpPr>
              <a:grpSpLocks/>
            </p:cNvGrpSpPr>
            <p:nvPr/>
          </p:nvGrpSpPr>
          <p:grpSpPr bwMode="auto">
            <a:xfrm>
              <a:off x="2728" y="2936"/>
              <a:ext cx="48" cy="144"/>
              <a:chOff x="1440" y="2400"/>
              <a:chExt cx="48" cy="144"/>
            </a:xfrm>
          </p:grpSpPr>
          <p:sp>
            <p:nvSpPr>
              <p:cNvPr id="20564" name="Oval 1096">
                <a:extLst>
                  <a:ext uri="{FF2B5EF4-FFF2-40B4-BE49-F238E27FC236}">
                    <a16:creationId xmlns:a16="http://schemas.microsoft.com/office/drawing/2014/main" id="{C78F80E9-CCBD-0A20-26B1-768D45C6FBFA}"/>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20565" name="Oval 1097">
                <a:extLst>
                  <a:ext uri="{FF2B5EF4-FFF2-40B4-BE49-F238E27FC236}">
                    <a16:creationId xmlns:a16="http://schemas.microsoft.com/office/drawing/2014/main" id="{401C63B2-9786-DD57-B90F-B5436BBCF938}"/>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nvGrpSpPr>
            <p:cNvPr id="20516" name="Group 1098">
              <a:extLst>
                <a:ext uri="{FF2B5EF4-FFF2-40B4-BE49-F238E27FC236}">
                  <a16:creationId xmlns:a16="http://schemas.microsoft.com/office/drawing/2014/main" id="{5D494C9F-9009-74C3-C05A-2C7BFE335CC4}"/>
                </a:ext>
              </a:extLst>
            </p:cNvPr>
            <p:cNvGrpSpPr>
              <a:grpSpLocks/>
            </p:cNvGrpSpPr>
            <p:nvPr/>
          </p:nvGrpSpPr>
          <p:grpSpPr bwMode="auto">
            <a:xfrm>
              <a:off x="2840" y="2792"/>
              <a:ext cx="48" cy="144"/>
              <a:chOff x="1440" y="2400"/>
              <a:chExt cx="48" cy="144"/>
            </a:xfrm>
          </p:grpSpPr>
          <p:sp>
            <p:nvSpPr>
              <p:cNvPr id="20562" name="Oval 1099">
                <a:extLst>
                  <a:ext uri="{FF2B5EF4-FFF2-40B4-BE49-F238E27FC236}">
                    <a16:creationId xmlns:a16="http://schemas.microsoft.com/office/drawing/2014/main" id="{CE4B84F0-3A9E-DCBF-ADC2-32C7FF4F9965}"/>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20563" name="Oval 1100">
                <a:extLst>
                  <a:ext uri="{FF2B5EF4-FFF2-40B4-BE49-F238E27FC236}">
                    <a16:creationId xmlns:a16="http://schemas.microsoft.com/office/drawing/2014/main" id="{39CB67BE-F12F-5E49-C158-67A1591DED51}"/>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nvGrpSpPr>
            <p:cNvPr id="20517" name="Group 1101">
              <a:extLst>
                <a:ext uri="{FF2B5EF4-FFF2-40B4-BE49-F238E27FC236}">
                  <a16:creationId xmlns:a16="http://schemas.microsoft.com/office/drawing/2014/main" id="{8F4CA094-AFE7-7EA8-BAEC-6D7B548CCB3E}"/>
                </a:ext>
              </a:extLst>
            </p:cNvPr>
            <p:cNvGrpSpPr>
              <a:grpSpLocks/>
            </p:cNvGrpSpPr>
            <p:nvPr/>
          </p:nvGrpSpPr>
          <p:grpSpPr bwMode="auto">
            <a:xfrm rot="5400000">
              <a:off x="2952" y="2664"/>
              <a:ext cx="48" cy="144"/>
              <a:chOff x="1440" y="2400"/>
              <a:chExt cx="48" cy="144"/>
            </a:xfrm>
          </p:grpSpPr>
          <p:sp>
            <p:nvSpPr>
              <p:cNvPr id="20560" name="Oval 1102">
                <a:extLst>
                  <a:ext uri="{FF2B5EF4-FFF2-40B4-BE49-F238E27FC236}">
                    <a16:creationId xmlns:a16="http://schemas.microsoft.com/office/drawing/2014/main" id="{47917BAC-3815-CFB5-5631-C0E347BA8F9D}"/>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20561" name="Oval 1103">
                <a:extLst>
                  <a:ext uri="{FF2B5EF4-FFF2-40B4-BE49-F238E27FC236}">
                    <a16:creationId xmlns:a16="http://schemas.microsoft.com/office/drawing/2014/main" id="{4A6268EC-9AAC-C4D3-C94B-DCB81FD076B0}"/>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nvGrpSpPr>
            <p:cNvPr id="20518" name="Group 1104">
              <a:extLst>
                <a:ext uri="{FF2B5EF4-FFF2-40B4-BE49-F238E27FC236}">
                  <a16:creationId xmlns:a16="http://schemas.microsoft.com/office/drawing/2014/main" id="{0BB81B25-7840-BBDB-DDC5-D1D27CFF5703}"/>
                </a:ext>
              </a:extLst>
            </p:cNvPr>
            <p:cNvGrpSpPr>
              <a:grpSpLocks/>
            </p:cNvGrpSpPr>
            <p:nvPr/>
          </p:nvGrpSpPr>
          <p:grpSpPr bwMode="auto">
            <a:xfrm>
              <a:off x="3040" y="2792"/>
              <a:ext cx="48" cy="144"/>
              <a:chOff x="1440" y="2400"/>
              <a:chExt cx="48" cy="144"/>
            </a:xfrm>
          </p:grpSpPr>
          <p:sp>
            <p:nvSpPr>
              <p:cNvPr id="20558" name="Oval 1105">
                <a:extLst>
                  <a:ext uri="{FF2B5EF4-FFF2-40B4-BE49-F238E27FC236}">
                    <a16:creationId xmlns:a16="http://schemas.microsoft.com/office/drawing/2014/main" id="{8971C686-F949-0C7A-5CBF-E0B32F904DF2}"/>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20559" name="Oval 1106">
                <a:extLst>
                  <a:ext uri="{FF2B5EF4-FFF2-40B4-BE49-F238E27FC236}">
                    <a16:creationId xmlns:a16="http://schemas.microsoft.com/office/drawing/2014/main" id="{87D5B605-23AC-64A2-E164-82BB095D8CC5}"/>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nvGrpSpPr>
            <p:cNvPr id="20519" name="Group 1107">
              <a:extLst>
                <a:ext uri="{FF2B5EF4-FFF2-40B4-BE49-F238E27FC236}">
                  <a16:creationId xmlns:a16="http://schemas.microsoft.com/office/drawing/2014/main" id="{7A101848-A9E6-D02A-D53A-AC2CAF1C9FC7}"/>
                </a:ext>
              </a:extLst>
            </p:cNvPr>
            <p:cNvGrpSpPr>
              <a:grpSpLocks/>
            </p:cNvGrpSpPr>
            <p:nvPr/>
          </p:nvGrpSpPr>
          <p:grpSpPr bwMode="auto">
            <a:xfrm>
              <a:off x="3184" y="2936"/>
              <a:ext cx="48" cy="144"/>
              <a:chOff x="1440" y="2400"/>
              <a:chExt cx="48" cy="144"/>
            </a:xfrm>
          </p:grpSpPr>
          <p:sp>
            <p:nvSpPr>
              <p:cNvPr id="20556" name="Oval 1108">
                <a:extLst>
                  <a:ext uri="{FF2B5EF4-FFF2-40B4-BE49-F238E27FC236}">
                    <a16:creationId xmlns:a16="http://schemas.microsoft.com/office/drawing/2014/main" id="{503C102B-B4CA-B88F-91C1-EE26D5E99A0D}"/>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20557" name="Oval 1109">
                <a:extLst>
                  <a:ext uri="{FF2B5EF4-FFF2-40B4-BE49-F238E27FC236}">
                    <a16:creationId xmlns:a16="http://schemas.microsoft.com/office/drawing/2014/main" id="{DC673BF0-24AD-939B-BD5A-1B68D778901C}"/>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nvGrpSpPr>
            <p:cNvPr id="20520" name="Group 1110">
              <a:extLst>
                <a:ext uri="{FF2B5EF4-FFF2-40B4-BE49-F238E27FC236}">
                  <a16:creationId xmlns:a16="http://schemas.microsoft.com/office/drawing/2014/main" id="{D89BF98F-683A-D896-CDF9-AD5D6948F99F}"/>
                </a:ext>
              </a:extLst>
            </p:cNvPr>
            <p:cNvGrpSpPr>
              <a:grpSpLocks/>
            </p:cNvGrpSpPr>
            <p:nvPr/>
          </p:nvGrpSpPr>
          <p:grpSpPr bwMode="auto">
            <a:xfrm rot="5400000">
              <a:off x="3296" y="2808"/>
              <a:ext cx="48" cy="144"/>
              <a:chOff x="1440" y="2400"/>
              <a:chExt cx="48" cy="144"/>
            </a:xfrm>
          </p:grpSpPr>
          <p:sp>
            <p:nvSpPr>
              <p:cNvPr id="20554" name="Oval 1111">
                <a:extLst>
                  <a:ext uri="{FF2B5EF4-FFF2-40B4-BE49-F238E27FC236}">
                    <a16:creationId xmlns:a16="http://schemas.microsoft.com/office/drawing/2014/main" id="{DA07BDBD-BD94-DEF7-B5C1-DFA03498C1F6}"/>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20555" name="Oval 1112">
                <a:extLst>
                  <a:ext uri="{FF2B5EF4-FFF2-40B4-BE49-F238E27FC236}">
                    <a16:creationId xmlns:a16="http://schemas.microsoft.com/office/drawing/2014/main" id="{B94A8D65-0013-6DF2-903D-63ECC96D388A}"/>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nvGrpSpPr>
            <p:cNvPr id="20521" name="Group 1113">
              <a:extLst>
                <a:ext uri="{FF2B5EF4-FFF2-40B4-BE49-F238E27FC236}">
                  <a16:creationId xmlns:a16="http://schemas.microsoft.com/office/drawing/2014/main" id="{369B7F80-6A46-FA33-A848-636C05B2BB3C}"/>
                </a:ext>
              </a:extLst>
            </p:cNvPr>
            <p:cNvGrpSpPr>
              <a:grpSpLocks/>
            </p:cNvGrpSpPr>
            <p:nvPr/>
          </p:nvGrpSpPr>
          <p:grpSpPr bwMode="auto">
            <a:xfrm>
              <a:off x="3384" y="2936"/>
              <a:ext cx="48" cy="144"/>
              <a:chOff x="1440" y="2400"/>
              <a:chExt cx="48" cy="144"/>
            </a:xfrm>
          </p:grpSpPr>
          <p:sp>
            <p:nvSpPr>
              <p:cNvPr id="20552" name="Oval 1114">
                <a:extLst>
                  <a:ext uri="{FF2B5EF4-FFF2-40B4-BE49-F238E27FC236}">
                    <a16:creationId xmlns:a16="http://schemas.microsoft.com/office/drawing/2014/main" id="{A6E3A7FC-D191-F599-745C-95F6FB5D3673}"/>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20553" name="Oval 1115">
                <a:extLst>
                  <a:ext uri="{FF2B5EF4-FFF2-40B4-BE49-F238E27FC236}">
                    <a16:creationId xmlns:a16="http://schemas.microsoft.com/office/drawing/2014/main" id="{454A5916-8707-F931-1C11-4BBB6A8E6CE8}"/>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nvGrpSpPr>
            <p:cNvPr id="20522" name="Group 1125">
              <a:extLst>
                <a:ext uri="{FF2B5EF4-FFF2-40B4-BE49-F238E27FC236}">
                  <a16:creationId xmlns:a16="http://schemas.microsoft.com/office/drawing/2014/main" id="{F6D8D6A6-6CB4-7B3C-0A58-C7160CEB4A93}"/>
                </a:ext>
              </a:extLst>
            </p:cNvPr>
            <p:cNvGrpSpPr>
              <a:grpSpLocks/>
            </p:cNvGrpSpPr>
            <p:nvPr/>
          </p:nvGrpSpPr>
          <p:grpSpPr bwMode="auto">
            <a:xfrm flipV="1">
              <a:off x="2504" y="3624"/>
              <a:ext cx="248" cy="224"/>
              <a:chOff x="3784" y="3328"/>
              <a:chExt cx="248" cy="224"/>
            </a:xfrm>
          </p:grpSpPr>
          <p:grpSp>
            <p:nvGrpSpPr>
              <p:cNvPr id="20543" name="Group 1116">
                <a:extLst>
                  <a:ext uri="{FF2B5EF4-FFF2-40B4-BE49-F238E27FC236}">
                    <a16:creationId xmlns:a16="http://schemas.microsoft.com/office/drawing/2014/main" id="{739A90B6-6C20-4CDA-73C6-803365448706}"/>
                  </a:ext>
                </a:extLst>
              </p:cNvPr>
              <p:cNvGrpSpPr>
                <a:grpSpLocks/>
              </p:cNvGrpSpPr>
              <p:nvPr/>
            </p:nvGrpSpPr>
            <p:grpSpPr bwMode="auto">
              <a:xfrm>
                <a:off x="3784" y="3408"/>
                <a:ext cx="48" cy="144"/>
                <a:chOff x="1440" y="2400"/>
                <a:chExt cx="48" cy="144"/>
              </a:xfrm>
            </p:grpSpPr>
            <p:sp>
              <p:nvSpPr>
                <p:cNvPr id="20550" name="Oval 1117">
                  <a:extLst>
                    <a:ext uri="{FF2B5EF4-FFF2-40B4-BE49-F238E27FC236}">
                      <a16:creationId xmlns:a16="http://schemas.microsoft.com/office/drawing/2014/main" id="{FD5D5754-2DFF-E515-40BE-668150D263C0}"/>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20551" name="Oval 1118">
                  <a:extLst>
                    <a:ext uri="{FF2B5EF4-FFF2-40B4-BE49-F238E27FC236}">
                      <a16:creationId xmlns:a16="http://schemas.microsoft.com/office/drawing/2014/main" id="{E220BF5B-0577-957E-0AC7-76B34F8E2D7B}"/>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nvGrpSpPr>
              <p:cNvPr id="20544" name="Group 1119">
                <a:extLst>
                  <a:ext uri="{FF2B5EF4-FFF2-40B4-BE49-F238E27FC236}">
                    <a16:creationId xmlns:a16="http://schemas.microsoft.com/office/drawing/2014/main" id="{773DAB77-B1CC-7C45-E54C-AB2BA69B3FC9}"/>
                  </a:ext>
                </a:extLst>
              </p:cNvPr>
              <p:cNvGrpSpPr>
                <a:grpSpLocks/>
              </p:cNvGrpSpPr>
              <p:nvPr/>
            </p:nvGrpSpPr>
            <p:grpSpPr bwMode="auto">
              <a:xfrm rot="5400000">
                <a:off x="3896" y="3280"/>
                <a:ext cx="48" cy="144"/>
                <a:chOff x="1440" y="2400"/>
                <a:chExt cx="48" cy="144"/>
              </a:xfrm>
            </p:grpSpPr>
            <p:sp>
              <p:nvSpPr>
                <p:cNvPr id="20548" name="Oval 1120">
                  <a:extLst>
                    <a:ext uri="{FF2B5EF4-FFF2-40B4-BE49-F238E27FC236}">
                      <a16:creationId xmlns:a16="http://schemas.microsoft.com/office/drawing/2014/main" id="{19ECAF17-A941-DB8D-3874-CB55E02E8938}"/>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20549" name="Oval 1121">
                  <a:extLst>
                    <a:ext uri="{FF2B5EF4-FFF2-40B4-BE49-F238E27FC236}">
                      <a16:creationId xmlns:a16="http://schemas.microsoft.com/office/drawing/2014/main" id="{0AF1B09E-6B38-BCCF-DC59-B30BD4436BE4}"/>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nvGrpSpPr>
              <p:cNvPr id="20545" name="Group 1122">
                <a:extLst>
                  <a:ext uri="{FF2B5EF4-FFF2-40B4-BE49-F238E27FC236}">
                    <a16:creationId xmlns:a16="http://schemas.microsoft.com/office/drawing/2014/main" id="{FBD5EFAC-C91F-453E-B8C1-94260E22EAF8}"/>
                  </a:ext>
                </a:extLst>
              </p:cNvPr>
              <p:cNvGrpSpPr>
                <a:grpSpLocks/>
              </p:cNvGrpSpPr>
              <p:nvPr/>
            </p:nvGrpSpPr>
            <p:grpSpPr bwMode="auto">
              <a:xfrm>
                <a:off x="3984" y="3408"/>
                <a:ext cx="48" cy="144"/>
                <a:chOff x="1440" y="2400"/>
                <a:chExt cx="48" cy="144"/>
              </a:xfrm>
            </p:grpSpPr>
            <p:sp>
              <p:nvSpPr>
                <p:cNvPr id="20546" name="Oval 1123">
                  <a:extLst>
                    <a:ext uri="{FF2B5EF4-FFF2-40B4-BE49-F238E27FC236}">
                      <a16:creationId xmlns:a16="http://schemas.microsoft.com/office/drawing/2014/main" id="{457C20D8-797E-6FC3-47A7-2926194BD5E1}"/>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20547" name="Oval 1124">
                  <a:extLst>
                    <a:ext uri="{FF2B5EF4-FFF2-40B4-BE49-F238E27FC236}">
                      <a16:creationId xmlns:a16="http://schemas.microsoft.com/office/drawing/2014/main" id="{EC9ED626-83E6-32ED-C40A-C7D93605C8C0}"/>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grpSp>
          <p:nvGrpSpPr>
            <p:cNvPr id="20523" name="Group 1126">
              <a:extLst>
                <a:ext uri="{FF2B5EF4-FFF2-40B4-BE49-F238E27FC236}">
                  <a16:creationId xmlns:a16="http://schemas.microsoft.com/office/drawing/2014/main" id="{28BCFCFB-AF12-029B-129F-09215B8F33EB}"/>
                </a:ext>
              </a:extLst>
            </p:cNvPr>
            <p:cNvGrpSpPr>
              <a:grpSpLocks/>
            </p:cNvGrpSpPr>
            <p:nvPr/>
          </p:nvGrpSpPr>
          <p:grpSpPr bwMode="auto">
            <a:xfrm flipV="1">
              <a:off x="3192" y="3616"/>
              <a:ext cx="248" cy="224"/>
              <a:chOff x="3784" y="3328"/>
              <a:chExt cx="248" cy="224"/>
            </a:xfrm>
          </p:grpSpPr>
          <p:grpSp>
            <p:nvGrpSpPr>
              <p:cNvPr id="20534" name="Group 1127">
                <a:extLst>
                  <a:ext uri="{FF2B5EF4-FFF2-40B4-BE49-F238E27FC236}">
                    <a16:creationId xmlns:a16="http://schemas.microsoft.com/office/drawing/2014/main" id="{BCA3A7E7-4EAE-D9A3-93C6-B12AAAFC3345}"/>
                  </a:ext>
                </a:extLst>
              </p:cNvPr>
              <p:cNvGrpSpPr>
                <a:grpSpLocks/>
              </p:cNvGrpSpPr>
              <p:nvPr/>
            </p:nvGrpSpPr>
            <p:grpSpPr bwMode="auto">
              <a:xfrm>
                <a:off x="3784" y="3408"/>
                <a:ext cx="48" cy="144"/>
                <a:chOff x="1440" y="2400"/>
                <a:chExt cx="48" cy="144"/>
              </a:xfrm>
            </p:grpSpPr>
            <p:sp>
              <p:nvSpPr>
                <p:cNvPr id="20541" name="Oval 1128">
                  <a:extLst>
                    <a:ext uri="{FF2B5EF4-FFF2-40B4-BE49-F238E27FC236}">
                      <a16:creationId xmlns:a16="http://schemas.microsoft.com/office/drawing/2014/main" id="{BB4A2B28-BBFC-D614-A60B-CF109B6DB3AD}"/>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20542" name="Oval 1129">
                  <a:extLst>
                    <a:ext uri="{FF2B5EF4-FFF2-40B4-BE49-F238E27FC236}">
                      <a16:creationId xmlns:a16="http://schemas.microsoft.com/office/drawing/2014/main" id="{74E2D8B7-52A0-FC32-CD53-BE47D91E054C}"/>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nvGrpSpPr>
              <p:cNvPr id="20535" name="Group 1130">
                <a:extLst>
                  <a:ext uri="{FF2B5EF4-FFF2-40B4-BE49-F238E27FC236}">
                    <a16:creationId xmlns:a16="http://schemas.microsoft.com/office/drawing/2014/main" id="{2E81F239-B5D5-843E-91D6-1DB41DE016F3}"/>
                  </a:ext>
                </a:extLst>
              </p:cNvPr>
              <p:cNvGrpSpPr>
                <a:grpSpLocks/>
              </p:cNvGrpSpPr>
              <p:nvPr/>
            </p:nvGrpSpPr>
            <p:grpSpPr bwMode="auto">
              <a:xfrm rot="5400000">
                <a:off x="3896" y="3280"/>
                <a:ext cx="48" cy="144"/>
                <a:chOff x="1440" y="2400"/>
                <a:chExt cx="48" cy="144"/>
              </a:xfrm>
            </p:grpSpPr>
            <p:sp>
              <p:nvSpPr>
                <p:cNvPr id="20539" name="Oval 1131">
                  <a:extLst>
                    <a:ext uri="{FF2B5EF4-FFF2-40B4-BE49-F238E27FC236}">
                      <a16:creationId xmlns:a16="http://schemas.microsoft.com/office/drawing/2014/main" id="{56500D28-9D0D-6441-1305-FD41F5AFE889}"/>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20540" name="Oval 1132">
                  <a:extLst>
                    <a:ext uri="{FF2B5EF4-FFF2-40B4-BE49-F238E27FC236}">
                      <a16:creationId xmlns:a16="http://schemas.microsoft.com/office/drawing/2014/main" id="{96387ABB-E5A3-EDCC-2CF7-E7256248127A}"/>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nvGrpSpPr>
              <p:cNvPr id="20536" name="Group 1133">
                <a:extLst>
                  <a:ext uri="{FF2B5EF4-FFF2-40B4-BE49-F238E27FC236}">
                    <a16:creationId xmlns:a16="http://schemas.microsoft.com/office/drawing/2014/main" id="{5ACB29EC-5D31-D072-979A-AAD39DD3D641}"/>
                  </a:ext>
                </a:extLst>
              </p:cNvPr>
              <p:cNvGrpSpPr>
                <a:grpSpLocks/>
              </p:cNvGrpSpPr>
              <p:nvPr/>
            </p:nvGrpSpPr>
            <p:grpSpPr bwMode="auto">
              <a:xfrm>
                <a:off x="3984" y="3408"/>
                <a:ext cx="48" cy="144"/>
                <a:chOff x="1440" y="2400"/>
                <a:chExt cx="48" cy="144"/>
              </a:xfrm>
            </p:grpSpPr>
            <p:sp>
              <p:nvSpPr>
                <p:cNvPr id="20537" name="Oval 1134">
                  <a:extLst>
                    <a:ext uri="{FF2B5EF4-FFF2-40B4-BE49-F238E27FC236}">
                      <a16:creationId xmlns:a16="http://schemas.microsoft.com/office/drawing/2014/main" id="{B45A466C-89F1-D02A-7BFF-E929C26E4E66}"/>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20538" name="Oval 1135">
                  <a:extLst>
                    <a:ext uri="{FF2B5EF4-FFF2-40B4-BE49-F238E27FC236}">
                      <a16:creationId xmlns:a16="http://schemas.microsoft.com/office/drawing/2014/main" id="{52806E65-60C0-9548-A993-34173C2814F6}"/>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grpSp>
          <p:nvGrpSpPr>
            <p:cNvPr id="20524" name="Group 1136">
              <a:extLst>
                <a:ext uri="{FF2B5EF4-FFF2-40B4-BE49-F238E27FC236}">
                  <a16:creationId xmlns:a16="http://schemas.microsoft.com/office/drawing/2014/main" id="{8BC18F1A-0037-87CB-A46A-F598442531E8}"/>
                </a:ext>
              </a:extLst>
            </p:cNvPr>
            <p:cNvGrpSpPr>
              <a:grpSpLocks/>
            </p:cNvGrpSpPr>
            <p:nvPr/>
          </p:nvGrpSpPr>
          <p:grpSpPr bwMode="auto">
            <a:xfrm flipV="1">
              <a:off x="2840" y="3752"/>
              <a:ext cx="248" cy="224"/>
              <a:chOff x="3784" y="3328"/>
              <a:chExt cx="248" cy="224"/>
            </a:xfrm>
          </p:grpSpPr>
          <p:grpSp>
            <p:nvGrpSpPr>
              <p:cNvPr id="20525" name="Group 1137">
                <a:extLst>
                  <a:ext uri="{FF2B5EF4-FFF2-40B4-BE49-F238E27FC236}">
                    <a16:creationId xmlns:a16="http://schemas.microsoft.com/office/drawing/2014/main" id="{9D175FCE-084A-BB6F-55C4-620BFA72577E}"/>
                  </a:ext>
                </a:extLst>
              </p:cNvPr>
              <p:cNvGrpSpPr>
                <a:grpSpLocks/>
              </p:cNvGrpSpPr>
              <p:nvPr/>
            </p:nvGrpSpPr>
            <p:grpSpPr bwMode="auto">
              <a:xfrm>
                <a:off x="3784" y="3408"/>
                <a:ext cx="48" cy="144"/>
                <a:chOff x="1440" y="2400"/>
                <a:chExt cx="48" cy="144"/>
              </a:xfrm>
            </p:grpSpPr>
            <p:sp>
              <p:nvSpPr>
                <p:cNvPr id="20532" name="Oval 1138">
                  <a:extLst>
                    <a:ext uri="{FF2B5EF4-FFF2-40B4-BE49-F238E27FC236}">
                      <a16:creationId xmlns:a16="http://schemas.microsoft.com/office/drawing/2014/main" id="{C846F6CF-DE6E-D717-A779-65777B0225BF}"/>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20533" name="Oval 1139">
                  <a:extLst>
                    <a:ext uri="{FF2B5EF4-FFF2-40B4-BE49-F238E27FC236}">
                      <a16:creationId xmlns:a16="http://schemas.microsoft.com/office/drawing/2014/main" id="{D2CD860B-CB67-8889-3A43-177EA80B6BFB}"/>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nvGrpSpPr>
              <p:cNvPr id="20526" name="Group 1140">
                <a:extLst>
                  <a:ext uri="{FF2B5EF4-FFF2-40B4-BE49-F238E27FC236}">
                    <a16:creationId xmlns:a16="http://schemas.microsoft.com/office/drawing/2014/main" id="{C3D7D4F5-0799-D850-1D07-C79031401334}"/>
                  </a:ext>
                </a:extLst>
              </p:cNvPr>
              <p:cNvGrpSpPr>
                <a:grpSpLocks/>
              </p:cNvGrpSpPr>
              <p:nvPr/>
            </p:nvGrpSpPr>
            <p:grpSpPr bwMode="auto">
              <a:xfrm rot="5400000">
                <a:off x="3896" y="3280"/>
                <a:ext cx="48" cy="144"/>
                <a:chOff x="1440" y="2400"/>
                <a:chExt cx="48" cy="144"/>
              </a:xfrm>
            </p:grpSpPr>
            <p:sp>
              <p:nvSpPr>
                <p:cNvPr id="20530" name="Oval 1141">
                  <a:extLst>
                    <a:ext uri="{FF2B5EF4-FFF2-40B4-BE49-F238E27FC236}">
                      <a16:creationId xmlns:a16="http://schemas.microsoft.com/office/drawing/2014/main" id="{8DE1C38C-165F-288D-B492-8D3EF4EE8BDF}"/>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20531" name="Oval 1142">
                  <a:extLst>
                    <a:ext uri="{FF2B5EF4-FFF2-40B4-BE49-F238E27FC236}">
                      <a16:creationId xmlns:a16="http://schemas.microsoft.com/office/drawing/2014/main" id="{F6C49390-7BA4-5CCB-DB86-6E20F1587DE5}"/>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nvGrpSpPr>
              <p:cNvPr id="20527" name="Group 1143">
                <a:extLst>
                  <a:ext uri="{FF2B5EF4-FFF2-40B4-BE49-F238E27FC236}">
                    <a16:creationId xmlns:a16="http://schemas.microsoft.com/office/drawing/2014/main" id="{C2A37F1E-62EF-6C46-B1CC-599C6D9862F8}"/>
                  </a:ext>
                </a:extLst>
              </p:cNvPr>
              <p:cNvGrpSpPr>
                <a:grpSpLocks/>
              </p:cNvGrpSpPr>
              <p:nvPr/>
            </p:nvGrpSpPr>
            <p:grpSpPr bwMode="auto">
              <a:xfrm>
                <a:off x="3984" y="3408"/>
                <a:ext cx="48" cy="144"/>
                <a:chOff x="1440" y="2400"/>
                <a:chExt cx="48" cy="144"/>
              </a:xfrm>
            </p:grpSpPr>
            <p:sp>
              <p:nvSpPr>
                <p:cNvPr id="20528" name="Oval 1144">
                  <a:extLst>
                    <a:ext uri="{FF2B5EF4-FFF2-40B4-BE49-F238E27FC236}">
                      <a16:creationId xmlns:a16="http://schemas.microsoft.com/office/drawing/2014/main" id="{0358D780-6723-C567-C757-38281D9C6A0F}"/>
                    </a:ext>
                  </a:extLst>
                </p:cNvPr>
                <p:cNvSpPr>
                  <a:spLocks noChangeArrowheads="1"/>
                </p:cNvSpPr>
                <p:nvPr/>
              </p:nvSpPr>
              <p:spPr bwMode="auto">
                <a:xfrm>
                  <a:off x="1440" y="2400"/>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20529" name="Oval 1145">
                  <a:extLst>
                    <a:ext uri="{FF2B5EF4-FFF2-40B4-BE49-F238E27FC236}">
                      <a16:creationId xmlns:a16="http://schemas.microsoft.com/office/drawing/2014/main" id="{D40A0D5F-F00A-4652-BF85-AFE33225F18C}"/>
                    </a:ext>
                  </a:extLst>
                </p:cNvPr>
                <p:cNvSpPr>
                  <a:spLocks noChangeArrowheads="1"/>
                </p:cNvSpPr>
                <p:nvPr/>
              </p:nvSpPr>
              <p:spPr bwMode="auto">
                <a:xfrm>
                  <a:off x="1440" y="2496"/>
                  <a:ext cx="48" cy="48"/>
                </a:xfrm>
                <a:prstGeom prst="ellipse">
                  <a:avLst/>
                </a:prstGeom>
                <a:solidFill>
                  <a:schemeClr val="tx1"/>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grpSp>
        </p:grpSp>
      </p:grpSp>
      <p:grpSp>
        <p:nvGrpSpPr>
          <p:cNvPr id="31" name="Group 1153">
            <a:extLst>
              <a:ext uri="{FF2B5EF4-FFF2-40B4-BE49-F238E27FC236}">
                <a16:creationId xmlns:a16="http://schemas.microsoft.com/office/drawing/2014/main" id="{1301D345-A498-35B9-7E09-DFDB95F51AE3}"/>
              </a:ext>
            </a:extLst>
          </p:cNvPr>
          <p:cNvGrpSpPr>
            <a:grpSpLocks/>
          </p:cNvGrpSpPr>
          <p:nvPr/>
        </p:nvGrpSpPr>
        <p:grpSpPr bwMode="auto">
          <a:xfrm>
            <a:off x="5410200" y="4800600"/>
            <a:ext cx="3505200" cy="1041400"/>
            <a:chOff x="3456" y="2736"/>
            <a:chExt cx="2208" cy="656"/>
          </a:xfrm>
        </p:grpSpPr>
        <p:sp>
          <p:nvSpPr>
            <p:cNvPr id="20495" name="Text Box 1147">
              <a:extLst>
                <a:ext uri="{FF2B5EF4-FFF2-40B4-BE49-F238E27FC236}">
                  <a16:creationId xmlns:a16="http://schemas.microsoft.com/office/drawing/2014/main" id="{36033EBF-4BF3-B332-7D9E-5C4E8C7FAA72}"/>
                </a:ext>
              </a:extLst>
            </p:cNvPr>
            <p:cNvSpPr txBox="1">
              <a:spLocks noChangeArrowheads="1"/>
            </p:cNvSpPr>
            <p:nvPr/>
          </p:nvSpPr>
          <p:spPr bwMode="auto">
            <a:xfrm>
              <a:off x="3456" y="2736"/>
              <a:ext cx="22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spcBef>
                  <a:spcPct val="50000"/>
                </a:spcBef>
              </a:pPr>
              <a:r>
                <a:rPr lang="en-US" altLang="en-US" sz="2000"/>
                <a:t>6 single bonds (6x2) = 12</a:t>
              </a:r>
            </a:p>
          </p:txBody>
        </p:sp>
        <p:grpSp>
          <p:nvGrpSpPr>
            <p:cNvPr id="20496" name="Group 1148">
              <a:extLst>
                <a:ext uri="{FF2B5EF4-FFF2-40B4-BE49-F238E27FC236}">
                  <a16:creationId xmlns:a16="http://schemas.microsoft.com/office/drawing/2014/main" id="{B767E3D7-F4BD-F5FC-B38D-F32748E50157}"/>
                </a:ext>
              </a:extLst>
            </p:cNvPr>
            <p:cNvGrpSpPr>
              <a:grpSpLocks/>
            </p:cNvGrpSpPr>
            <p:nvPr/>
          </p:nvGrpSpPr>
          <p:grpSpPr bwMode="auto">
            <a:xfrm>
              <a:off x="3774" y="2943"/>
              <a:ext cx="1888" cy="250"/>
              <a:chOff x="2430" y="3398"/>
              <a:chExt cx="1888" cy="250"/>
            </a:xfrm>
          </p:grpSpPr>
          <p:sp>
            <p:nvSpPr>
              <p:cNvPr id="20498" name="Text Box 1149">
                <a:extLst>
                  <a:ext uri="{FF2B5EF4-FFF2-40B4-BE49-F238E27FC236}">
                    <a16:creationId xmlns:a16="http://schemas.microsoft.com/office/drawing/2014/main" id="{8B8068B0-A542-A272-1520-1CC998FC0C83}"/>
                  </a:ext>
                </a:extLst>
              </p:cNvPr>
              <p:cNvSpPr txBox="1">
                <a:spLocks noChangeArrowheads="1"/>
              </p:cNvSpPr>
              <p:nvPr/>
            </p:nvSpPr>
            <p:spPr bwMode="auto">
              <a:xfrm>
                <a:off x="2430" y="3398"/>
                <a:ext cx="18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a:r>
                  <a:rPr lang="en-US" altLang="en-US" sz="2000"/>
                  <a:t>18 lone pairs (18x2) = 36</a:t>
                </a:r>
              </a:p>
            </p:txBody>
          </p:sp>
          <p:sp>
            <p:nvSpPr>
              <p:cNvPr id="20499" name="Line 1150">
                <a:extLst>
                  <a:ext uri="{FF2B5EF4-FFF2-40B4-BE49-F238E27FC236}">
                    <a16:creationId xmlns:a16="http://schemas.microsoft.com/office/drawing/2014/main" id="{C3A7AEE0-A86C-C41F-9033-1837FCEFF39B}"/>
                  </a:ext>
                </a:extLst>
              </p:cNvPr>
              <p:cNvSpPr>
                <a:spLocks noChangeShapeType="1"/>
              </p:cNvSpPr>
              <p:nvPr/>
            </p:nvSpPr>
            <p:spPr bwMode="auto">
              <a:xfrm>
                <a:off x="2448" y="3616"/>
                <a:ext cx="182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0497" name="Text Box 1151">
              <a:extLst>
                <a:ext uri="{FF2B5EF4-FFF2-40B4-BE49-F238E27FC236}">
                  <a16:creationId xmlns:a16="http://schemas.microsoft.com/office/drawing/2014/main" id="{AF19A4A0-FB49-7D03-581A-4E61E86E39C7}"/>
                </a:ext>
              </a:extLst>
            </p:cNvPr>
            <p:cNvSpPr txBox="1">
              <a:spLocks noChangeArrowheads="1"/>
            </p:cNvSpPr>
            <p:nvPr/>
          </p:nvSpPr>
          <p:spPr bwMode="auto">
            <a:xfrm>
              <a:off x="4833" y="3142"/>
              <a:ext cx="83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a:solidFill>
                    <a:srgbClr val="FF0000"/>
                  </a:solidFill>
                </a:rPr>
                <a:t>Total = 48</a:t>
              </a:r>
            </a:p>
          </p:txBody>
        </p:sp>
      </p:grpSp>
      <p:sp>
        <p:nvSpPr>
          <p:cNvPr id="75906" name="Oval 1154">
            <a:extLst>
              <a:ext uri="{FF2B5EF4-FFF2-40B4-BE49-F238E27FC236}">
                <a16:creationId xmlns:a16="http://schemas.microsoft.com/office/drawing/2014/main" id="{6CB6A7BD-2D73-2497-20F2-3F2691AE2BCA}"/>
              </a:ext>
            </a:extLst>
          </p:cNvPr>
          <p:cNvSpPr>
            <a:spLocks noChangeArrowheads="1"/>
          </p:cNvSpPr>
          <p:nvPr/>
        </p:nvSpPr>
        <p:spPr bwMode="auto">
          <a:xfrm>
            <a:off x="4038600" y="4800600"/>
            <a:ext cx="1066800" cy="1066800"/>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a:p>
        </p:txBody>
      </p:sp>
      <p:sp>
        <p:nvSpPr>
          <p:cNvPr id="20494" name="Text Box 1155">
            <a:extLst>
              <a:ext uri="{FF2B5EF4-FFF2-40B4-BE49-F238E27FC236}">
                <a16:creationId xmlns:a16="http://schemas.microsoft.com/office/drawing/2014/main" id="{2D6A5B62-BD43-7F18-3A6C-061D8806F090}"/>
              </a:ext>
            </a:extLst>
          </p:cNvPr>
          <p:cNvSpPr txBox="1">
            <a:spLocks noChangeArrowheads="1"/>
          </p:cNvSpPr>
          <p:nvPr/>
        </p:nvSpPr>
        <p:spPr bwMode="auto">
          <a:xfrm>
            <a:off x="8531225" y="6384925"/>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2000"/>
              <a:t>9.9</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5785"/>
                                        </p:tgtEl>
                                        <p:attrNameLst>
                                          <p:attrName>style.visibility</p:attrName>
                                        </p:attrNameLst>
                                      </p:cBhvr>
                                      <p:to>
                                        <p:strVal val="visible"/>
                                      </p:to>
                                    </p:set>
                                    <p:anim calcmode="lin" valueType="num">
                                      <p:cBhvr additive="base">
                                        <p:cTn id="7" dur="500" fill="hold"/>
                                        <p:tgtEl>
                                          <p:spTgt spid="75785"/>
                                        </p:tgtEl>
                                        <p:attrNameLst>
                                          <p:attrName>ppt_x</p:attrName>
                                        </p:attrNameLst>
                                      </p:cBhvr>
                                      <p:tavLst>
                                        <p:tav tm="0">
                                          <p:val>
                                            <p:strVal val="0-#ppt_w/2"/>
                                          </p:val>
                                        </p:tav>
                                        <p:tav tm="100000">
                                          <p:val>
                                            <p:strVal val="#ppt_x"/>
                                          </p:val>
                                        </p:tav>
                                      </p:tavLst>
                                    </p:anim>
                                    <p:anim calcmode="lin" valueType="num">
                                      <p:cBhvr additive="base">
                                        <p:cTn id="8" dur="500" fill="hold"/>
                                        <p:tgtEl>
                                          <p:spTgt spid="7578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1+#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1+#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75826"/>
                                        </p:tgtEl>
                                        <p:attrNameLst>
                                          <p:attrName>style.visibility</p:attrName>
                                        </p:attrNameLst>
                                      </p:cBhvr>
                                      <p:to>
                                        <p:strVal val="visible"/>
                                      </p:to>
                                    </p:set>
                                  </p:childTnLst>
                                  <p:subTnLst>
                                    <p:set>
                                      <p:cBhvr override="childStyle">
                                        <p:cTn dur="1" fill="hold" display="0" masterRel="nextClick" afterEffect="1"/>
                                        <p:tgtEl>
                                          <p:spTgt spid="75826"/>
                                        </p:tgtEl>
                                        <p:attrNameLst>
                                          <p:attrName>style.visibility</p:attrName>
                                        </p:attrNameLst>
                                      </p:cBhvr>
                                      <p:to>
                                        <p:strVal val="hidden"/>
                                      </p:to>
                                    </p:set>
                                  </p:sub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75827"/>
                                        </p:tgtEl>
                                        <p:attrNameLst>
                                          <p:attrName>style.visibility</p:attrName>
                                        </p:attrNameLst>
                                      </p:cBhvr>
                                      <p:to>
                                        <p:strVal val="visible"/>
                                      </p:to>
                                    </p:set>
                                    <p:anim calcmode="lin" valueType="num">
                                      <p:cBhvr additive="base">
                                        <p:cTn id="29" dur="500" fill="hold"/>
                                        <p:tgtEl>
                                          <p:spTgt spid="75827"/>
                                        </p:tgtEl>
                                        <p:attrNameLst>
                                          <p:attrName>ppt_x</p:attrName>
                                        </p:attrNameLst>
                                      </p:cBhvr>
                                      <p:tavLst>
                                        <p:tav tm="0">
                                          <p:val>
                                            <p:strVal val="0-#ppt_w/2"/>
                                          </p:val>
                                        </p:tav>
                                        <p:tav tm="100000">
                                          <p:val>
                                            <p:strVal val="#ppt_x"/>
                                          </p:val>
                                        </p:tav>
                                      </p:tavLst>
                                    </p:anim>
                                    <p:anim calcmode="lin" valueType="num">
                                      <p:cBhvr additive="base">
                                        <p:cTn id="30" dur="500" fill="hold"/>
                                        <p:tgtEl>
                                          <p:spTgt spid="75827"/>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75828"/>
                                        </p:tgtEl>
                                        <p:attrNameLst>
                                          <p:attrName>style.visibility</p:attrName>
                                        </p:attrNameLst>
                                      </p:cBhvr>
                                      <p:to>
                                        <p:strVal val="visible"/>
                                      </p:to>
                                    </p:set>
                                    <p:anim calcmode="lin" valueType="num">
                                      <p:cBhvr additive="base">
                                        <p:cTn id="35" dur="500" fill="hold"/>
                                        <p:tgtEl>
                                          <p:spTgt spid="75828"/>
                                        </p:tgtEl>
                                        <p:attrNameLst>
                                          <p:attrName>ppt_x</p:attrName>
                                        </p:attrNameLst>
                                      </p:cBhvr>
                                      <p:tavLst>
                                        <p:tav tm="0">
                                          <p:val>
                                            <p:strVal val="0-#ppt_w/2"/>
                                          </p:val>
                                        </p:tav>
                                        <p:tav tm="100000">
                                          <p:val>
                                            <p:strVal val="#ppt_x"/>
                                          </p:val>
                                        </p:tav>
                                      </p:tavLst>
                                    </p:anim>
                                    <p:anim calcmode="lin" valueType="num">
                                      <p:cBhvr additive="base">
                                        <p:cTn id="36" dur="500" fill="hold"/>
                                        <p:tgtEl>
                                          <p:spTgt spid="75828"/>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2"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additive="base">
                                        <p:cTn id="41" dur="500" fill="hold"/>
                                        <p:tgtEl>
                                          <p:spTgt spid="8"/>
                                        </p:tgtEl>
                                        <p:attrNameLst>
                                          <p:attrName>ppt_x</p:attrName>
                                        </p:attrNameLst>
                                      </p:cBhvr>
                                      <p:tavLst>
                                        <p:tav tm="0">
                                          <p:val>
                                            <p:strVal val="1+#ppt_w/2"/>
                                          </p:val>
                                        </p:tav>
                                        <p:tav tm="100000">
                                          <p:val>
                                            <p:strVal val="#ppt_x"/>
                                          </p:val>
                                        </p:tav>
                                      </p:tavLst>
                                    </p:anim>
                                    <p:anim calcmode="lin" valueType="num">
                                      <p:cBhvr additive="base">
                                        <p:cTn id="42"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2"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 calcmode="lin" valueType="num">
                                      <p:cBhvr additive="base">
                                        <p:cTn id="47" dur="500" fill="hold"/>
                                        <p:tgtEl>
                                          <p:spTgt spid="9"/>
                                        </p:tgtEl>
                                        <p:attrNameLst>
                                          <p:attrName>ppt_x</p:attrName>
                                        </p:attrNameLst>
                                      </p:cBhvr>
                                      <p:tavLst>
                                        <p:tav tm="0">
                                          <p:val>
                                            <p:strVal val="1+#ppt_w/2"/>
                                          </p:val>
                                        </p:tav>
                                        <p:tav tm="100000">
                                          <p:val>
                                            <p:strVal val="#ppt_x"/>
                                          </p:val>
                                        </p:tav>
                                      </p:tavLst>
                                    </p:anim>
                                    <p:anim calcmode="lin" valueType="num">
                                      <p:cBhvr additive="base">
                                        <p:cTn id="4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2" fill="hold" nodeType="clickEffect">
                                  <p:stCondLst>
                                    <p:cond delay="0"/>
                                  </p:stCondLst>
                                  <p:childTnLst>
                                    <p:set>
                                      <p:cBhvr>
                                        <p:cTn id="52" dur="1" fill="hold">
                                          <p:stCondLst>
                                            <p:cond delay="0"/>
                                          </p:stCondLst>
                                        </p:cTn>
                                        <p:tgtEl>
                                          <p:spTgt spid="31"/>
                                        </p:tgtEl>
                                        <p:attrNameLst>
                                          <p:attrName>style.visibility</p:attrName>
                                        </p:attrNameLst>
                                      </p:cBhvr>
                                      <p:to>
                                        <p:strVal val="visible"/>
                                      </p:to>
                                    </p:set>
                                    <p:anim calcmode="lin" valueType="num">
                                      <p:cBhvr additive="base">
                                        <p:cTn id="53" dur="500" fill="hold"/>
                                        <p:tgtEl>
                                          <p:spTgt spid="31"/>
                                        </p:tgtEl>
                                        <p:attrNameLst>
                                          <p:attrName>ppt_x</p:attrName>
                                        </p:attrNameLst>
                                      </p:cBhvr>
                                      <p:tavLst>
                                        <p:tav tm="0">
                                          <p:val>
                                            <p:strVal val="1+#ppt_w/2"/>
                                          </p:val>
                                        </p:tav>
                                        <p:tav tm="100000">
                                          <p:val>
                                            <p:strVal val="#ppt_x"/>
                                          </p:val>
                                        </p:tav>
                                      </p:tavLst>
                                    </p:anim>
                                    <p:anim calcmode="lin" valueType="num">
                                      <p:cBhvr additive="base">
                                        <p:cTn id="54"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759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5" grpId="0" autoUpdateAnimBg="0"/>
      <p:bldP spid="75826" grpId="0" animBg="1"/>
      <p:bldP spid="75827" grpId="0" autoUpdateAnimBg="0"/>
      <p:bldP spid="75828" grpId="0" autoUpdateAnimBg="0"/>
      <p:bldP spid="7590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a:extLst>
              <a:ext uri="{FF2B5EF4-FFF2-40B4-BE49-F238E27FC236}">
                <a16:creationId xmlns:a16="http://schemas.microsoft.com/office/drawing/2014/main" id="{DE7918C2-A005-2C5C-D8B7-6179867E7797}"/>
              </a:ext>
            </a:extLst>
          </p:cNvPr>
          <p:cNvSpPr txBox="1">
            <a:spLocks noChangeArrowheads="1"/>
          </p:cNvSpPr>
          <p:nvPr/>
        </p:nvSpPr>
        <p:spPr bwMode="auto">
          <a:xfrm>
            <a:off x="457200" y="457200"/>
            <a:ext cx="28956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Sample Problem 10.3</a:t>
            </a:r>
          </a:p>
        </p:txBody>
      </p:sp>
      <p:sp>
        <p:nvSpPr>
          <p:cNvPr id="21507" name="Text Box 3">
            <a:extLst>
              <a:ext uri="{FF2B5EF4-FFF2-40B4-BE49-F238E27FC236}">
                <a16:creationId xmlns:a16="http://schemas.microsoft.com/office/drawing/2014/main" id="{177266C7-91EC-706B-E97E-648B8C89D011}"/>
              </a:ext>
            </a:extLst>
          </p:cNvPr>
          <p:cNvSpPr txBox="1">
            <a:spLocks noChangeArrowheads="1"/>
          </p:cNvSpPr>
          <p:nvPr/>
        </p:nvSpPr>
        <p:spPr bwMode="auto">
          <a:xfrm>
            <a:off x="3581400" y="457200"/>
            <a:ext cx="5334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Writing Lewis Structures for Molecules with Multiple Bonds</a:t>
            </a:r>
          </a:p>
        </p:txBody>
      </p:sp>
      <p:sp>
        <p:nvSpPr>
          <p:cNvPr id="21508" name="Text Box 7">
            <a:extLst>
              <a:ext uri="{FF2B5EF4-FFF2-40B4-BE49-F238E27FC236}">
                <a16:creationId xmlns:a16="http://schemas.microsoft.com/office/drawing/2014/main" id="{82F6EDF6-1050-AA44-0887-DD2EAB2CAA8E}"/>
              </a:ext>
            </a:extLst>
          </p:cNvPr>
          <p:cNvSpPr txBox="1">
            <a:spLocks noChangeArrowheads="1"/>
          </p:cNvSpPr>
          <p:nvPr/>
        </p:nvSpPr>
        <p:spPr bwMode="auto">
          <a:xfrm>
            <a:off x="457200" y="1143000"/>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PROBLEM:</a:t>
            </a:r>
          </a:p>
        </p:txBody>
      </p:sp>
      <p:sp>
        <p:nvSpPr>
          <p:cNvPr id="21509" name="Text Box 8">
            <a:extLst>
              <a:ext uri="{FF2B5EF4-FFF2-40B4-BE49-F238E27FC236}">
                <a16:creationId xmlns:a16="http://schemas.microsoft.com/office/drawing/2014/main" id="{22C63C2E-E6E3-810E-A3E3-7C20E3535139}"/>
              </a:ext>
            </a:extLst>
          </p:cNvPr>
          <p:cNvSpPr txBox="1">
            <a:spLocks noChangeArrowheads="1"/>
          </p:cNvSpPr>
          <p:nvPr/>
        </p:nvSpPr>
        <p:spPr bwMode="auto">
          <a:xfrm>
            <a:off x="2057400" y="1143000"/>
            <a:ext cx="6629400" cy="143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spAutoFit/>
          </a:bodyPr>
          <a:lstStyle>
            <a:lvl1pPr marL="457200" indent="-457200">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Write Lewis structures for the following:</a:t>
            </a:r>
          </a:p>
          <a:p>
            <a:pPr>
              <a:spcBef>
                <a:spcPct val="20000"/>
              </a:spcBef>
            </a:pPr>
            <a:r>
              <a:rPr lang="en-US" altLang="en-US" sz="2000" b="1"/>
              <a:t>(a)  </a:t>
            </a:r>
            <a:r>
              <a:rPr lang="en-US" altLang="en-US" sz="2000"/>
              <a:t>Ethylene (C</a:t>
            </a:r>
            <a:r>
              <a:rPr lang="en-US" altLang="en-US" sz="2000" baseline="-25000"/>
              <a:t>2</a:t>
            </a:r>
            <a:r>
              <a:rPr lang="en-US" altLang="en-US" sz="2000"/>
              <a:t>H</a:t>
            </a:r>
            <a:r>
              <a:rPr lang="en-US" altLang="en-US" sz="2000" baseline="-25000"/>
              <a:t>4</a:t>
            </a:r>
            <a:r>
              <a:rPr lang="en-US" altLang="en-US" sz="2000"/>
              <a:t>), the most important reactant in the manufacture of polymers</a:t>
            </a:r>
          </a:p>
          <a:p>
            <a:pPr>
              <a:spcBef>
                <a:spcPct val="20000"/>
              </a:spcBef>
            </a:pPr>
            <a:r>
              <a:rPr lang="en-US" altLang="en-US" sz="2000" b="1"/>
              <a:t>(b)  </a:t>
            </a:r>
            <a:r>
              <a:rPr lang="en-US" altLang="en-US" sz="2000"/>
              <a:t>Nitrogen (N</a:t>
            </a:r>
            <a:r>
              <a:rPr lang="en-US" altLang="en-US" sz="2000" baseline="-25000"/>
              <a:t>2</a:t>
            </a:r>
            <a:r>
              <a:rPr lang="en-US" altLang="en-US" sz="2000"/>
              <a:t>), the most abundant atmospheric gas</a:t>
            </a:r>
          </a:p>
        </p:txBody>
      </p:sp>
      <p:grpSp>
        <p:nvGrpSpPr>
          <p:cNvPr id="2" name="Group 69">
            <a:extLst>
              <a:ext uri="{FF2B5EF4-FFF2-40B4-BE49-F238E27FC236}">
                <a16:creationId xmlns:a16="http://schemas.microsoft.com/office/drawing/2014/main" id="{8A80DA70-964B-AC1C-A682-380B8901523F}"/>
              </a:ext>
            </a:extLst>
          </p:cNvPr>
          <p:cNvGrpSpPr>
            <a:grpSpLocks/>
          </p:cNvGrpSpPr>
          <p:nvPr/>
        </p:nvGrpSpPr>
        <p:grpSpPr bwMode="auto">
          <a:xfrm>
            <a:off x="457200" y="2651125"/>
            <a:ext cx="8458200" cy="1006475"/>
            <a:chOff x="288" y="1728"/>
            <a:chExt cx="5328" cy="634"/>
          </a:xfrm>
        </p:grpSpPr>
        <p:sp>
          <p:nvSpPr>
            <p:cNvPr id="21517" name="Text Box 4">
              <a:extLst>
                <a:ext uri="{FF2B5EF4-FFF2-40B4-BE49-F238E27FC236}">
                  <a16:creationId xmlns:a16="http://schemas.microsoft.com/office/drawing/2014/main" id="{C840149C-8B4F-CD79-F630-739849124BCD}"/>
                </a:ext>
              </a:extLst>
            </p:cNvPr>
            <p:cNvSpPr txBox="1">
              <a:spLocks noChangeArrowheads="1"/>
            </p:cNvSpPr>
            <p:nvPr/>
          </p:nvSpPr>
          <p:spPr bwMode="auto">
            <a:xfrm>
              <a:off x="288" y="1728"/>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PLAN:</a:t>
              </a:r>
            </a:p>
          </p:txBody>
        </p:sp>
        <p:sp>
          <p:nvSpPr>
            <p:cNvPr id="21518" name="Text Box 11">
              <a:extLst>
                <a:ext uri="{FF2B5EF4-FFF2-40B4-BE49-F238E27FC236}">
                  <a16:creationId xmlns:a16="http://schemas.microsoft.com/office/drawing/2014/main" id="{05646C8C-9134-A182-BB07-488AEDDB162E}"/>
                </a:ext>
              </a:extLst>
            </p:cNvPr>
            <p:cNvSpPr txBox="1">
              <a:spLocks noChangeArrowheads="1"/>
            </p:cNvSpPr>
            <p:nvPr/>
          </p:nvSpPr>
          <p:spPr bwMode="auto">
            <a:xfrm>
              <a:off x="912" y="1728"/>
              <a:ext cx="4704"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After following steps 1 to 4 we see that the central atom does not have a full octet. We must therefore add step 5, which involves changing a lone pair to a bonding pair.</a:t>
              </a:r>
            </a:p>
          </p:txBody>
        </p:sp>
      </p:grpSp>
      <p:sp>
        <p:nvSpPr>
          <p:cNvPr id="4" name="Text Box 5">
            <a:extLst>
              <a:ext uri="{FF2B5EF4-FFF2-40B4-BE49-F238E27FC236}">
                <a16:creationId xmlns:a16="http://schemas.microsoft.com/office/drawing/2014/main" id="{C22525BE-5EF0-8664-7FF6-81EEE0BB87E1}"/>
              </a:ext>
            </a:extLst>
          </p:cNvPr>
          <p:cNvSpPr txBox="1">
            <a:spLocks noChangeArrowheads="1"/>
          </p:cNvSpPr>
          <p:nvPr/>
        </p:nvSpPr>
        <p:spPr bwMode="auto">
          <a:xfrm>
            <a:off x="457200" y="3717925"/>
            <a:ext cx="190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SOLUTION:</a:t>
            </a:r>
          </a:p>
        </p:txBody>
      </p:sp>
      <p:sp>
        <p:nvSpPr>
          <p:cNvPr id="18444" name="Text Box 12">
            <a:extLst>
              <a:ext uri="{FF2B5EF4-FFF2-40B4-BE49-F238E27FC236}">
                <a16:creationId xmlns:a16="http://schemas.microsoft.com/office/drawing/2014/main" id="{AA4B4E6F-A740-47D7-093A-923FD9C7E141}"/>
              </a:ext>
            </a:extLst>
          </p:cNvPr>
          <p:cNvSpPr txBox="1">
            <a:spLocks noChangeArrowheads="1"/>
          </p:cNvSpPr>
          <p:nvPr/>
        </p:nvSpPr>
        <p:spPr bwMode="auto">
          <a:xfrm>
            <a:off x="457200" y="4156075"/>
            <a:ext cx="80772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63550" indent="-463550">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(a)</a:t>
            </a:r>
            <a:r>
              <a:rPr lang="en-US" altLang="en-US" sz="2000"/>
              <a:t>  C</a:t>
            </a:r>
            <a:r>
              <a:rPr lang="en-US" altLang="en-US" sz="2000" baseline="-25000"/>
              <a:t>2</a:t>
            </a:r>
            <a:r>
              <a:rPr lang="en-US" altLang="en-US" sz="2000"/>
              <a:t>H</a:t>
            </a:r>
            <a:r>
              <a:rPr lang="en-US" altLang="en-US" sz="2000" baseline="-25000"/>
              <a:t>4</a:t>
            </a:r>
            <a:r>
              <a:rPr lang="en-US" altLang="en-US" sz="2000"/>
              <a:t> has 2(4) + 4(1) = 12 valence e</a:t>
            </a:r>
            <a:r>
              <a:rPr lang="en-US" altLang="en-US" sz="2000" baseline="30000"/>
              <a:t>–</a:t>
            </a:r>
            <a:r>
              <a:rPr lang="en-US" altLang="en-US" sz="2000"/>
              <a:t>.  H can have only one bond per atom.   </a:t>
            </a:r>
            <a:endParaRPr lang="en-US" altLang="en-US" sz="2000" b="1"/>
          </a:p>
        </p:txBody>
      </p:sp>
      <p:graphicFrame>
        <p:nvGraphicFramePr>
          <p:cNvPr id="9287" name="Object 71">
            <a:extLst>
              <a:ext uri="{FF2B5EF4-FFF2-40B4-BE49-F238E27FC236}">
                <a16:creationId xmlns:a16="http://schemas.microsoft.com/office/drawing/2014/main" id="{5ECF02C2-79B6-A156-637A-5785309AA095}"/>
              </a:ext>
            </a:extLst>
          </p:cNvPr>
          <p:cNvGraphicFramePr>
            <a:graphicFrameLocks noChangeAspect="1"/>
          </p:cNvGraphicFramePr>
          <p:nvPr/>
        </p:nvGraphicFramePr>
        <p:xfrm>
          <a:off x="1524000" y="5146675"/>
          <a:ext cx="1978025" cy="903288"/>
        </p:xfrm>
        <a:graphic>
          <a:graphicData uri="http://schemas.openxmlformats.org/presentationml/2006/ole">
            <mc:AlternateContent xmlns:mc="http://schemas.openxmlformats.org/markup-compatibility/2006">
              <mc:Choice xmlns:v="urn:schemas-microsoft-com:vml" Requires="v">
                <p:oleObj r:id="rId3" imgW="1219200" imgH="558800" progId="">
                  <p:embed/>
                </p:oleObj>
              </mc:Choice>
              <mc:Fallback>
                <p:oleObj r:id="rId3" imgW="1219200" imgH="558800" progId="">
                  <p:embed/>
                  <p:pic>
                    <p:nvPicPr>
                      <p:cNvPr id="0" name="Object 7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5146675"/>
                        <a:ext cx="1978025" cy="903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3" name="Group 74">
            <a:extLst>
              <a:ext uri="{FF2B5EF4-FFF2-40B4-BE49-F238E27FC236}">
                <a16:creationId xmlns:a16="http://schemas.microsoft.com/office/drawing/2014/main" id="{25A2F48C-DBC0-CB6F-7D04-556803522040}"/>
              </a:ext>
            </a:extLst>
          </p:cNvPr>
          <p:cNvGrpSpPr>
            <a:grpSpLocks/>
          </p:cNvGrpSpPr>
          <p:nvPr/>
        </p:nvGrpSpPr>
        <p:grpSpPr bwMode="auto">
          <a:xfrm>
            <a:off x="3886200" y="5181600"/>
            <a:ext cx="3429000" cy="869950"/>
            <a:chOff x="2448" y="3286"/>
            <a:chExt cx="2160" cy="548"/>
          </a:xfrm>
        </p:grpSpPr>
        <p:sp>
          <p:nvSpPr>
            <p:cNvPr id="21515" name="Line 72">
              <a:extLst>
                <a:ext uri="{FF2B5EF4-FFF2-40B4-BE49-F238E27FC236}">
                  <a16:creationId xmlns:a16="http://schemas.microsoft.com/office/drawing/2014/main" id="{7198F4F1-2645-B0AA-3E2E-77156E4AB6A9}"/>
                </a:ext>
              </a:extLst>
            </p:cNvPr>
            <p:cNvSpPr>
              <a:spLocks noChangeShapeType="1"/>
            </p:cNvSpPr>
            <p:nvPr/>
          </p:nvSpPr>
          <p:spPr bwMode="auto">
            <a:xfrm>
              <a:off x="2448" y="3552"/>
              <a:ext cx="624" cy="0"/>
            </a:xfrm>
            <a:prstGeom prst="line">
              <a:avLst/>
            </a:prstGeom>
            <a:noFill/>
            <a:ln w="38100">
              <a:solidFill>
                <a:schemeClr val="tx1"/>
              </a:solidFill>
              <a:round/>
              <a:headEnd/>
              <a:tailEnd type="triangle" w="lg" len="med"/>
            </a:ln>
            <a:extLst>
              <a:ext uri="{909E8E84-426E-40DD-AFC4-6F175D3DCCD1}">
                <a14:hiddenFill xmlns:a14="http://schemas.microsoft.com/office/drawing/2010/main">
                  <a:noFill/>
                </a14:hiddenFill>
              </a:ext>
            </a:extLst>
          </p:spPr>
          <p:txBody>
            <a:bodyPr>
              <a:spAutoFit/>
            </a:bodyPr>
            <a:lstStyle/>
            <a:p>
              <a:endParaRPr lang="en-US"/>
            </a:p>
          </p:txBody>
        </p:sp>
        <p:graphicFrame>
          <p:nvGraphicFramePr>
            <p:cNvPr id="21516" name="Object 73">
              <a:extLst>
                <a:ext uri="{FF2B5EF4-FFF2-40B4-BE49-F238E27FC236}">
                  <a16:creationId xmlns:a16="http://schemas.microsoft.com/office/drawing/2014/main" id="{AEED04E5-9313-9449-3F28-F168547C458C}"/>
                </a:ext>
              </a:extLst>
            </p:cNvPr>
            <p:cNvGraphicFramePr>
              <a:graphicFrameLocks noChangeAspect="1"/>
            </p:cNvGraphicFramePr>
            <p:nvPr/>
          </p:nvGraphicFramePr>
          <p:xfrm>
            <a:off x="3408" y="3286"/>
            <a:ext cx="1200" cy="548"/>
          </p:xfrm>
          <a:graphic>
            <a:graphicData uri="http://schemas.openxmlformats.org/presentationml/2006/ole">
              <mc:AlternateContent xmlns:mc="http://schemas.openxmlformats.org/markup-compatibility/2006">
                <mc:Choice xmlns:v="urn:schemas-microsoft-com:vml" Requires="v">
                  <p:oleObj r:id="rId5" imgW="1219200" imgH="558800" progId="">
                    <p:embed/>
                  </p:oleObj>
                </mc:Choice>
                <mc:Fallback>
                  <p:oleObj r:id="rId5" imgW="1219200" imgH="558800" progId="">
                    <p:embed/>
                    <p:pic>
                      <p:nvPicPr>
                        <p:cNvPr id="0" name="Object 7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8" y="3286"/>
                          <a:ext cx="1200" cy="5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grpId="0" nodeType="afterEffect">
                                  <p:stCondLst>
                                    <p:cond delay="1000"/>
                                  </p:stCondLst>
                                  <p:childTnLst>
                                    <p:set>
                                      <p:cBhvr>
                                        <p:cTn id="13" dur="1" fill="hold">
                                          <p:stCondLst>
                                            <p:cond delay="0"/>
                                          </p:stCondLst>
                                        </p:cTn>
                                        <p:tgtEl>
                                          <p:spTgt spid="18444"/>
                                        </p:tgtEl>
                                        <p:attrNameLst>
                                          <p:attrName>style.visibility</p:attrName>
                                        </p:attrNameLst>
                                      </p:cBhvr>
                                      <p:to>
                                        <p:strVal val="visible"/>
                                      </p:to>
                                    </p:set>
                                  </p:childTnLst>
                                </p:cTn>
                              </p:par>
                            </p:childTnLst>
                          </p:cTn>
                        </p:par>
                        <p:par>
                          <p:cTn id="14" fill="hold" nodeType="afterGroup">
                            <p:stCondLst>
                              <p:cond delay="1000"/>
                            </p:stCondLst>
                            <p:childTnLst>
                              <p:par>
                                <p:cTn id="15" presetID="1" presetClass="entr" presetSubtype="0" fill="hold" nodeType="afterEffect">
                                  <p:stCondLst>
                                    <p:cond delay="1000"/>
                                  </p:stCondLst>
                                  <p:childTnLst>
                                    <p:set>
                                      <p:cBhvr>
                                        <p:cTn id="16" dur="1" fill="hold">
                                          <p:stCondLst>
                                            <p:cond delay="0"/>
                                          </p:stCondLst>
                                        </p:cTn>
                                        <p:tgtEl>
                                          <p:spTgt spid="9287"/>
                                        </p:tgtEl>
                                        <p:attrNameLst>
                                          <p:attrName>style.visibility</p:attrName>
                                        </p:attrNameLst>
                                      </p:cBhvr>
                                      <p:to>
                                        <p:strVal val="visible"/>
                                      </p:to>
                                    </p:set>
                                  </p:childTnLst>
                                </p:cTn>
                              </p:par>
                            </p:childTnLst>
                          </p:cTn>
                        </p:par>
                        <p:par>
                          <p:cTn id="17" fill="hold" nodeType="afterGroup">
                            <p:stCondLst>
                              <p:cond delay="2000"/>
                            </p:stCondLst>
                            <p:childTnLst>
                              <p:par>
                                <p:cTn id="18" presetID="1" presetClass="entr" presetSubtype="0" fill="hold" nodeType="afterEffect">
                                  <p:stCondLst>
                                    <p:cond delay="1000"/>
                                  </p:stCondLst>
                                  <p:childTnLst>
                                    <p:set>
                                      <p:cBhvr>
                                        <p:cTn id="1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844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a:extLst>
              <a:ext uri="{FF2B5EF4-FFF2-40B4-BE49-F238E27FC236}">
                <a16:creationId xmlns:a16="http://schemas.microsoft.com/office/drawing/2014/main" id="{56CBF398-8DCB-53D8-E853-0F62795121E4}"/>
              </a:ext>
            </a:extLst>
          </p:cNvPr>
          <p:cNvSpPr txBox="1">
            <a:spLocks noChangeArrowheads="1"/>
          </p:cNvSpPr>
          <p:nvPr/>
        </p:nvSpPr>
        <p:spPr bwMode="auto">
          <a:xfrm>
            <a:off x="457200" y="457200"/>
            <a:ext cx="34290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Sample Problem 10.3</a:t>
            </a:r>
          </a:p>
        </p:txBody>
      </p:sp>
      <p:sp>
        <p:nvSpPr>
          <p:cNvPr id="23555" name="Text Box 38">
            <a:extLst>
              <a:ext uri="{FF2B5EF4-FFF2-40B4-BE49-F238E27FC236}">
                <a16:creationId xmlns:a16="http://schemas.microsoft.com/office/drawing/2014/main" id="{77D2DD07-5207-46F8-1D13-0F0787DDB392}"/>
              </a:ext>
            </a:extLst>
          </p:cNvPr>
          <p:cNvSpPr txBox="1">
            <a:spLocks noChangeArrowheads="1"/>
          </p:cNvSpPr>
          <p:nvPr/>
        </p:nvSpPr>
        <p:spPr bwMode="auto">
          <a:xfrm>
            <a:off x="533400" y="1447800"/>
            <a:ext cx="7924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63550" indent="-463550">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(b)</a:t>
            </a:r>
            <a:r>
              <a:rPr lang="en-US" altLang="en-US" sz="2000"/>
              <a:t>  N</a:t>
            </a:r>
            <a:r>
              <a:rPr lang="en-US" altLang="en-US" sz="2000" baseline="-25000"/>
              <a:t>2</a:t>
            </a:r>
            <a:r>
              <a:rPr lang="en-US" altLang="en-US" sz="2000"/>
              <a:t> has 2(5) = 10 valence e</a:t>
            </a:r>
            <a:r>
              <a:rPr lang="en-US" altLang="en-US" sz="2000" baseline="30000"/>
              <a:t>–</a:t>
            </a:r>
            <a:r>
              <a:rPr lang="en-US" altLang="en-US" sz="2000"/>
              <a:t>. </a:t>
            </a:r>
            <a:endParaRPr lang="en-US" altLang="en-US" sz="2000" b="1"/>
          </a:p>
        </p:txBody>
      </p:sp>
      <p:graphicFrame>
        <p:nvGraphicFramePr>
          <p:cNvPr id="88075" name="Object 11">
            <a:extLst>
              <a:ext uri="{FF2B5EF4-FFF2-40B4-BE49-F238E27FC236}">
                <a16:creationId xmlns:a16="http://schemas.microsoft.com/office/drawing/2014/main" id="{C6996415-6356-66D3-7BC5-D3C64376192F}"/>
              </a:ext>
            </a:extLst>
          </p:cNvPr>
          <p:cNvGraphicFramePr>
            <a:graphicFrameLocks noChangeAspect="1"/>
          </p:cNvGraphicFramePr>
          <p:nvPr/>
        </p:nvGraphicFramePr>
        <p:xfrm>
          <a:off x="1447800" y="2179638"/>
          <a:ext cx="1143000" cy="414337"/>
        </p:xfrm>
        <a:graphic>
          <a:graphicData uri="http://schemas.openxmlformats.org/presentationml/2006/ole">
            <mc:AlternateContent xmlns:mc="http://schemas.openxmlformats.org/markup-compatibility/2006">
              <mc:Choice xmlns:v="urn:schemas-microsoft-com:vml" Requires="v">
                <p:oleObj r:id="rId3" imgW="673100" imgH="254000" progId="">
                  <p:embed/>
                </p:oleObj>
              </mc:Choice>
              <mc:Fallback>
                <p:oleObj r:id="rId3" imgW="673100" imgH="254000" progId="">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179638"/>
                        <a:ext cx="1143000" cy="414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2" name="Group 15">
            <a:extLst>
              <a:ext uri="{FF2B5EF4-FFF2-40B4-BE49-F238E27FC236}">
                <a16:creationId xmlns:a16="http://schemas.microsoft.com/office/drawing/2014/main" id="{A295BE32-627C-9DBE-55D4-1450B2FEA0AB}"/>
              </a:ext>
            </a:extLst>
          </p:cNvPr>
          <p:cNvGrpSpPr>
            <a:grpSpLocks/>
          </p:cNvGrpSpPr>
          <p:nvPr/>
        </p:nvGrpSpPr>
        <p:grpSpPr bwMode="auto">
          <a:xfrm>
            <a:off x="3200400" y="2171700"/>
            <a:ext cx="2438400" cy="431800"/>
            <a:chOff x="2016" y="1368"/>
            <a:chExt cx="1536" cy="272"/>
          </a:xfrm>
        </p:grpSpPr>
        <p:sp>
          <p:nvSpPr>
            <p:cNvPr id="23558" name="Line 12">
              <a:extLst>
                <a:ext uri="{FF2B5EF4-FFF2-40B4-BE49-F238E27FC236}">
                  <a16:creationId xmlns:a16="http://schemas.microsoft.com/office/drawing/2014/main" id="{3EF591AA-07AA-E456-D60A-92F6D195F581}"/>
                </a:ext>
              </a:extLst>
            </p:cNvPr>
            <p:cNvSpPr>
              <a:spLocks noChangeShapeType="1"/>
            </p:cNvSpPr>
            <p:nvPr/>
          </p:nvSpPr>
          <p:spPr bwMode="auto">
            <a:xfrm>
              <a:off x="2016" y="1504"/>
              <a:ext cx="624" cy="0"/>
            </a:xfrm>
            <a:prstGeom prst="line">
              <a:avLst/>
            </a:prstGeom>
            <a:noFill/>
            <a:ln w="38100">
              <a:solidFill>
                <a:schemeClr val="tx1"/>
              </a:solidFill>
              <a:round/>
              <a:headEnd/>
              <a:tailEnd type="triangle" w="lg" len="med"/>
            </a:ln>
            <a:extLst>
              <a:ext uri="{909E8E84-426E-40DD-AFC4-6F175D3DCCD1}">
                <a14:hiddenFill xmlns:a14="http://schemas.microsoft.com/office/drawing/2010/main">
                  <a:noFill/>
                </a14:hiddenFill>
              </a:ext>
            </a:extLst>
          </p:spPr>
          <p:txBody>
            <a:bodyPr>
              <a:spAutoFit/>
            </a:bodyPr>
            <a:lstStyle/>
            <a:p>
              <a:endParaRPr lang="en-US"/>
            </a:p>
          </p:txBody>
        </p:sp>
        <p:graphicFrame>
          <p:nvGraphicFramePr>
            <p:cNvPr id="23559" name="Object 13">
              <a:extLst>
                <a:ext uri="{FF2B5EF4-FFF2-40B4-BE49-F238E27FC236}">
                  <a16:creationId xmlns:a16="http://schemas.microsoft.com/office/drawing/2014/main" id="{E76A8021-0CDC-DE7E-CE3D-AFD19E2D0337}"/>
                </a:ext>
              </a:extLst>
            </p:cNvPr>
            <p:cNvGraphicFramePr>
              <a:graphicFrameLocks noChangeAspect="1"/>
            </p:cNvGraphicFramePr>
            <p:nvPr/>
          </p:nvGraphicFramePr>
          <p:xfrm>
            <a:off x="2928" y="1368"/>
            <a:ext cx="624" cy="272"/>
          </p:xfrm>
          <a:graphic>
            <a:graphicData uri="http://schemas.openxmlformats.org/presentationml/2006/ole">
              <mc:AlternateContent xmlns:mc="http://schemas.openxmlformats.org/markup-compatibility/2006">
                <mc:Choice xmlns:v="urn:schemas-microsoft-com:vml" Requires="v">
                  <p:oleObj r:id="rId5" imgW="558800" imgH="254000" progId="">
                    <p:embed/>
                  </p:oleObj>
                </mc:Choice>
                <mc:Fallback>
                  <p:oleObj r:id="rId5" imgW="558800" imgH="254000" progId="">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8" y="1368"/>
                          <a:ext cx="624"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1000"/>
                                  </p:stCondLst>
                                  <p:childTnLst>
                                    <p:set>
                                      <p:cBhvr>
                                        <p:cTn id="6" dur="1" fill="hold">
                                          <p:stCondLst>
                                            <p:cond delay="0"/>
                                          </p:stCondLst>
                                        </p:cTn>
                                        <p:tgtEl>
                                          <p:spTgt spid="88075"/>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a:extLst>
              <a:ext uri="{FF2B5EF4-FFF2-40B4-BE49-F238E27FC236}">
                <a16:creationId xmlns:a16="http://schemas.microsoft.com/office/drawing/2014/main" id="{69D773E3-BC1F-7D94-0B06-1BA0C8DF66DC}"/>
              </a:ext>
            </a:extLst>
          </p:cNvPr>
          <p:cNvSpPr txBox="1">
            <a:spLocks noChangeArrowheads="1"/>
          </p:cNvSpPr>
          <p:nvPr/>
        </p:nvSpPr>
        <p:spPr bwMode="auto">
          <a:xfrm>
            <a:off x="2057400" y="609600"/>
            <a:ext cx="4876800" cy="519113"/>
          </a:xfrm>
          <a:prstGeom prst="rect">
            <a:avLst/>
          </a:prstGeom>
          <a:gradFill rotWithShape="1">
            <a:gsLst>
              <a:gs pos="0">
                <a:srgbClr val="990000">
                  <a:alpha val="35001"/>
                </a:srgbClr>
              </a:gs>
              <a:gs pos="100000">
                <a:srgbClr val="47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800" b="1"/>
              <a:t>Resonance Structures</a:t>
            </a:r>
          </a:p>
        </p:txBody>
      </p:sp>
      <p:grpSp>
        <p:nvGrpSpPr>
          <p:cNvPr id="2" name="Group 22">
            <a:extLst>
              <a:ext uri="{FF2B5EF4-FFF2-40B4-BE49-F238E27FC236}">
                <a16:creationId xmlns:a16="http://schemas.microsoft.com/office/drawing/2014/main" id="{061D73FB-BD4E-A79C-4F26-2FB56178020D}"/>
              </a:ext>
            </a:extLst>
          </p:cNvPr>
          <p:cNvGrpSpPr>
            <a:grpSpLocks/>
          </p:cNvGrpSpPr>
          <p:nvPr/>
        </p:nvGrpSpPr>
        <p:grpSpPr bwMode="auto">
          <a:xfrm>
            <a:off x="609600" y="1463675"/>
            <a:ext cx="5410200" cy="1666875"/>
            <a:chOff x="384" y="1152"/>
            <a:chExt cx="3408" cy="1050"/>
          </a:xfrm>
        </p:grpSpPr>
        <p:sp>
          <p:nvSpPr>
            <p:cNvPr id="25606" name="Text Box 8">
              <a:extLst>
                <a:ext uri="{FF2B5EF4-FFF2-40B4-BE49-F238E27FC236}">
                  <a16:creationId xmlns:a16="http://schemas.microsoft.com/office/drawing/2014/main" id="{C2A004B3-1629-BFA6-E123-00F378CC64BC}"/>
                </a:ext>
              </a:extLst>
            </p:cNvPr>
            <p:cNvSpPr txBox="1">
              <a:spLocks noChangeArrowheads="1"/>
            </p:cNvSpPr>
            <p:nvPr/>
          </p:nvSpPr>
          <p:spPr bwMode="auto">
            <a:xfrm>
              <a:off x="384" y="1152"/>
              <a:ext cx="26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O</a:t>
              </a:r>
              <a:r>
                <a:rPr lang="en-US" altLang="en-US" baseline="-25000"/>
                <a:t>3</a:t>
              </a:r>
              <a:r>
                <a:rPr lang="en-US" altLang="en-US"/>
                <a:t> can be drawn in 2 ways:</a:t>
              </a:r>
            </a:p>
          </p:txBody>
        </p:sp>
        <p:graphicFrame>
          <p:nvGraphicFramePr>
            <p:cNvPr id="25607" name="Object 18">
              <a:extLst>
                <a:ext uri="{FF2B5EF4-FFF2-40B4-BE49-F238E27FC236}">
                  <a16:creationId xmlns:a16="http://schemas.microsoft.com/office/drawing/2014/main" id="{EC30A46F-32EF-EAD2-079A-D6DFE1ED0B79}"/>
                </a:ext>
              </a:extLst>
            </p:cNvPr>
            <p:cNvGraphicFramePr>
              <a:graphicFrameLocks noChangeAspect="1"/>
            </p:cNvGraphicFramePr>
            <p:nvPr/>
          </p:nvGraphicFramePr>
          <p:xfrm>
            <a:off x="1440" y="1488"/>
            <a:ext cx="2352" cy="714"/>
          </p:xfrm>
          <a:graphic>
            <a:graphicData uri="http://schemas.openxmlformats.org/presentationml/2006/ole">
              <mc:AlternateContent xmlns:mc="http://schemas.openxmlformats.org/markup-compatibility/2006">
                <mc:Choice xmlns:v="urn:schemas-microsoft-com:vml" Requires="v">
                  <p:oleObj r:id="rId3" imgW="2273300" imgH="698500" progId="">
                    <p:embed/>
                  </p:oleObj>
                </mc:Choice>
                <mc:Fallback>
                  <p:oleObj r:id="rId3" imgW="2273300" imgH="698500" progId="">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0" y="1488"/>
                          <a:ext cx="2352" cy="7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32776" name="Text Box 8">
            <a:extLst>
              <a:ext uri="{FF2B5EF4-FFF2-40B4-BE49-F238E27FC236}">
                <a16:creationId xmlns:a16="http://schemas.microsoft.com/office/drawing/2014/main" id="{584EE214-18F7-2B71-40E6-9CFEC84FB975}"/>
              </a:ext>
            </a:extLst>
          </p:cNvPr>
          <p:cNvSpPr txBox="1">
            <a:spLocks noChangeArrowheads="1"/>
          </p:cNvSpPr>
          <p:nvPr/>
        </p:nvSpPr>
        <p:spPr bwMode="auto">
          <a:xfrm>
            <a:off x="609600" y="3292475"/>
            <a:ext cx="7772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These are two different reasonable Lewis structures for the </a:t>
            </a:r>
            <a:r>
              <a:rPr lang="en-US" altLang="en-US" b="1" i="1"/>
              <a:t>same</a:t>
            </a:r>
            <a:r>
              <a:rPr lang="en-US" altLang="en-US"/>
              <a:t> molecule.</a:t>
            </a:r>
          </a:p>
        </p:txBody>
      </p:sp>
      <p:sp>
        <p:nvSpPr>
          <p:cNvPr id="3" name="Text Box 8">
            <a:extLst>
              <a:ext uri="{FF2B5EF4-FFF2-40B4-BE49-F238E27FC236}">
                <a16:creationId xmlns:a16="http://schemas.microsoft.com/office/drawing/2014/main" id="{9F5B0597-5B29-86EE-B258-19C6A9CDBD8A}"/>
              </a:ext>
            </a:extLst>
          </p:cNvPr>
          <p:cNvSpPr txBox="1">
            <a:spLocks noChangeArrowheads="1"/>
          </p:cNvSpPr>
          <p:nvPr/>
        </p:nvSpPr>
        <p:spPr bwMode="auto">
          <a:xfrm>
            <a:off x="609600" y="4283075"/>
            <a:ext cx="7924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Neither structure depicts O</a:t>
            </a:r>
            <a:r>
              <a:rPr lang="en-US" altLang="en-US" baseline="-25000"/>
              <a:t>3</a:t>
            </a:r>
            <a:r>
              <a:rPr lang="en-US" altLang="en-US"/>
              <a:t> accurately, because in reality the O-O bonds are identical in length and energy.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grpId="0" nodeType="afterEffect">
                                  <p:stCondLst>
                                    <p:cond delay="1000"/>
                                  </p:stCondLst>
                                  <p:childTnLst>
                                    <p:set>
                                      <p:cBhvr>
                                        <p:cTn id="9" dur="1" fill="hold">
                                          <p:stCondLst>
                                            <p:cond delay="0"/>
                                          </p:stCondLst>
                                        </p:cTn>
                                        <p:tgtEl>
                                          <p:spTgt spid="32776"/>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grpId="0" nodeType="afterEffect">
                                  <p:stCondLst>
                                    <p:cond delay="100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6"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a:extLst>
              <a:ext uri="{FF2B5EF4-FFF2-40B4-BE49-F238E27FC236}">
                <a16:creationId xmlns:a16="http://schemas.microsoft.com/office/drawing/2014/main" id="{36A64BC7-294D-10B6-2854-62155C9D8AFF}"/>
              </a:ext>
            </a:extLst>
          </p:cNvPr>
          <p:cNvSpPr txBox="1">
            <a:spLocks noChangeArrowheads="1"/>
          </p:cNvSpPr>
          <p:nvPr/>
        </p:nvSpPr>
        <p:spPr bwMode="auto">
          <a:xfrm>
            <a:off x="2057400" y="609600"/>
            <a:ext cx="4876800" cy="519113"/>
          </a:xfrm>
          <a:prstGeom prst="rect">
            <a:avLst/>
          </a:prstGeom>
          <a:gradFill rotWithShape="1">
            <a:gsLst>
              <a:gs pos="0">
                <a:srgbClr val="990000">
                  <a:alpha val="35001"/>
                </a:srgbClr>
              </a:gs>
              <a:gs pos="100000">
                <a:srgbClr val="47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800" b="1"/>
              <a:t>Resonance Structures</a:t>
            </a:r>
          </a:p>
        </p:txBody>
      </p:sp>
      <p:sp>
        <p:nvSpPr>
          <p:cNvPr id="32776" name="Text Box 8">
            <a:extLst>
              <a:ext uri="{FF2B5EF4-FFF2-40B4-BE49-F238E27FC236}">
                <a16:creationId xmlns:a16="http://schemas.microsoft.com/office/drawing/2014/main" id="{BD0A553A-5745-96E1-186C-7D887F4F0290}"/>
              </a:ext>
            </a:extLst>
          </p:cNvPr>
          <p:cNvSpPr txBox="1">
            <a:spLocks noChangeArrowheads="1"/>
          </p:cNvSpPr>
          <p:nvPr/>
        </p:nvSpPr>
        <p:spPr bwMode="auto">
          <a:xfrm>
            <a:off x="533400" y="4572000"/>
            <a:ext cx="79248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Resonance structures have the </a:t>
            </a:r>
            <a:r>
              <a:rPr lang="en-US" altLang="en-US" i="1"/>
              <a:t>same relative placement of atoms but different locations of bonding and lone electron pairs.</a:t>
            </a:r>
            <a:endParaRPr lang="en-US" altLang="en-US"/>
          </a:p>
        </p:txBody>
      </p:sp>
      <p:graphicFrame>
        <p:nvGraphicFramePr>
          <p:cNvPr id="94215" name="Object 7">
            <a:extLst>
              <a:ext uri="{FF2B5EF4-FFF2-40B4-BE49-F238E27FC236}">
                <a16:creationId xmlns:a16="http://schemas.microsoft.com/office/drawing/2014/main" id="{D22AFC6A-5BC0-11B1-F39D-9CB11A55A2B2}"/>
              </a:ext>
            </a:extLst>
          </p:cNvPr>
          <p:cNvGraphicFramePr>
            <a:graphicFrameLocks noChangeAspect="1"/>
          </p:cNvGraphicFramePr>
          <p:nvPr/>
        </p:nvGraphicFramePr>
        <p:xfrm>
          <a:off x="1905000" y="2819400"/>
          <a:ext cx="4648200" cy="1547813"/>
        </p:xfrm>
        <a:graphic>
          <a:graphicData uri="http://schemas.openxmlformats.org/presentationml/2006/ole">
            <mc:AlternateContent xmlns:mc="http://schemas.openxmlformats.org/markup-compatibility/2006">
              <mc:Choice xmlns:v="urn:schemas-microsoft-com:vml" Requires="v">
                <p:oleObj r:id="rId2" imgW="2692400" imgH="901700" progId="">
                  <p:embed/>
                </p:oleObj>
              </mc:Choice>
              <mc:Fallback>
                <p:oleObj r:id="rId2" imgW="2692400" imgH="901700" progId="">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819400"/>
                        <a:ext cx="4648200" cy="1547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 name="Text Box 8">
            <a:extLst>
              <a:ext uri="{FF2B5EF4-FFF2-40B4-BE49-F238E27FC236}">
                <a16:creationId xmlns:a16="http://schemas.microsoft.com/office/drawing/2014/main" id="{76C46A82-BC4E-1568-C9B1-B07CBAFD41BC}"/>
              </a:ext>
            </a:extLst>
          </p:cNvPr>
          <p:cNvSpPr txBox="1">
            <a:spLocks noChangeArrowheads="1"/>
          </p:cNvSpPr>
          <p:nvPr/>
        </p:nvSpPr>
        <p:spPr bwMode="auto">
          <a:xfrm>
            <a:off x="609600" y="1371600"/>
            <a:ext cx="7924800" cy="127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The structure of O</a:t>
            </a:r>
            <a:r>
              <a:rPr lang="en-US" altLang="en-US" baseline="-25000"/>
              <a:t>3</a:t>
            </a:r>
            <a:r>
              <a:rPr lang="en-US" altLang="en-US"/>
              <a:t> is shown more correctly using both Lewis structures, called </a:t>
            </a:r>
            <a:r>
              <a:rPr lang="en-US" altLang="en-US" b="1" i="1"/>
              <a:t>resonance structures</a:t>
            </a:r>
            <a:r>
              <a:rPr lang="en-US" altLang="en-US"/>
              <a:t>. </a:t>
            </a:r>
          </a:p>
          <a:p>
            <a:pPr>
              <a:spcBef>
                <a:spcPct val="50000"/>
              </a:spcBef>
            </a:pPr>
            <a:r>
              <a:rPr lang="en-US" altLang="en-US" sz="2000"/>
              <a:t>A two-headed resonance arrow is placed between them.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94215"/>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grpId="0" nodeType="afterEffect">
                                  <p:stCondLst>
                                    <p:cond delay="1000"/>
                                  </p:stCondLst>
                                  <p:childTnLst>
                                    <p:set>
                                      <p:cBhvr>
                                        <p:cTn id="12" dur="1" fill="hold">
                                          <p:stCondLst>
                                            <p:cond delay="0"/>
                                          </p:stCondLst>
                                        </p:cTn>
                                        <p:tgtEl>
                                          <p:spTgt spid="327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6" grpId="0"/>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a:extLst>
              <a:ext uri="{FF2B5EF4-FFF2-40B4-BE49-F238E27FC236}">
                <a16:creationId xmlns:a16="http://schemas.microsoft.com/office/drawing/2014/main" id="{0C388899-9E02-5A81-EDF4-22931CD38396}"/>
              </a:ext>
            </a:extLst>
          </p:cNvPr>
          <p:cNvSpPr txBox="1">
            <a:spLocks noChangeArrowheads="1"/>
          </p:cNvSpPr>
          <p:nvPr/>
        </p:nvSpPr>
        <p:spPr bwMode="auto">
          <a:xfrm>
            <a:off x="2057400" y="609600"/>
            <a:ext cx="4876800" cy="519113"/>
          </a:xfrm>
          <a:prstGeom prst="rect">
            <a:avLst/>
          </a:prstGeom>
          <a:gradFill rotWithShape="1">
            <a:gsLst>
              <a:gs pos="0">
                <a:srgbClr val="990000">
                  <a:alpha val="35001"/>
                </a:srgbClr>
              </a:gs>
              <a:gs pos="100000">
                <a:srgbClr val="47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800" b="1"/>
              <a:t>The Resonance Hybrid</a:t>
            </a:r>
          </a:p>
        </p:txBody>
      </p:sp>
      <p:sp>
        <p:nvSpPr>
          <p:cNvPr id="32776" name="Text Box 8">
            <a:extLst>
              <a:ext uri="{FF2B5EF4-FFF2-40B4-BE49-F238E27FC236}">
                <a16:creationId xmlns:a16="http://schemas.microsoft.com/office/drawing/2014/main" id="{981EAA0F-0D01-86B8-8407-199CC685ED7C}"/>
              </a:ext>
            </a:extLst>
          </p:cNvPr>
          <p:cNvSpPr txBox="1">
            <a:spLocks noChangeArrowheads="1"/>
          </p:cNvSpPr>
          <p:nvPr/>
        </p:nvSpPr>
        <p:spPr bwMode="auto">
          <a:xfrm>
            <a:off x="685800" y="2667000"/>
            <a:ext cx="7924800"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a:t>Resonance forms </a:t>
            </a:r>
            <a:r>
              <a:rPr lang="en-US" altLang="en-US" b="1" i="1"/>
              <a:t>are not real bonding depictions</a:t>
            </a:r>
            <a:r>
              <a:rPr lang="en-US" altLang="en-US"/>
              <a:t>. </a:t>
            </a:r>
          </a:p>
          <a:p>
            <a:pPr>
              <a:spcBef>
                <a:spcPct val="10000"/>
              </a:spcBef>
            </a:pPr>
            <a:r>
              <a:rPr lang="en-US" altLang="en-US"/>
              <a:t>O</a:t>
            </a:r>
            <a:r>
              <a:rPr lang="en-US" altLang="en-US" baseline="-25000"/>
              <a:t>3</a:t>
            </a:r>
            <a:r>
              <a:rPr lang="en-US" altLang="en-US"/>
              <a:t> does </a:t>
            </a:r>
            <a:r>
              <a:rPr lang="en-US" altLang="en-US" b="1" i="1"/>
              <a:t>not</a:t>
            </a:r>
            <a:r>
              <a:rPr lang="en-US" altLang="en-US"/>
              <a:t> change back and forth between its two resonance forms.</a:t>
            </a:r>
            <a:endParaRPr lang="en-US" altLang="en-US" sz="2000"/>
          </a:p>
        </p:txBody>
      </p:sp>
      <p:sp>
        <p:nvSpPr>
          <p:cNvPr id="2" name="Text Box 8">
            <a:extLst>
              <a:ext uri="{FF2B5EF4-FFF2-40B4-BE49-F238E27FC236}">
                <a16:creationId xmlns:a16="http://schemas.microsoft.com/office/drawing/2014/main" id="{29BED377-A8BB-7A8B-749C-4FCEF385E7B0}"/>
              </a:ext>
            </a:extLst>
          </p:cNvPr>
          <p:cNvSpPr txBox="1">
            <a:spLocks noChangeArrowheads="1"/>
          </p:cNvSpPr>
          <p:nvPr/>
        </p:nvSpPr>
        <p:spPr bwMode="auto">
          <a:xfrm>
            <a:off x="685800" y="1447800"/>
            <a:ext cx="7924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A species like O</a:t>
            </a:r>
            <a:r>
              <a:rPr lang="en-US" altLang="en-US" baseline="-25000"/>
              <a:t>3</a:t>
            </a:r>
            <a:r>
              <a:rPr lang="en-US" altLang="en-US"/>
              <a:t>, which can be depicted by more than one valid Lewis structure, is best represented as a </a:t>
            </a:r>
            <a:r>
              <a:rPr lang="en-US" altLang="en-US" b="1" i="1"/>
              <a:t>resonance hybrid</a:t>
            </a:r>
            <a:r>
              <a:rPr lang="en-US" altLang="en-US"/>
              <a:t>.</a:t>
            </a:r>
            <a:endParaRPr lang="en-US" altLang="en-US" sz="2000"/>
          </a:p>
        </p:txBody>
      </p:sp>
      <p:sp>
        <p:nvSpPr>
          <p:cNvPr id="3" name="Text Box 8">
            <a:extLst>
              <a:ext uri="{FF2B5EF4-FFF2-40B4-BE49-F238E27FC236}">
                <a16:creationId xmlns:a16="http://schemas.microsoft.com/office/drawing/2014/main" id="{5A877D9C-779F-C6EE-8429-78BE7CE06201}"/>
              </a:ext>
            </a:extLst>
          </p:cNvPr>
          <p:cNvSpPr txBox="1">
            <a:spLocks noChangeArrowheads="1"/>
          </p:cNvSpPr>
          <p:nvPr/>
        </p:nvSpPr>
        <p:spPr bwMode="auto">
          <a:xfrm>
            <a:off x="685800" y="4114800"/>
            <a:ext cx="7924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The </a:t>
            </a:r>
            <a:r>
              <a:rPr lang="en-US" altLang="en-US" b="1" i="1"/>
              <a:t>real structure</a:t>
            </a:r>
            <a:r>
              <a:rPr lang="en-US" altLang="en-US"/>
              <a:t> of the resonance hybrid for O</a:t>
            </a:r>
            <a:r>
              <a:rPr lang="en-US" altLang="en-US" baseline="-25000"/>
              <a:t>3</a:t>
            </a:r>
            <a:r>
              <a:rPr lang="en-US" altLang="en-US"/>
              <a:t> is an </a:t>
            </a:r>
            <a:r>
              <a:rPr lang="en-US" altLang="en-US" b="1" i="1"/>
              <a:t>average</a:t>
            </a:r>
            <a:r>
              <a:rPr lang="en-US" altLang="en-US"/>
              <a:t> of its contributing resonance forms.</a:t>
            </a:r>
            <a:endParaRPr lang="en-US" altLang="en-US" sz="2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1500"/>
                                  </p:stCondLst>
                                  <p:childTnLst>
                                    <p:set>
                                      <p:cBhvr>
                                        <p:cTn id="9" dur="1" fill="hold">
                                          <p:stCondLst>
                                            <p:cond delay="0"/>
                                          </p:stCondLst>
                                        </p:cTn>
                                        <p:tgtEl>
                                          <p:spTgt spid="32776"/>
                                        </p:tgtEl>
                                        <p:attrNameLst>
                                          <p:attrName>style.visibility</p:attrName>
                                        </p:attrNameLst>
                                      </p:cBhvr>
                                      <p:to>
                                        <p:strVal val="visible"/>
                                      </p:to>
                                    </p:set>
                                  </p:childTnLst>
                                </p:cTn>
                              </p:par>
                            </p:childTnLst>
                          </p:cTn>
                        </p:par>
                        <p:par>
                          <p:cTn id="10" fill="hold" nodeType="afterGroup">
                            <p:stCondLst>
                              <p:cond delay="1500"/>
                            </p:stCondLst>
                            <p:childTnLst>
                              <p:par>
                                <p:cTn id="11" presetID="1" presetClass="entr" presetSubtype="0" fill="hold" grpId="0" nodeType="afterEffect">
                                  <p:stCondLst>
                                    <p:cond delay="150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6" grpId="0"/>
      <p:bldP spid="2"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5" descr="01.jpg">
            <a:extLst>
              <a:ext uri="{FF2B5EF4-FFF2-40B4-BE49-F238E27FC236}">
                <a16:creationId xmlns:a16="http://schemas.microsoft.com/office/drawing/2014/main" id="{73636DE0-3CC7-4E17-0C73-694DBE988F6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533400"/>
            <a:ext cx="3454400" cy="427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Text Box 5">
            <a:extLst>
              <a:ext uri="{FF2B5EF4-FFF2-40B4-BE49-F238E27FC236}">
                <a16:creationId xmlns:a16="http://schemas.microsoft.com/office/drawing/2014/main" id="{95C0854F-B170-BBBB-907A-3D2C077EC55F}"/>
              </a:ext>
            </a:extLst>
          </p:cNvPr>
          <p:cNvSpPr txBox="1">
            <a:spLocks noChangeArrowheads="1"/>
          </p:cNvSpPr>
          <p:nvPr/>
        </p:nvSpPr>
        <p:spPr bwMode="auto">
          <a:xfrm>
            <a:off x="838200" y="5029200"/>
            <a:ext cx="76962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A mule is a genetic mix, a hybrid, of a horse and a donkey. It is not a horse one instant and a donkey the next. Likewise, a resonance hybrid has a </a:t>
            </a:r>
            <a:r>
              <a:rPr lang="en-US" altLang="en-US" sz="2000" b="1"/>
              <a:t>single </a:t>
            </a:r>
            <a:r>
              <a:rPr lang="en-US" altLang="en-US" sz="2000"/>
              <a:t>structure although it retains characteristics of its resonance forms.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a:extLst>
              <a:ext uri="{FF2B5EF4-FFF2-40B4-BE49-F238E27FC236}">
                <a16:creationId xmlns:a16="http://schemas.microsoft.com/office/drawing/2014/main" id="{48DF2D54-711E-C89B-BB8A-E3742F647065}"/>
              </a:ext>
            </a:extLst>
          </p:cNvPr>
          <p:cNvSpPr txBox="1">
            <a:spLocks noChangeArrowheads="1"/>
          </p:cNvSpPr>
          <p:nvPr/>
        </p:nvSpPr>
        <p:spPr bwMode="auto">
          <a:xfrm>
            <a:off x="2057400" y="609600"/>
            <a:ext cx="4876800" cy="519113"/>
          </a:xfrm>
          <a:prstGeom prst="rect">
            <a:avLst/>
          </a:prstGeom>
          <a:gradFill rotWithShape="1">
            <a:gsLst>
              <a:gs pos="0">
                <a:srgbClr val="990000">
                  <a:alpha val="35001"/>
                </a:srgbClr>
              </a:gs>
              <a:gs pos="100000">
                <a:srgbClr val="47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800" b="1"/>
              <a:t>Electron Delocalization</a:t>
            </a:r>
          </a:p>
        </p:txBody>
      </p:sp>
      <p:sp>
        <p:nvSpPr>
          <p:cNvPr id="96261" name="Text Box 5">
            <a:extLst>
              <a:ext uri="{FF2B5EF4-FFF2-40B4-BE49-F238E27FC236}">
                <a16:creationId xmlns:a16="http://schemas.microsoft.com/office/drawing/2014/main" id="{F597CAA0-0DDA-1B0C-1F8F-A3994459ABD8}"/>
              </a:ext>
            </a:extLst>
          </p:cNvPr>
          <p:cNvSpPr txBox="1">
            <a:spLocks noChangeArrowheads="1"/>
          </p:cNvSpPr>
          <p:nvPr/>
        </p:nvSpPr>
        <p:spPr bwMode="auto">
          <a:xfrm>
            <a:off x="533400" y="1524000"/>
            <a:ext cx="82296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Lewis structures depict electrons as </a:t>
            </a:r>
            <a:r>
              <a:rPr lang="en-US" altLang="en-US" b="1" i="1"/>
              <a:t>localized</a:t>
            </a:r>
            <a:r>
              <a:rPr lang="en-US" altLang="en-US"/>
              <a:t> either on an individual atom (lone pairs) or in a bond between two atoms (shared pair).</a:t>
            </a:r>
          </a:p>
        </p:txBody>
      </p:sp>
      <p:sp>
        <p:nvSpPr>
          <p:cNvPr id="96263" name="Rectangle 7">
            <a:extLst>
              <a:ext uri="{FF2B5EF4-FFF2-40B4-BE49-F238E27FC236}">
                <a16:creationId xmlns:a16="http://schemas.microsoft.com/office/drawing/2014/main" id="{1CCE2DCA-5913-EF88-ECF0-400EFA9E3246}"/>
              </a:ext>
            </a:extLst>
          </p:cNvPr>
          <p:cNvSpPr>
            <a:spLocks noChangeArrowheads="1"/>
          </p:cNvSpPr>
          <p:nvPr/>
        </p:nvSpPr>
        <p:spPr bwMode="auto">
          <a:xfrm>
            <a:off x="533400" y="2971800"/>
            <a:ext cx="8382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In a resonance hybrid, electrons are </a:t>
            </a:r>
            <a:r>
              <a:rPr lang="en-US" altLang="en-US" b="1" i="1"/>
              <a:t>delocalized</a:t>
            </a:r>
            <a:r>
              <a:rPr lang="en-US" altLang="en-US"/>
              <a:t>: their density is </a:t>
            </a:r>
            <a:r>
              <a:rPr lang="ja-JP" altLang="en-US"/>
              <a:t>“</a:t>
            </a:r>
            <a:r>
              <a:rPr lang="en-US" altLang="ja-JP"/>
              <a:t>spread</a:t>
            </a:r>
            <a:r>
              <a:rPr lang="ja-JP" altLang="en-US"/>
              <a:t>”</a:t>
            </a:r>
            <a:r>
              <a:rPr lang="en-US" altLang="ja-JP"/>
              <a:t> over a few adjacent atoms.</a:t>
            </a:r>
            <a:endParaRPr lang="en-US" altLang="en-US"/>
          </a:p>
        </p:txBody>
      </p:sp>
      <p:graphicFrame>
        <p:nvGraphicFramePr>
          <p:cNvPr id="96267" name="Object 11">
            <a:extLst>
              <a:ext uri="{FF2B5EF4-FFF2-40B4-BE49-F238E27FC236}">
                <a16:creationId xmlns:a16="http://schemas.microsoft.com/office/drawing/2014/main" id="{C85D3CE0-A592-501E-F2D3-08042D2E9152}"/>
              </a:ext>
            </a:extLst>
          </p:cNvPr>
          <p:cNvGraphicFramePr>
            <a:graphicFrameLocks noChangeAspect="1"/>
          </p:cNvGraphicFramePr>
          <p:nvPr/>
        </p:nvGraphicFramePr>
        <p:xfrm>
          <a:off x="2743200" y="4114800"/>
          <a:ext cx="3657600" cy="1565275"/>
        </p:xfrm>
        <a:graphic>
          <a:graphicData uri="http://schemas.openxmlformats.org/presentationml/2006/ole">
            <mc:AlternateContent xmlns:mc="http://schemas.openxmlformats.org/markup-compatibility/2006">
              <mc:Choice xmlns:v="urn:schemas-microsoft-com:vml" Requires="v">
                <p:oleObj r:id="rId2" imgW="2095500" imgH="901700" progId="">
                  <p:embed/>
                </p:oleObj>
              </mc:Choice>
              <mc:Fallback>
                <p:oleObj r:id="rId2" imgW="2095500" imgH="901700" progId="">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4114800"/>
                        <a:ext cx="3657600" cy="156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96261"/>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grpId="0" nodeType="afterEffect">
                                  <p:stCondLst>
                                    <p:cond delay="1000"/>
                                  </p:stCondLst>
                                  <p:childTnLst>
                                    <p:set>
                                      <p:cBhvr>
                                        <p:cTn id="9" dur="1" fill="hold">
                                          <p:stCondLst>
                                            <p:cond delay="0"/>
                                          </p:stCondLst>
                                        </p:cTn>
                                        <p:tgtEl>
                                          <p:spTgt spid="96263"/>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962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1" grpId="0"/>
      <p:bldP spid="9626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a:extLst>
              <a:ext uri="{FF2B5EF4-FFF2-40B4-BE49-F238E27FC236}">
                <a16:creationId xmlns:a16="http://schemas.microsoft.com/office/drawing/2014/main" id="{15AD8248-A164-8EE4-B318-383C313EECCB}"/>
              </a:ext>
            </a:extLst>
          </p:cNvPr>
          <p:cNvSpPr txBox="1">
            <a:spLocks noChangeArrowheads="1"/>
          </p:cNvSpPr>
          <p:nvPr/>
        </p:nvSpPr>
        <p:spPr bwMode="auto">
          <a:xfrm>
            <a:off x="2057400" y="609600"/>
            <a:ext cx="4876800" cy="519113"/>
          </a:xfrm>
          <a:prstGeom prst="rect">
            <a:avLst/>
          </a:prstGeom>
          <a:gradFill rotWithShape="1">
            <a:gsLst>
              <a:gs pos="0">
                <a:srgbClr val="990000">
                  <a:alpha val="35001"/>
                </a:srgbClr>
              </a:gs>
              <a:gs pos="100000">
                <a:srgbClr val="47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800" b="1"/>
              <a:t>Fractional Bond Orders</a:t>
            </a:r>
          </a:p>
        </p:txBody>
      </p:sp>
      <p:sp>
        <p:nvSpPr>
          <p:cNvPr id="97285" name="Text Box 5">
            <a:extLst>
              <a:ext uri="{FF2B5EF4-FFF2-40B4-BE49-F238E27FC236}">
                <a16:creationId xmlns:a16="http://schemas.microsoft.com/office/drawing/2014/main" id="{EAE87B70-209F-22CB-2F38-5AC522751192}"/>
              </a:ext>
            </a:extLst>
          </p:cNvPr>
          <p:cNvSpPr txBox="1">
            <a:spLocks noChangeArrowheads="1"/>
          </p:cNvSpPr>
          <p:nvPr/>
        </p:nvSpPr>
        <p:spPr bwMode="auto">
          <a:xfrm>
            <a:off x="457200" y="1447800"/>
            <a:ext cx="8077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Resonance structures often have </a:t>
            </a:r>
            <a:r>
              <a:rPr lang="en-US" altLang="en-US" b="1" i="1"/>
              <a:t>fractional bond orders</a:t>
            </a:r>
            <a:r>
              <a:rPr lang="en-US" altLang="en-US"/>
              <a:t> due to partial bonding.</a:t>
            </a:r>
            <a:endParaRPr lang="en-US" altLang="en-US" b="1" i="1"/>
          </a:p>
        </p:txBody>
      </p:sp>
      <p:grpSp>
        <p:nvGrpSpPr>
          <p:cNvPr id="2" name="Group 11">
            <a:extLst>
              <a:ext uri="{FF2B5EF4-FFF2-40B4-BE49-F238E27FC236}">
                <a16:creationId xmlns:a16="http://schemas.microsoft.com/office/drawing/2014/main" id="{C63C70FA-B964-4D99-6CA2-A787E17C0B60}"/>
              </a:ext>
            </a:extLst>
          </p:cNvPr>
          <p:cNvGrpSpPr>
            <a:grpSpLocks/>
          </p:cNvGrpSpPr>
          <p:nvPr/>
        </p:nvGrpSpPr>
        <p:grpSpPr bwMode="auto">
          <a:xfrm>
            <a:off x="457200" y="2667000"/>
            <a:ext cx="6889750" cy="858838"/>
            <a:chOff x="384" y="1680"/>
            <a:chExt cx="4340" cy="541"/>
          </a:xfrm>
        </p:grpSpPr>
        <p:grpSp>
          <p:nvGrpSpPr>
            <p:cNvPr id="31750" name="Group 8">
              <a:extLst>
                <a:ext uri="{FF2B5EF4-FFF2-40B4-BE49-F238E27FC236}">
                  <a16:creationId xmlns:a16="http://schemas.microsoft.com/office/drawing/2014/main" id="{CB060313-BE4C-95C8-CE53-1C8511E1012F}"/>
                </a:ext>
              </a:extLst>
            </p:cNvPr>
            <p:cNvGrpSpPr>
              <a:grpSpLocks/>
            </p:cNvGrpSpPr>
            <p:nvPr/>
          </p:nvGrpSpPr>
          <p:grpSpPr bwMode="auto">
            <a:xfrm>
              <a:off x="2256" y="1680"/>
              <a:ext cx="1879" cy="541"/>
              <a:chOff x="1152" y="2400"/>
              <a:chExt cx="1879" cy="541"/>
            </a:xfrm>
          </p:grpSpPr>
          <p:sp>
            <p:nvSpPr>
              <p:cNvPr id="31753" name="Text Box 6">
                <a:extLst>
                  <a:ext uri="{FF2B5EF4-FFF2-40B4-BE49-F238E27FC236}">
                    <a16:creationId xmlns:a16="http://schemas.microsoft.com/office/drawing/2014/main" id="{B63648DC-C17B-477E-0225-7C4004DEC6AB}"/>
                  </a:ext>
                </a:extLst>
              </p:cNvPr>
              <p:cNvSpPr txBox="1">
                <a:spLocks noChangeArrowheads="1"/>
              </p:cNvSpPr>
              <p:nvPr/>
            </p:nvSpPr>
            <p:spPr bwMode="auto">
              <a:xfrm>
                <a:off x="1152" y="2400"/>
                <a:ext cx="1879" cy="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a:t>   3 electron pairs</a:t>
                </a:r>
              </a:p>
              <a:p>
                <a:pPr>
                  <a:spcBef>
                    <a:spcPct val="10000"/>
                  </a:spcBef>
                </a:pPr>
                <a:r>
                  <a:rPr lang="en-US" altLang="en-US"/>
                  <a:t>2 bonded-atom pairs</a:t>
                </a:r>
              </a:p>
            </p:txBody>
          </p:sp>
          <p:sp>
            <p:nvSpPr>
              <p:cNvPr id="31754" name="Line 7">
                <a:extLst>
                  <a:ext uri="{FF2B5EF4-FFF2-40B4-BE49-F238E27FC236}">
                    <a16:creationId xmlns:a16="http://schemas.microsoft.com/office/drawing/2014/main" id="{AC6604E5-6C89-D526-CFAB-30C3AD0A467E}"/>
                  </a:ext>
                </a:extLst>
              </p:cNvPr>
              <p:cNvSpPr>
                <a:spLocks noChangeShapeType="1"/>
              </p:cNvSpPr>
              <p:nvPr/>
            </p:nvSpPr>
            <p:spPr bwMode="auto">
              <a:xfrm>
                <a:off x="1200" y="2688"/>
                <a:ext cx="16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grpSp>
        <p:sp>
          <p:nvSpPr>
            <p:cNvPr id="31751" name="Text Box 9">
              <a:extLst>
                <a:ext uri="{FF2B5EF4-FFF2-40B4-BE49-F238E27FC236}">
                  <a16:creationId xmlns:a16="http://schemas.microsoft.com/office/drawing/2014/main" id="{D3AD06A2-DA57-7E4C-AA99-D78443D4DCCB}"/>
                </a:ext>
              </a:extLst>
            </p:cNvPr>
            <p:cNvSpPr txBox="1">
              <a:spLocks noChangeArrowheads="1"/>
            </p:cNvSpPr>
            <p:nvPr/>
          </p:nvSpPr>
          <p:spPr bwMode="auto">
            <a:xfrm>
              <a:off x="384" y="1807"/>
              <a:ext cx="18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For O</a:t>
              </a:r>
              <a:r>
                <a:rPr lang="en-US" altLang="en-US" baseline="-25000"/>
                <a:t>3</a:t>
              </a:r>
              <a:r>
                <a:rPr lang="en-US" altLang="en-US"/>
                <a:t>, bond order =</a:t>
              </a:r>
            </a:p>
          </p:txBody>
        </p:sp>
        <p:sp>
          <p:nvSpPr>
            <p:cNvPr id="31752" name="Text Box 10">
              <a:extLst>
                <a:ext uri="{FF2B5EF4-FFF2-40B4-BE49-F238E27FC236}">
                  <a16:creationId xmlns:a16="http://schemas.microsoft.com/office/drawing/2014/main" id="{7A530700-5F63-F2DA-588C-56DDC8EE8CC3}"/>
                </a:ext>
              </a:extLst>
            </p:cNvPr>
            <p:cNvSpPr txBox="1">
              <a:spLocks noChangeArrowheads="1"/>
            </p:cNvSpPr>
            <p:nvPr/>
          </p:nvSpPr>
          <p:spPr bwMode="auto">
            <a:xfrm>
              <a:off x="4176" y="1806"/>
              <a:ext cx="5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 1½</a:t>
              </a:r>
            </a:p>
          </p:txBody>
        </p:sp>
      </p:grpSp>
      <p:graphicFrame>
        <p:nvGraphicFramePr>
          <p:cNvPr id="97302" name="Object 22">
            <a:extLst>
              <a:ext uri="{FF2B5EF4-FFF2-40B4-BE49-F238E27FC236}">
                <a16:creationId xmlns:a16="http://schemas.microsoft.com/office/drawing/2014/main" id="{EC2A4CF5-0BE8-2155-0ACC-652BCF3AD1CF}"/>
              </a:ext>
            </a:extLst>
          </p:cNvPr>
          <p:cNvGraphicFramePr>
            <a:graphicFrameLocks noChangeAspect="1"/>
          </p:cNvGraphicFramePr>
          <p:nvPr/>
        </p:nvGraphicFramePr>
        <p:xfrm>
          <a:off x="3200400" y="3886200"/>
          <a:ext cx="1600200" cy="844550"/>
        </p:xfrm>
        <a:graphic>
          <a:graphicData uri="http://schemas.openxmlformats.org/presentationml/2006/ole">
            <mc:AlternateContent xmlns:mc="http://schemas.openxmlformats.org/markup-compatibility/2006">
              <mc:Choice xmlns:v="urn:schemas-microsoft-com:vml" Requires="v">
                <p:oleObj r:id="rId2" imgW="939800" imgH="495300" progId="">
                  <p:embed/>
                </p:oleObj>
              </mc:Choice>
              <mc:Fallback>
                <p:oleObj r:id="rId2" imgW="939800" imgH="495300" progId="">
                  <p:embed/>
                  <p:pic>
                    <p:nvPicPr>
                      <p:cNvPr id="0"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3886200"/>
                        <a:ext cx="1600200" cy="844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97285"/>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2"/>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973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a:extLst>
              <a:ext uri="{FF2B5EF4-FFF2-40B4-BE49-F238E27FC236}">
                <a16:creationId xmlns:a16="http://schemas.microsoft.com/office/drawing/2014/main" id="{9CBF552D-0FA4-1ECC-2A84-FE75F8C5B903}"/>
              </a:ext>
            </a:extLst>
          </p:cNvPr>
          <p:cNvSpPr txBox="1">
            <a:spLocks noChangeArrowheads="1"/>
          </p:cNvSpPr>
          <p:nvPr/>
        </p:nvSpPr>
        <p:spPr bwMode="auto">
          <a:xfrm>
            <a:off x="609600" y="533400"/>
            <a:ext cx="28956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Sample Problem 10.4</a:t>
            </a:r>
          </a:p>
        </p:txBody>
      </p:sp>
      <p:sp>
        <p:nvSpPr>
          <p:cNvPr id="32771" name="Text Box 3">
            <a:extLst>
              <a:ext uri="{FF2B5EF4-FFF2-40B4-BE49-F238E27FC236}">
                <a16:creationId xmlns:a16="http://schemas.microsoft.com/office/drawing/2014/main" id="{BA343628-4A2F-28E2-BB44-DA78681C541A}"/>
              </a:ext>
            </a:extLst>
          </p:cNvPr>
          <p:cNvSpPr txBox="1">
            <a:spLocks noChangeArrowheads="1"/>
          </p:cNvSpPr>
          <p:nvPr/>
        </p:nvSpPr>
        <p:spPr bwMode="auto">
          <a:xfrm>
            <a:off x="3810000" y="533400"/>
            <a:ext cx="4038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Writing Resonance Structures</a:t>
            </a:r>
          </a:p>
        </p:txBody>
      </p:sp>
      <p:sp>
        <p:nvSpPr>
          <p:cNvPr id="19461" name="Text Box 5">
            <a:extLst>
              <a:ext uri="{FF2B5EF4-FFF2-40B4-BE49-F238E27FC236}">
                <a16:creationId xmlns:a16="http://schemas.microsoft.com/office/drawing/2014/main" id="{C0F9D9E2-7648-78AB-8187-E8DDEEA9EC15}"/>
              </a:ext>
            </a:extLst>
          </p:cNvPr>
          <p:cNvSpPr txBox="1">
            <a:spLocks noChangeArrowheads="1"/>
          </p:cNvSpPr>
          <p:nvPr/>
        </p:nvSpPr>
        <p:spPr bwMode="auto">
          <a:xfrm>
            <a:off x="381000" y="3657600"/>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SOLUTION:</a:t>
            </a:r>
          </a:p>
        </p:txBody>
      </p:sp>
      <p:grpSp>
        <p:nvGrpSpPr>
          <p:cNvPr id="32773" name="Group 33">
            <a:extLst>
              <a:ext uri="{FF2B5EF4-FFF2-40B4-BE49-F238E27FC236}">
                <a16:creationId xmlns:a16="http://schemas.microsoft.com/office/drawing/2014/main" id="{BB423ACC-16E5-42AD-6D46-515B51CF6215}"/>
              </a:ext>
            </a:extLst>
          </p:cNvPr>
          <p:cNvGrpSpPr>
            <a:grpSpLocks/>
          </p:cNvGrpSpPr>
          <p:nvPr/>
        </p:nvGrpSpPr>
        <p:grpSpPr bwMode="auto">
          <a:xfrm>
            <a:off x="381000" y="1219200"/>
            <a:ext cx="8077200" cy="701675"/>
            <a:chOff x="240" y="816"/>
            <a:chExt cx="5088" cy="442"/>
          </a:xfrm>
        </p:grpSpPr>
        <p:sp>
          <p:nvSpPr>
            <p:cNvPr id="32780" name="Text Box 7">
              <a:extLst>
                <a:ext uri="{FF2B5EF4-FFF2-40B4-BE49-F238E27FC236}">
                  <a16:creationId xmlns:a16="http://schemas.microsoft.com/office/drawing/2014/main" id="{734EBD2D-5D37-E903-E56A-87F15A2D8D0D}"/>
                </a:ext>
              </a:extLst>
            </p:cNvPr>
            <p:cNvSpPr txBox="1">
              <a:spLocks noChangeArrowheads="1"/>
            </p:cNvSpPr>
            <p:nvPr/>
          </p:nvSpPr>
          <p:spPr bwMode="auto">
            <a:xfrm>
              <a:off x="240" y="816"/>
              <a:ext cx="10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PROBLEM:</a:t>
              </a:r>
            </a:p>
          </p:txBody>
        </p:sp>
        <p:sp>
          <p:nvSpPr>
            <p:cNvPr id="32781" name="Text Box 8">
              <a:extLst>
                <a:ext uri="{FF2B5EF4-FFF2-40B4-BE49-F238E27FC236}">
                  <a16:creationId xmlns:a16="http://schemas.microsoft.com/office/drawing/2014/main" id="{20F24B13-2E84-DB23-C270-A21420DB44CA}"/>
                </a:ext>
              </a:extLst>
            </p:cNvPr>
            <p:cNvSpPr txBox="1">
              <a:spLocks noChangeArrowheads="1"/>
            </p:cNvSpPr>
            <p:nvPr/>
          </p:nvSpPr>
          <p:spPr bwMode="auto">
            <a:xfrm>
              <a:off x="1152" y="816"/>
              <a:ext cx="417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Write resonance structures for the nitrate ion, NO</a:t>
              </a:r>
              <a:r>
                <a:rPr lang="en-US" altLang="en-US" sz="2000" baseline="-25000"/>
                <a:t>3</a:t>
              </a:r>
              <a:r>
                <a:rPr lang="en-US" altLang="en-US" sz="2000" baseline="30000">
                  <a:cs typeface="Arial" panose="020B0604020202020204" pitchFamily="34" charset="0"/>
                </a:rPr>
                <a:t>−</a:t>
              </a:r>
              <a:r>
                <a:rPr lang="en-US" altLang="en-US" sz="2000">
                  <a:cs typeface="Arial" panose="020B0604020202020204" pitchFamily="34" charset="0"/>
                </a:rPr>
                <a:t>,</a:t>
              </a:r>
              <a:r>
                <a:rPr lang="en-US" altLang="en-US" sz="2000"/>
                <a:t> and find the bond order.</a:t>
              </a:r>
            </a:p>
          </p:txBody>
        </p:sp>
      </p:grpSp>
      <p:sp>
        <p:nvSpPr>
          <p:cNvPr id="19468" name="Text Box 12">
            <a:extLst>
              <a:ext uri="{FF2B5EF4-FFF2-40B4-BE49-F238E27FC236}">
                <a16:creationId xmlns:a16="http://schemas.microsoft.com/office/drawing/2014/main" id="{8F3F7B58-743D-BFC7-9F66-15CB8149C694}"/>
              </a:ext>
            </a:extLst>
          </p:cNvPr>
          <p:cNvSpPr txBox="1">
            <a:spLocks noChangeArrowheads="1"/>
          </p:cNvSpPr>
          <p:nvPr/>
        </p:nvSpPr>
        <p:spPr bwMode="auto">
          <a:xfrm>
            <a:off x="381000" y="4038600"/>
            <a:ext cx="7848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Nitrate has [1 x N(5e</a:t>
            </a:r>
            <a:r>
              <a:rPr lang="en-US" altLang="en-US" sz="2000" baseline="30000"/>
              <a:t>–</a:t>
            </a:r>
            <a:r>
              <a:rPr lang="en-US" altLang="en-US" sz="2000"/>
              <a:t>)] + [3 x O(6e</a:t>
            </a:r>
            <a:r>
              <a:rPr lang="en-US" altLang="en-US" sz="2000" baseline="30000"/>
              <a:t>–</a:t>
            </a:r>
            <a:r>
              <a:rPr lang="en-US" altLang="en-US" sz="2000"/>
              <a:t>)] + 1e</a:t>
            </a:r>
            <a:r>
              <a:rPr lang="en-US" altLang="en-US" sz="2000" baseline="30000"/>
              <a:t>–</a:t>
            </a:r>
            <a:r>
              <a:rPr lang="en-US" altLang="en-US" sz="2000"/>
              <a:t>] = 24 valence e</a:t>
            </a:r>
            <a:r>
              <a:rPr lang="en-US" altLang="en-US" sz="2000" baseline="30000"/>
              <a:t>–</a:t>
            </a:r>
            <a:r>
              <a:rPr lang="en-US" altLang="en-US" sz="2000"/>
              <a:t>  </a:t>
            </a:r>
            <a:endParaRPr lang="en-US" altLang="en-US" sz="2000" b="1">
              <a:cs typeface="Arial" panose="020B0604020202020204" pitchFamily="34" charset="0"/>
            </a:endParaRPr>
          </a:p>
        </p:txBody>
      </p:sp>
      <p:grpSp>
        <p:nvGrpSpPr>
          <p:cNvPr id="3" name="Group 34">
            <a:extLst>
              <a:ext uri="{FF2B5EF4-FFF2-40B4-BE49-F238E27FC236}">
                <a16:creationId xmlns:a16="http://schemas.microsoft.com/office/drawing/2014/main" id="{9BFAC404-159D-8127-5EA7-AFC7769B124C}"/>
              </a:ext>
            </a:extLst>
          </p:cNvPr>
          <p:cNvGrpSpPr>
            <a:grpSpLocks/>
          </p:cNvGrpSpPr>
          <p:nvPr/>
        </p:nvGrpSpPr>
        <p:grpSpPr bwMode="auto">
          <a:xfrm>
            <a:off x="381000" y="2041525"/>
            <a:ext cx="8077200" cy="1323975"/>
            <a:chOff x="240" y="1392"/>
            <a:chExt cx="5088" cy="834"/>
          </a:xfrm>
        </p:grpSpPr>
        <p:sp>
          <p:nvSpPr>
            <p:cNvPr id="32778" name="Text Box 4">
              <a:extLst>
                <a:ext uri="{FF2B5EF4-FFF2-40B4-BE49-F238E27FC236}">
                  <a16:creationId xmlns:a16="http://schemas.microsoft.com/office/drawing/2014/main" id="{CFFD4DC3-5E1D-4937-AB83-9A2533E10F48}"/>
                </a:ext>
              </a:extLst>
            </p:cNvPr>
            <p:cNvSpPr txBox="1">
              <a:spLocks noChangeArrowheads="1"/>
            </p:cNvSpPr>
            <p:nvPr/>
          </p:nvSpPr>
          <p:spPr bwMode="auto">
            <a:xfrm>
              <a:off x="240" y="1392"/>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PLAN:</a:t>
              </a:r>
            </a:p>
          </p:txBody>
        </p:sp>
        <p:sp>
          <p:nvSpPr>
            <p:cNvPr id="32779" name="Text Box 8">
              <a:extLst>
                <a:ext uri="{FF2B5EF4-FFF2-40B4-BE49-F238E27FC236}">
                  <a16:creationId xmlns:a16="http://schemas.microsoft.com/office/drawing/2014/main" id="{9335FD01-BD94-3F84-830D-E695EB106AFC}"/>
                </a:ext>
              </a:extLst>
            </p:cNvPr>
            <p:cNvSpPr txBox="1">
              <a:spLocks noChangeArrowheads="1"/>
            </p:cNvSpPr>
            <p:nvPr/>
          </p:nvSpPr>
          <p:spPr bwMode="auto">
            <a:xfrm>
              <a:off x="864" y="1392"/>
              <a:ext cx="4464" cy="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Write the Lewis structure, remembering to add 1e</a:t>
              </a:r>
              <a:r>
                <a:rPr lang="en-US" altLang="en-US" sz="2000" baseline="30000"/>
                <a:t>-</a:t>
              </a:r>
              <a:r>
                <a:rPr lang="en-US" altLang="en-US" sz="2000"/>
                <a:t> to the total number of valence e</a:t>
              </a:r>
              <a:r>
                <a:rPr lang="en-US" altLang="en-US" sz="2000" baseline="30000"/>
                <a:t>-</a:t>
              </a:r>
              <a:r>
                <a:rPr lang="en-US" altLang="en-US" sz="2000"/>
                <a:t> for the -1 charge. We apply Step 5 to form multiple bonds. Since multiple bonds can be formed in more than one location, there are resonance forms.</a:t>
              </a:r>
            </a:p>
          </p:txBody>
        </p:sp>
      </p:grpSp>
      <p:sp>
        <p:nvSpPr>
          <p:cNvPr id="32776" name="Text Box 39">
            <a:extLst>
              <a:ext uri="{FF2B5EF4-FFF2-40B4-BE49-F238E27FC236}">
                <a16:creationId xmlns:a16="http://schemas.microsoft.com/office/drawing/2014/main" id="{F2820F32-24EC-6195-9F90-4D6DECEC31E2}"/>
              </a:ext>
            </a:extLst>
          </p:cNvPr>
          <p:cNvSpPr txBox="1">
            <a:spLocks noChangeArrowheads="1"/>
          </p:cNvSpPr>
          <p:nvPr/>
        </p:nvSpPr>
        <p:spPr bwMode="auto">
          <a:xfrm>
            <a:off x="381000" y="4648200"/>
            <a:ext cx="19446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After Steps 1-4:</a:t>
            </a:r>
          </a:p>
        </p:txBody>
      </p:sp>
      <p:graphicFrame>
        <p:nvGraphicFramePr>
          <p:cNvPr id="32777" name="Object 40">
            <a:extLst>
              <a:ext uri="{FF2B5EF4-FFF2-40B4-BE49-F238E27FC236}">
                <a16:creationId xmlns:a16="http://schemas.microsoft.com/office/drawing/2014/main" id="{4A9C96F5-04D9-401D-734A-6BD6761AAFB8}"/>
              </a:ext>
            </a:extLst>
          </p:cNvPr>
          <p:cNvGraphicFramePr>
            <a:graphicFrameLocks noChangeAspect="1"/>
          </p:cNvGraphicFramePr>
          <p:nvPr/>
        </p:nvGraphicFramePr>
        <p:xfrm>
          <a:off x="3276600" y="4648200"/>
          <a:ext cx="1828800" cy="1500188"/>
        </p:xfrm>
        <a:graphic>
          <a:graphicData uri="http://schemas.openxmlformats.org/presentationml/2006/ole">
            <mc:AlternateContent xmlns:mc="http://schemas.openxmlformats.org/markup-compatibility/2006">
              <mc:Choice xmlns:v="urn:schemas-microsoft-com:vml" Requires="v">
                <p:oleObj r:id="rId3" imgW="1257300" imgH="1028700" progId="">
                  <p:embed/>
                </p:oleObj>
              </mc:Choice>
              <mc:Fallback>
                <p:oleObj r:id="rId3" imgW="1257300" imgH="1028700" progId="">
                  <p:embed/>
                  <p:pic>
                    <p:nvPicPr>
                      <p:cNvPr id="0" name="Object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4648200"/>
                        <a:ext cx="1828800" cy="1500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61"/>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grpId="0" nodeType="afterEffect">
                                  <p:stCondLst>
                                    <p:cond delay="1000"/>
                                  </p:stCondLst>
                                  <p:childTnLst>
                                    <p:set>
                                      <p:cBhvr>
                                        <p:cTn id="13" dur="1" fill="hold">
                                          <p:stCondLst>
                                            <p:cond delay="0"/>
                                          </p:stCondLst>
                                        </p:cTn>
                                        <p:tgtEl>
                                          <p:spTgt spid="194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p:bldP spid="1946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a:extLst>
              <a:ext uri="{FF2B5EF4-FFF2-40B4-BE49-F238E27FC236}">
                <a16:creationId xmlns:a16="http://schemas.microsoft.com/office/drawing/2014/main" id="{ED9981C0-555A-23A4-31EF-11A73A0F4C4B}"/>
              </a:ext>
            </a:extLst>
          </p:cNvPr>
          <p:cNvSpPr txBox="1">
            <a:spLocks noChangeArrowheads="1"/>
          </p:cNvSpPr>
          <p:nvPr/>
        </p:nvSpPr>
        <p:spPr bwMode="auto">
          <a:xfrm>
            <a:off x="609600" y="533400"/>
            <a:ext cx="28956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Sample Problem 10.4</a:t>
            </a:r>
          </a:p>
        </p:txBody>
      </p:sp>
      <p:sp>
        <p:nvSpPr>
          <p:cNvPr id="34819" name="Text Box 15">
            <a:extLst>
              <a:ext uri="{FF2B5EF4-FFF2-40B4-BE49-F238E27FC236}">
                <a16:creationId xmlns:a16="http://schemas.microsoft.com/office/drawing/2014/main" id="{548F0864-CB75-346D-7A32-BC4E74F91FCE}"/>
              </a:ext>
            </a:extLst>
          </p:cNvPr>
          <p:cNvSpPr txBox="1">
            <a:spLocks noChangeArrowheads="1"/>
          </p:cNvSpPr>
          <p:nvPr/>
        </p:nvSpPr>
        <p:spPr bwMode="auto">
          <a:xfrm>
            <a:off x="381000" y="1295400"/>
            <a:ext cx="8305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i="1"/>
              <a:t>Step 5</a:t>
            </a:r>
            <a:r>
              <a:rPr lang="en-US" altLang="en-US" sz="2000"/>
              <a:t>. Since N does not have a full octet, we change a lone pair from O to a bonding pair to form a double bond.</a:t>
            </a:r>
            <a:endParaRPr lang="en-US" altLang="en-US" sz="2000" i="1"/>
          </a:p>
        </p:txBody>
      </p:sp>
      <p:graphicFrame>
        <p:nvGraphicFramePr>
          <p:cNvPr id="99344" name="Object 16">
            <a:extLst>
              <a:ext uri="{FF2B5EF4-FFF2-40B4-BE49-F238E27FC236}">
                <a16:creationId xmlns:a16="http://schemas.microsoft.com/office/drawing/2014/main" id="{76348946-8B80-E0AE-730C-BBAD884DB812}"/>
              </a:ext>
            </a:extLst>
          </p:cNvPr>
          <p:cNvGraphicFramePr>
            <a:graphicFrameLocks noChangeAspect="1"/>
          </p:cNvGraphicFramePr>
          <p:nvPr/>
        </p:nvGraphicFramePr>
        <p:xfrm>
          <a:off x="533400" y="2133600"/>
          <a:ext cx="8001000" cy="1484313"/>
        </p:xfrm>
        <a:graphic>
          <a:graphicData uri="http://schemas.openxmlformats.org/presentationml/2006/ole">
            <mc:AlternateContent xmlns:mc="http://schemas.openxmlformats.org/markup-compatibility/2006">
              <mc:Choice xmlns:v="urn:schemas-microsoft-com:vml" Requires="v">
                <p:oleObj r:id="rId3" imgW="5588000" imgH="1041400" progId="">
                  <p:embed/>
                </p:oleObj>
              </mc:Choice>
              <mc:Fallback>
                <p:oleObj r:id="rId3" imgW="5588000" imgH="1041400" progId="">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2133600"/>
                        <a:ext cx="8001000" cy="148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2" name="Group 23">
            <a:extLst>
              <a:ext uri="{FF2B5EF4-FFF2-40B4-BE49-F238E27FC236}">
                <a16:creationId xmlns:a16="http://schemas.microsoft.com/office/drawing/2014/main" id="{6064A731-247B-D1DA-C86D-32EAF9C2F6C8}"/>
              </a:ext>
            </a:extLst>
          </p:cNvPr>
          <p:cNvGrpSpPr>
            <a:grpSpLocks/>
          </p:cNvGrpSpPr>
          <p:nvPr/>
        </p:nvGrpSpPr>
        <p:grpSpPr bwMode="auto">
          <a:xfrm>
            <a:off x="1371600" y="4267200"/>
            <a:ext cx="5326063" cy="731838"/>
            <a:chOff x="864" y="2670"/>
            <a:chExt cx="3355" cy="461"/>
          </a:xfrm>
        </p:grpSpPr>
        <p:grpSp>
          <p:nvGrpSpPr>
            <p:cNvPr id="34822" name="Group 18">
              <a:extLst>
                <a:ext uri="{FF2B5EF4-FFF2-40B4-BE49-F238E27FC236}">
                  <a16:creationId xmlns:a16="http://schemas.microsoft.com/office/drawing/2014/main" id="{D4050902-7B08-3E2B-DEBC-CD9E8BDFA6E4}"/>
                </a:ext>
              </a:extLst>
            </p:cNvPr>
            <p:cNvGrpSpPr>
              <a:grpSpLocks/>
            </p:cNvGrpSpPr>
            <p:nvPr/>
          </p:nvGrpSpPr>
          <p:grpSpPr bwMode="auto">
            <a:xfrm>
              <a:off x="1920" y="2670"/>
              <a:ext cx="1866" cy="461"/>
              <a:chOff x="1152" y="2430"/>
              <a:chExt cx="1866" cy="461"/>
            </a:xfrm>
          </p:grpSpPr>
          <p:sp>
            <p:nvSpPr>
              <p:cNvPr id="34825" name="Text Box 19">
                <a:extLst>
                  <a:ext uri="{FF2B5EF4-FFF2-40B4-BE49-F238E27FC236}">
                    <a16:creationId xmlns:a16="http://schemas.microsoft.com/office/drawing/2014/main" id="{96A6F0A7-38AE-6C7C-3547-B26B39C5AE11}"/>
                  </a:ext>
                </a:extLst>
              </p:cNvPr>
              <p:cNvSpPr txBox="1">
                <a:spLocks noChangeArrowheads="1"/>
              </p:cNvSpPr>
              <p:nvPr/>
            </p:nvSpPr>
            <p:spPr bwMode="auto">
              <a:xfrm>
                <a:off x="1152" y="2430"/>
                <a:ext cx="1866"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b="1"/>
                  <a:t>4 shared electron pairs</a:t>
                </a:r>
              </a:p>
              <a:p>
                <a:pPr>
                  <a:spcBef>
                    <a:spcPct val="10000"/>
                  </a:spcBef>
                </a:pPr>
                <a:r>
                  <a:rPr lang="en-US" altLang="en-US" sz="2000" b="1"/>
                  <a:t> 3 bonded-atom pairs</a:t>
                </a:r>
              </a:p>
            </p:txBody>
          </p:sp>
          <p:sp>
            <p:nvSpPr>
              <p:cNvPr id="34826" name="Line 20">
                <a:extLst>
                  <a:ext uri="{FF2B5EF4-FFF2-40B4-BE49-F238E27FC236}">
                    <a16:creationId xmlns:a16="http://schemas.microsoft.com/office/drawing/2014/main" id="{ED946DB4-7587-A2F2-CF71-7F3360C5B712}"/>
                  </a:ext>
                </a:extLst>
              </p:cNvPr>
              <p:cNvSpPr>
                <a:spLocks noChangeShapeType="1"/>
              </p:cNvSpPr>
              <p:nvPr/>
            </p:nvSpPr>
            <p:spPr bwMode="auto">
              <a:xfrm>
                <a:off x="1200" y="2688"/>
                <a:ext cx="16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grpSp>
        <p:sp>
          <p:nvSpPr>
            <p:cNvPr id="34823" name="Text Box 21">
              <a:extLst>
                <a:ext uri="{FF2B5EF4-FFF2-40B4-BE49-F238E27FC236}">
                  <a16:creationId xmlns:a16="http://schemas.microsoft.com/office/drawing/2014/main" id="{7DB6CC75-2B38-45FC-4E6A-5C96B6CF5DBD}"/>
                </a:ext>
              </a:extLst>
            </p:cNvPr>
            <p:cNvSpPr txBox="1">
              <a:spLocks noChangeArrowheads="1"/>
            </p:cNvSpPr>
            <p:nvPr/>
          </p:nvSpPr>
          <p:spPr bwMode="auto">
            <a:xfrm>
              <a:off x="864" y="2775"/>
              <a:ext cx="1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Bond order =</a:t>
              </a:r>
            </a:p>
          </p:txBody>
        </p:sp>
        <p:sp>
          <p:nvSpPr>
            <p:cNvPr id="34824" name="Text Box 22">
              <a:extLst>
                <a:ext uri="{FF2B5EF4-FFF2-40B4-BE49-F238E27FC236}">
                  <a16:creationId xmlns:a16="http://schemas.microsoft.com/office/drawing/2014/main" id="{B4BB2E15-B61F-5A24-A25C-172FF2ABFD44}"/>
                </a:ext>
              </a:extLst>
            </p:cNvPr>
            <p:cNvSpPr txBox="1">
              <a:spLocks noChangeArrowheads="1"/>
            </p:cNvSpPr>
            <p:nvPr/>
          </p:nvSpPr>
          <p:spPr bwMode="auto">
            <a:xfrm>
              <a:off x="3744" y="2784"/>
              <a:ext cx="4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 1</a:t>
              </a:r>
              <a:r>
                <a:rPr lang="en-US" altLang="en-US" sz="2000" b="1">
                  <a:cs typeface="Arial" panose="020B0604020202020204" pitchFamily="34" charset="0"/>
                </a:rPr>
                <a:t>⅓</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1000"/>
                                  </p:stCondLst>
                                  <p:childTnLst>
                                    <p:set>
                                      <p:cBhvr>
                                        <p:cTn id="6" dur="1" fill="hold">
                                          <p:stCondLst>
                                            <p:cond delay="0"/>
                                          </p:stCondLst>
                                        </p:cTn>
                                        <p:tgtEl>
                                          <p:spTgt spid="99344"/>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a:extLst>
              <a:ext uri="{FF2B5EF4-FFF2-40B4-BE49-F238E27FC236}">
                <a16:creationId xmlns:a16="http://schemas.microsoft.com/office/drawing/2014/main" id="{E975093A-C740-7734-6F5D-BB350891CFE9}"/>
              </a:ext>
            </a:extLst>
          </p:cNvPr>
          <p:cNvSpPr txBox="1">
            <a:spLocks noChangeArrowheads="1"/>
          </p:cNvSpPr>
          <p:nvPr/>
        </p:nvSpPr>
        <p:spPr bwMode="auto">
          <a:xfrm>
            <a:off x="2895600" y="609600"/>
            <a:ext cx="3352800" cy="519113"/>
          </a:xfrm>
          <a:prstGeom prst="rect">
            <a:avLst/>
          </a:prstGeom>
          <a:gradFill rotWithShape="1">
            <a:gsLst>
              <a:gs pos="0">
                <a:srgbClr val="990000">
                  <a:alpha val="35001"/>
                </a:srgbClr>
              </a:gs>
              <a:gs pos="100000">
                <a:srgbClr val="47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800" b="1"/>
              <a:t>Formal Charge</a:t>
            </a:r>
          </a:p>
        </p:txBody>
      </p:sp>
      <p:sp>
        <p:nvSpPr>
          <p:cNvPr id="101381" name="Text Box 5">
            <a:extLst>
              <a:ext uri="{FF2B5EF4-FFF2-40B4-BE49-F238E27FC236}">
                <a16:creationId xmlns:a16="http://schemas.microsoft.com/office/drawing/2014/main" id="{CDCD1E3E-ECC4-8E77-EBDD-C1414B082139}"/>
              </a:ext>
            </a:extLst>
          </p:cNvPr>
          <p:cNvSpPr txBox="1">
            <a:spLocks noChangeArrowheads="1"/>
          </p:cNvSpPr>
          <p:nvPr/>
        </p:nvSpPr>
        <p:spPr bwMode="auto">
          <a:xfrm>
            <a:off x="457200" y="1371600"/>
            <a:ext cx="7696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b="1" i="1"/>
              <a:t>Formal charge</a:t>
            </a:r>
            <a:r>
              <a:rPr lang="en-US" altLang="en-US"/>
              <a:t> is the charge an atom would have if all electrons were shared </a:t>
            </a:r>
            <a:r>
              <a:rPr lang="en-US" altLang="en-US" b="1" i="1"/>
              <a:t>equally</a:t>
            </a:r>
            <a:r>
              <a:rPr lang="en-US" altLang="en-US"/>
              <a:t>.</a:t>
            </a:r>
            <a:endParaRPr lang="en-US" altLang="en-US" b="1" i="1"/>
          </a:p>
        </p:txBody>
      </p:sp>
      <p:sp>
        <p:nvSpPr>
          <p:cNvPr id="101382" name="Text Box 6">
            <a:extLst>
              <a:ext uri="{FF2B5EF4-FFF2-40B4-BE49-F238E27FC236}">
                <a16:creationId xmlns:a16="http://schemas.microsoft.com/office/drawing/2014/main" id="{4EFAC174-F9CB-B9CB-0AE5-07941D4A7448}"/>
              </a:ext>
            </a:extLst>
          </p:cNvPr>
          <p:cNvSpPr txBox="1">
            <a:spLocks noChangeArrowheads="1"/>
          </p:cNvSpPr>
          <p:nvPr/>
        </p:nvSpPr>
        <p:spPr bwMode="auto">
          <a:xfrm>
            <a:off x="457200" y="2209800"/>
            <a:ext cx="86868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b="1"/>
              <a:t>Formal charge of atom = </a:t>
            </a:r>
          </a:p>
          <a:p>
            <a:pPr>
              <a:spcBef>
                <a:spcPct val="10000"/>
              </a:spcBef>
            </a:pPr>
            <a:r>
              <a:rPr lang="en-US" altLang="en-US" sz="2000" b="1"/>
              <a:t># of valence e</a:t>
            </a:r>
            <a:r>
              <a:rPr lang="en-US" altLang="en-US" sz="2000" b="1" baseline="30000"/>
              <a:t>–</a:t>
            </a:r>
            <a:r>
              <a:rPr lang="en-US" altLang="en-US" sz="2000" b="1"/>
              <a:t> - (# of unshared valence e</a:t>
            </a:r>
            <a:r>
              <a:rPr lang="en-US" altLang="en-US" sz="2000" b="1" baseline="30000"/>
              <a:t>–</a:t>
            </a:r>
            <a:r>
              <a:rPr lang="en-US" altLang="en-US" sz="2000" b="1"/>
              <a:t> + ½ # of shared valence e</a:t>
            </a:r>
            <a:r>
              <a:rPr lang="en-US" altLang="en-US" sz="2000" b="1" baseline="30000"/>
              <a:t>–</a:t>
            </a:r>
            <a:r>
              <a:rPr lang="en-US" altLang="en-US" sz="2000" b="1"/>
              <a:t>)</a:t>
            </a:r>
          </a:p>
        </p:txBody>
      </p:sp>
      <p:graphicFrame>
        <p:nvGraphicFramePr>
          <p:cNvPr id="101391" name="Object 15">
            <a:extLst>
              <a:ext uri="{FF2B5EF4-FFF2-40B4-BE49-F238E27FC236}">
                <a16:creationId xmlns:a16="http://schemas.microsoft.com/office/drawing/2014/main" id="{3BBDB3DA-7DA2-7F8B-EFC3-D217593FA5E0}"/>
              </a:ext>
            </a:extLst>
          </p:cNvPr>
          <p:cNvGraphicFramePr>
            <a:graphicFrameLocks noChangeAspect="1"/>
          </p:cNvGraphicFramePr>
          <p:nvPr/>
        </p:nvGraphicFramePr>
        <p:xfrm>
          <a:off x="2514600" y="3200400"/>
          <a:ext cx="3581400" cy="1077913"/>
        </p:xfrm>
        <a:graphic>
          <a:graphicData uri="http://schemas.openxmlformats.org/presentationml/2006/ole">
            <mc:AlternateContent xmlns:mc="http://schemas.openxmlformats.org/markup-compatibility/2006">
              <mc:Choice xmlns:v="urn:schemas-microsoft-com:vml" Requires="v">
                <p:oleObj r:id="rId2" imgW="2679700" imgH="812800" progId="">
                  <p:embed/>
                </p:oleObj>
              </mc:Choice>
              <mc:Fallback>
                <p:oleObj r:id="rId2" imgW="2679700" imgH="812800"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3200400"/>
                        <a:ext cx="3581400" cy="1077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1392" name="Text Box 16">
            <a:extLst>
              <a:ext uri="{FF2B5EF4-FFF2-40B4-BE49-F238E27FC236}">
                <a16:creationId xmlns:a16="http://schemas.microsoft.com/office/drawing/2014/main" id="{7781EA6B-25D8-8CC6-3D36-380FB0E13E0F}"/>
              </a:ext>
            </a:extLst>
          </p:cNvPr>
          <p:cNvSpPr txBox="1">
            <a:spLocks noChangeArrowheads="1"/>
          </p:cNvSpPr>
          <p:nvPr/>
        </p:nvSpPr>
        <p:spPr bwMode="auto">
          <a:xfrm>
            <a:off x="914400" y="4724400"/>
            <a:ext cx="7350125"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For O</a:t>
            </a:r>
            <a:r>
              <a:rPr lang="en-US" altLang="en-US" sz="2000" baseline="-25000"/>
              <a:t>A</a:t>
            </a:r>
            <a:r>
              <a:rPr lang="en-US" altLang="en-US" sz="2000"/>
              <a:t> in resonance form</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I</a:t>
            </a:r>
            <a:r>
              <a:rPr lang="en-US" altLang="en-US" sz="2000">
                <a:cs typeface="Arial" panose="020B0604020202020204" pitchFamily="34" charset="0"/>
              </a:rPr>
              <a:t>, the formal charge is given by</a:t>
            </a:r>
          </a:p>
          <a:p>
            <a:pPr>
              <a:spcBef>
                <a:spcPct val="50000"/>
              </a:spcBef>
            </a:pPr>
            <a:r>
              <a:rPr lang="en-US" altLang="en-US" sz="2000">
                <a:cs typeface="Arial" panose="020B0604020202020204" pitchFamily="34" charset="0"/>
              </a:rPr>
              <a:t>6 valence e</a:t>
            </a:r>
            <a:r>
              <a:rPr lang="en-US" altLang="en-US" sz="2000" baseline="30000"/>
              <a:t>–</a:t>
            </a:r>
            <a:r>
              <a:rPr lang="en-US" altLang="en-US" sz="2000">
                <a:cs typeface="Arial" panose="020B0604020202020204" pitchFamily="34" charset="0"/>
              </a:rPr>
              <a:t> - (4 unshared e</a:t>
            </a:r>
            <a:r>
              <a:rPr lang="en-US" altLang="en-US" sz="2000" baseline="30000"/>
              <a:t>–</a:t>
            </a:r>
            <a:r>
              <a:rPr lang="en-US" altLang="en-US" sz="2000">
                <a:cs typeface="Arial" panose="020B0604020202020204" pitchFamily="34" charset="0"/>
              </a:rPr>
              <a:t> + ½(4 shared e</a:t>
            </a:r>
            <a:r>
              <a:rPr lang="en-US" altLang="en-US" sz="2000" baseline="30000"/>
              <a:t>–</a:t>
            </a:r>
            <a:r>
              <a:rPr lang="en-US" altLang="en-US" sz="2000">
                <a:cs typeface="Arial" panose="020B0604020202020204" pitchFamily="34" charset="0"/>
              </a:rPr>
              <a:t>)  = 6 – 4 – 2 = 0</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101381"/>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grpId="0" nodeType="afterEffect">
                                  <p:stCondLst>
                                    <p:cond delay="1000"/>
                                  </p:stCondLst>
                                  <p:childTnLst>
                                    <p:set>
                                      <p:cBhvr>
                                        <p:cTn id="9" dur="1" fill="hold">
                                          <p:stCondLst>
                                            <p:cond delay="0"/>
                                          </p:stCondLst>
                                        </p:cTn>
                                        <p:tgtEl>
                                          <p:spTgt spid="101382"/>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101391"/>
                                        </p:tgtEl>
                                        <p:attrNameLst>
                                          <p:attrName>style.visibility</p:attrName>
                                        </p:attrNameLst>
                                      </p:cBhvr>
                                      <p:to>
                                        <p:strVal val="visible"/>
                                      </p:to>
                                    </p:set>
                                  </p:childTnLst>
                                </p:cTn>
                              </p:par>
                            </p:childTnLst>
                          </p:cTn>
                        </p:par>
                        <p:par>
                          <p:cTn id="13" fill="hold" nodeType="afterGroup">
                            <p:stCondLst>
                              <p:cond delay="3000"/>
                            </p:stCondLst>
                            <p:childTnLst>
                              <p:par>
                                <p:cTn id="14" presetID="1" presetClass="entr" presetSubtype="0" fill="hold" grpId="0" nodeType="afterEffect">
                                  <p:stCondLst>
                                    <p:cond delay="1000"/>
                                  </p:stCondLst>
                                  <p:childTnLst>
                                    <p:set>
                                      <p:cBhvr>
                                        <p:cTn id="15" dur="1" fill="hold">
                                          <p:stCondLst>
                                            <p:cond delay="0"/>
                                          </p:stCondLst>
                                        </p:cTn>
                                        <p:tgtEl>
                                          <p:spTgt spid="1013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1" grpId="0"/>
      <p:bldP spid="101382" grpId="0"/>
      <p:bldP spid="10139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a:extLst>
              <a:ext uri="{FF2B5EF4-FFF2-40B4-BE49-F238E27FC236}">
                <a16:creationId xmlns:a16="http://schemas.microsoft.com/office/drawing/2014/main" id="{E0EDD635-D9B7-F890-C8F5-E00B08602D76}"/>
              </a:ext>
            </a:extLst>
          </p:cNvPr>
          <p:cNvSpPr txBox="1">
            <a:spLocks noChangeArrowheads="1"/>
          </p:cNvSpPr>
          <p:nvPr/>
        </p:nvSpPr>
        <p:spPr bwMode="auto">
          <a:xfrm>
            <a:off x="2895600" y="609600"/>
            <a:ext cx="3352800" cy="519113"/>
          </a:xfrm>
          <a:prstGeom prst="rect">
            <a:avLst/>
          </a:prstGeom>
          <a:gradFill rotWithShape="1">
            <a:gsLst>
              <a:gs pos="0">
                <a:srgbClr val="990000">
                  <a:alpha val="35001"/>
                </a:srgbClr>
              </a:gs>
              <a:gs pos="100000">
                <a:srgbClr val="47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800" b="1"/>
              <a:t>Formal Charge</a:t>
            </a:r>
          </a:p>
        </p:txBody>
      </p:sp>
      <p:sp>
        <p:nvSpPr>
          <p:cNvPr id="102405" name="Text Box 5">
            <a:extLst>
              <a:ext uri="{FF2B5EF4-FFF2-40B4-BE49-F238E27FC236}">
                <a16:creationId xmlns:a16="http://schemas.microsoft.com/office/drawing/2014/main" id="{1BD536D6-E15C-B1BD-3252-4055A47C6811}"/>
              </a:ext>
            </a:extLst>
          </p:cNvPr>
          <p:cNvSpPr txBox="1">
            <a:spLocks noChangeArrowheads="1"/>
          </p:cNvSpPr>
          <p:nvPr/>
        </p:nvSpPr>
        <p:spPr bwMode="auto">
          <a:xfrm>
            <a:off x="1143000" y="3733800"/>
            <a:ext cx="275272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a:t>O</a:t>
            </a:r>
            <a:r>
              <a:rPr lang="en-US" altLang="en-US" sz="2000" baseline="-25000"/>
              <a:t>A</a:t>
            </a:r>
            <a:r>
              <a:rPr lang="en-US" altLang="en-US" sz="2000"/>
              <a:t> [6 – 4 – ½(4)] =   0 </a:t>
            </a:r>
          </a:p>
          <a:p>
            <a:pPr>
              <a:spcBef>
                <a:spcPct val="10000"/>
              </a:spcBef>
            </a:pPr>
            <a:r>
              <a:rPr lang="en-US" altLang="en-US" sz="2000"/>
              <a:t>O</a:t>
            </a:r>
            <a:r>
              <a:rPr lang="en-US" altLang="en-US" sz="2000" baseline="-25000"/>
              <a:t>B</a:t>
            </a:r>
            <a:r>
              <a:rPr lang="en-US" altLang="en-US" sz="2000"/>
              <a:t> [6 – 2 – ½(6)] = +1</a:t>
            </a:r>
          </a:p>
          <a:p>
            <a:pPr>
              <a:spcBef>
                <a:spcPct val="10000"/>
              </a:spcBef>
            </a:pPr>
            <a:r>
              <a:rPr lang="en-US" altLang="en-US" sz="2000"/>
              <a:t>O</a:t>
            </a:r>
            <a:r>
              <a:rPr lang="en-US" altLang="en-US" sz="2000" baseline="-25000"/>
              <a:t>C</a:t>
            </a:r>
            <a:r>
              <a:rPr lang="en-US" altLang="en-US" sz="2000"/>
              <a:t> [6 – 6 – ½(2)] =  –1  </a:t>
            </a:r>
          </a:p>
        </p:txBody>
      </p:sp>
      <p:sp>
        <p:nvSpPr>
          <p:cNvPr id="102406" name="Text Box 6">
            <a:extLst>
              <a:ext uri="{FF2B5EF4-FFF2-40B4-BE49-F238E27FC236}">
                <a16:creationId xmlns:a16="http://schemas.microsoft.com/office/drawing/2014/main" id="{E82A8503-5980-9772-E945-621EBDCFC68B}"/>
              </a:ext>
            </a:extLst>
          </p:cNvPr>
          <p:cNvSpPr txBox="1">
            <a:spLocks noChangeArrowheads="1"/>
          </p:cNvSpPr>
          <p:nvPr/>
        </p:nvSpPr>
        <p:spPr bwMode="auto">
          <a:xfrm>
            <a:off x="5029200" y="3733800"/>
            <a:ext cx="2709863"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a:t>O</a:t>
            </a:r>
            <a:r>
              <a:rPr lang="en-US" altLang="en-US" sz="2000" baseline="-25000"/>
              <a:t>A </a:t>
            </a:r>
            <a:r>
              <a:rPr lang="en-US" altLang="en-US" sz="2000"/>
              <a:t>[6 – 6 – ½(2)] =  –1 </a:t>
            </a:r>
          </a:p>
          <a:p>
            <a:pPr>
              <a:spcBef>
                <a:spcPct val="10000"/>
              </a:spcBef>
            </a:pPr>
            <a:r>
              <a:rPr lang="en-US" altLang="en-US" sz="2000"/>
              <a:t>O</a:t>
            </a:r>
            <a:r>
              <a:rPr lang="en-US" altLang="en-US" sz="2000" baseline="-25000"/>
              <a:t>B</a:t>
            </a:r>
            <a:r>
              <a:rPr lang="en-US" altLang="en-US" sz="2000"/>
              <a:t> [6 – 2 – ½(6)] = +1</a:t>
            </a:r>
          </a:p>
          <a:p>
            <a:pPr>
              <a:spcBef>
                <a:spcPct val="10000"/>
              </a:spcBef>
            </a:pPr>
            <a:r>
              <a:rPr lang="en-US" altLang="en-US" sz="2000"/>
              <a:t>O</a:t>
            </a:r>
            <a:r>
              <a:rPr lang="en-US" altLang="en-US" sz="2000" baseline="-25000"/>
              <a:t>C</a:t>
            </a:r>
            <a:r>
              <a:rPr lang="en-US" altLang="en-US" sz="2000"/>
              <a:t> [6 – 4 – ½(4)] =   0 </a:t>
            </a:r>
          </a:p>
        </p:txBody>
      </p:sp>
      <p:graphicFrame>
        <p:nvGraphicFramePr>
          <p:cNvPr id="102407" name="Object 7">
            <a:extLst>
              <a:ext uri="{FF2B5EF4-FFF2-40B4-BE49-F238E27FC236}">
                <a16:creationId xmlns:a16="http://schemas.microsoft.com/office/drawing/2014/main" id="{0004B3BA-DD90-BD12-B9D2-2855A69EA641}"/>
              </a:ext>
            </a:extLst>
          </p:cNvPr>
          <p:cNvGraphicFramePr>
            <a:graphicFrameLocks noChangeAspect="1"/>
          </p:cNvGraphicFramePr>
          <p:nvPr/>
        </p:nvGraphicFramePr>
        <p:xfrm>
          <a:off x="2438400" y="2514600"/>
          <a:ext cx="4005263" cy="947738"/>
        </p:xfrm>
        <a:graphic>
          <a:graphicData uri="http://schemas.openxmlformats.org/presentationml/2006/ole">
            <mc:AlternateContent xmlns:mc="http://schemas.openxmlformats.org/markup-compatibility/2006">
              <mc:Choice xmlns:v="urn:schemas-microsoft-com:vml" Requires="v">
                <p:oleObj r:id="rId2" imgW="2679700" imgH="635000" progId="">
                  <p:embed/>
                </p:oleObj>
              </mc:Choice>
              <mc:Fallback>
                <p:oleObj r:id="rId2" imgW="2679700" imgH="635000" progId="">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2514600"/>
                        <a:ext cx="4005263" cy="947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2408" name="Text Box 8">
            <a:extLst>
              <a:ext uri="{FF2B5EF4-FFF2-40B4-BE49-F238E27FC236}">
                <a16:creationId xmlns:a16="http://schemas.microsoft.com/office/drawing/2014/main" id="{0C811918-67E5-DD6C-EED5-28FC2476AB8B}"/>
              </a:ext>
            </a:extLst>
          </p:cNvPr>
          <p:cNvSpPr txBox="1">
            <a:spLocks noChangeArrowheads="1"/>
          </p:cNvSpPr>
          <p:nvPr/>
        </p:nvSpPr>
        <p:spPr bwMode="auto">
          <a:xfrm>
            <a:off x="762000" y="1524000"/>
            <a:ext cx="7924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Formal charges must sum to the actual charge on the species for </a:t>
            </a:r>
            <a:r>
              <a:rPr lang="en-US" altLang="en-US" b="1" i="1"/>
              <a:t>all</a:t>
            </a:r>
            <a:r>
              <a:rPr lang="en-US" altLang="en-US"/>
              <a:t> resonance forms.</a:t>
            </a:r>
          </a:p>
        </p:txBody>
      </p:sp>
      <p:sp>
        <p:nvSpPr>
          <p:cNvPr id="102409" name="Text Box 9">
            <a:extLst>
              <a:ext uri="{FF2B5EF4-FFF2-40B4-BE49-F238E27FC236}">
                <a16:creationId xmlns:a16="http://schemas.microsoft.com/office/drawing/2014/main" id="{68B6D274-F9F7-74F3-2DB5-0BB529373302}"/>
              </a:ext>
            </a:extLst>
          </p:cNvPr>
          <p:cNvSpPr txBox="1">
            <a:spLocks noChangeArrowheads="1"/>
          </p:cNvSpPr>
          <p:nvPr/>
        </p:nvSpPr>
        <p:spPr bwMode="auto">
          <a:xfrm>
            <a:off x="685800" y="5105400"/>
            <a:ext cx="7848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For both these resonance forms the formal charges sum to zero, since O</a:t>
            </a:r>
            <a:r>
              <a:rPr lang="en-US" altLang="en-US" sz="2000" baseline="-25000"/>
              <a:t>3</a:t>
            </a:r>
            <a:r>
              <a:rPr lang="en-US" altLang="en-US" sz="2000"/>
              <a:t> is a neutral molecule.</a:t>
            </a:r>
          </a:p>
        </p:txBody>
      </p:sp>
      <p:sp>
        <p:nvSpPr>
          <p:cNvPr id="37896" name="TextBox 1">
            <a:extLst>
              <a:ext uri="{FF2B5EF4-FFF2-40B4-BE49-F238E27FC236}">
                <a16:creationId xmlns:a16="http://schemas.microsoft.com/office/drawing/2014/main" id="{738B1D32-707F-1D4D-2CCD-D2F14C452DDC}"/>
              </a:ext>
            </a:extLst>
          </p:cNvPr>
          <p:cNvSpPr txBox="1">
            <a:spLocks noChangeArrowheads="1"/>
          </p:cNvSpPr>
          <p:nvPr/>
        </p:nvSpPr>
        <p:spPr bwMode="auto">
          <a:xfrm>
            <a:off x="3962400" y="6324600"/>
            <a:ext cx="184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02408"/>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1000"/>
                                  </p:stCondLst>
                                  <p:childTnLst>
                                    <p:set>
                                      <p:cBhvr>
                                        <p:cTn id="9" dur="1" fill="hold">
                                          <p:stCondLst>
                                            <p:cond delay="0"/>
                                          </p:stCondLst>
                                        </p:cTn>
                                        <p:tgtEl>
                                          <p:spTgt spid="102407"/>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grpId="0" nodeType="afterEffect">
                                  <p:stCondLst>
                                    <p:cond delay="1000"/>
                                  </p:stCondLst>
                                  <p:childTnLst>
                                    <p:set>
                                      <p:cBhvr>
                                        <p:cTn id="12" dur="1" fill="hold">
                                          <p:stCondLst>
                                            <p:cond delay="0"/>
                                          </p:stCondLst>
                                        </p:cTn>
                                        <p:tgtEl>
                                          <p:spTgt spid="102405"/>
                                        </p:tgtEl>
                                        <p:attrNameLst>
                                          <p:attrName>style.visibility</p:attrName>
                                        </p:attrNameLst>
                                      </p:cBhvr>
                                      <p:to>
                                        <p:strVal val="visible"/>
                                      </p:to>
                                    </p:set>
                                  </p:childTnLst>
                                </p:cTn>
                              </p:par>
                            </p:childTnLst>
                          </p:cTn>
                        </p:par>
                        <p:par>
                          <p:cTn id="13" fill="hold" nodeType="afterGroup">
                            <p:stCondLst>
                              <p:cond delay="2000"/>
                            </p:stCondLst>
                            <p:childTnLst>
                              <p:par>
                                <p:cTn id="14" presetID="1" presetClass="entr" presetSubtype="0" fill="hold" grpId="0" nodeType="afterEffect">
                                  <p:stCondLst>
                                    <p:cond delay="1000"/>
                                  </p:stCondLst>
                                  <p:childTnLst>
                                    <p:set>
                                      <p:cBhvr>
                                        <p:cTn id="15" dur="1" fill="hold">
                                          <p:stCondLst>
                                            <p:cond delay="0"/>
                                          </p:stCondLst>
                                        </p:cTn>
                                        <p:tgtEl>
                                          <p:spTgt spid="102406"/>
                                        </p:tgtEl>
                                        <p:attrNameLst>
                                          <p:attrName>style.visibility</p:attrName>
                                        </p:attrNameLst>
                                      </p:cBhvr>
                                      <p:to>
                                        <p:strVal val="visible"/>
                                      </p:to>
                                    </p:set>
                                  </p:childTnLst>
                                </p:cTn>
                              </p:par>
                            </p:childTnLst>
                          </p:cTn>
                        </p:par>
                        <p:par>
                          <p:cTn id="16" fill="hold" nodeType="afterGroup">
                            <p:stCondLst>
                              <p:cond delay="3000"/>
                            </p:stCondLst>
                            <p:childTnLst>
                              <p:par>
                                <p:cTn id="17" presetID="1" presetClass="entr" presetSubtype="0" fill="hold" grpId="0" nodeType="afterEffect">
                                  <p:stCondLst>
                                    <p:cond delay="1000"/>
                                  </p:stCondLst>
                                  <p:childTnLst>
                                    <p:set>
                                      <p:cBhvr>
                                        <p:cTn id="18" dur="1" fill="hold">
                                          <p:stCondLst>
                                            <p:cond delay="0"/>
                                          </p:stCondLst>
                                        </p:cTn>
                                        <p:tgtEl>
                                          <p:spTgt spid="1024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5" grpId="0"/>
      <p:bldP spid="102406" grpId="0"/>
      <p:bldP spid="102408" grpId="0"/>
      <p:bldP spid="10240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a:extLst>
              <a:ext uri="{FF2B5EF4-FFF2-40B4-BE49-F238E27FC236}">
                <a16:creationId xmlns:a16="http://schemas.microsoft.com/office/drawing/2014/main" id="{85C14C49-E593-03F6-DEF0-CA89504568D3}"/>
              </a:ext>
            </a:extLst>
          </p:cNvPr>
          <p:cNvSpPr txBox="1">
            <a:spLocks noChangeArrowheads="1"/>
          </p:cNvSpPr>
          <p:nvPr/>
        </p:nvSpPr>
        <p:spPr bwMode="auto">
          <a:xfrm>
            <a:off x="381000" y="533400"/>
            <a:ext cx="8458200" cy="519113"/>
          </a:xfrm>
          <a:prstGeom prst="rect">
            <a:avLst/>
          </a:prstGeom>
          <a:gradFill rotWithShape="1">
            <a:gsLst>
              <a:gs pos="0">
                <a:srgbClr val="990000">
                  <a:alpha val="35001"/>
                </a:srgbClr>
              </a:gs>
              <a:gs pos="100000">
                <a:srgbClr val="47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800" b="1"/>
              <a:t>Choosing the More Important Resonance Form</a:t>
            </a:r>
          </a:p>
        </p:txBody>
      </p:sp>
      <p:sp>
        <p:nvSpPr>
          <p:cNvPr id="103433" name="Text Box 9">
            <a:extLst>
              <a:ext uri="{FF2B5EF4-FFF2-40B4-BE49-F238E27FC236}">
                <a16:creationId xmlns:a16="http://schemas.microsoft.com/office/drawing/2014/main" id="{9C0F453D-02EF-1CD0-9819-60D97CD6201E}"/>
              </a:ext>
            </a:extLst>
          </p:cNvPr>
          <p:cNvSpPr txBox="1">
            <a:spLocks noChangeArrowheads="1"/>
          </p:cNvSpPr>
          <p:nvPr/>
        </p:nvSpPr>
        <p:spPr bwMode="auto">
          <a:xfrm>
            <a:off x="533400" y="1447800"/>
            <a:ext cx="8305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8925" indent="-288925">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buFontTx/>
              <a:buChar char="•"/>
            </a:pPr>
            <a:r>
              <a:rPr lang="en-US" altLang="en-US"/>
              <a:t>Smaller formal charges (positive or negative) are preferable to larger ones.</a:t>
            </a:r>
          </a:p>
        </p:txBody>
      </p:sp>
      <p:sp>
        <p:nvSpPr>
          <p:cNvPr id="103434" name="Text Box 10">
            <a:extLst>
              <a:ext uri="{FF2B5EF4-FFF2-40B4-BE49-F238E27FC236}">
                <a16:creationId xmlns:a16="http://schemas.microsoft.com/office/drawing/2014/main" id="{877318AE-8612-CB04-7823-5C75E01FFFB5}"/>
              </a:ext>
            </a:extLst>
          </p:cNvPr>
          <p:cNvSpPr txBox="1">
            <a:spLocks noChangeArrowheads="1"/>
          </p:cNvSpPr>
          <p:nvPr/>
        </p:nvSpPr>
        <p:spPr bwMode="auto">
          <a:xfrm>
            <a:off x="533400" y="2667000"/>
            <a:ext cx="8305800" cy="127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8925" indent="-288925">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buFontTx/>
              <a:buChar char="•"/>
            </a:pPr>
            <a:r>
              <a:rPr lang="en-US" altLang="en-US"/>
              <a:t>The </a:t>
            </a:r>
            <a:r>
              <a:rPr lang="en-US" altLang="en-US" b="1" i="1"/>
              <a:t>same</a:t>
            </a:r>
            <a:r>
              <a:rPr lang="en-US" altLang="en-US"/>
              <a:t> nonzero formal charges on adjacent atoms are not preferred.</a:t>
            </a:r>
          </a:p>
          <a:p>
            <a:pPr>
              <a:spcBef>
                <a:spcPct val="50000"/>
              </a:spcBef>
            </a:pPr>
            <a:r>
              <a:rPr lang="en-US" altLang="en-US" sz="2000"/>
              <a:t>	Avoid like charges on adjacent atoms.</a:t>
            </a:r>
          </a:p>
        </p:txBody>
      </p:sp>
      <p:sp>
        <p:nvSpPr>
          <p:cNvPr id="103435" name="Text Box 11">
            <a:extLst>
              <a:ext uri="{FF2B5EF4-FFF2-40B4-BE49-F238E27FC236}">
                <a16:creationId xmlns:a16="http://schemas.microsoft.com/office/drawing/2014/main" id="{2D79ABB8-763F-77D2-32CB-1B3D8B423C8E}"/>
              </a:ext>
            </a:extLst>
          </p:cNvPr>
          <p:cNvSpPr txBox="1">
            <a:spLocks noChangeArrowheads="1"/>
          </p:cNvSpPr>
          <p:nvPr/>
        </p:nvSpPr>
        <p:spPr bwMode="auto">
          <a:xfrm>
            <a:off x="533400" y="4267200"/>
            <a:ext cx="8305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8925" indent="-288925">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buFontTx/>
              <a:buChar char="•"/>
            </a:pPr>
            <a:r>
              <a:rPr lang="en-US" altLang="en-US"/>
              <a:t>A more negative formal charge should reside on a more electronegative atom.</a:t>
            </a:r>
            <a:endParaRPr lang="en-US" altLang="en-US" sz="2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103433"/>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grpId="0" nodeType="afterEffect">
                                  <p:stCondLst>
                                    <p:cond delay="1000"/>
                                  </p:stCondLst>
                                  <p:childTnLst>
                                    <p:set>
                                      <p:cBhvr>
                                        <p:cTn id="9" dur="1" fill="hold">
                                          <p:stCondLst>
                                            <p:cond delay="0"/>
                                          </p:stCondLst>
                                        </p:cTn>
                                        <p:tgtEl>
                                          <p:spTgt spid="103434"/>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grpId="0" nodeType="afterEffect">
                                  <p:stCondLst>
                                    <p:cond delay="1000"/>
                                  </p:stCondLst>
                                  <p:childTnLst>
                                    <p:set>
                                      <p:cBhvr>
                                        <p:cTn id="12" dur="1" fill="hold">
                                          <p:stCondLst>
                                            <p:cond delay="0"/>
                                          </p:stCondLst>
                                        </p:cTn>
                                        <p:tgtEl>
                                          <p:spTgt spid="1034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33" grpId="0"/>
      <p:bldP spid="103434" grpId="0"/>
      <p:bldP spid="10343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a:extLst>
              <a:ext uri="{FF2B5EF4-FFF2-40B4-BE49-F238E27FC236}">
                <a16:creationId xmlns:a16="http://schemas.microsoft.com/office/drawing/2014/main" id="{723F399C-4D72-D665-3D1B-91C5B921572B}"/>
              </a:ext>
            </a:extLst>
          </p:cNvPr>
          <p:cNvSpPr txBox="1">
            <a:spLocks noChangeArrowheads="1"/>
          </p:cNvSpPr>
          <p:nvPr/>
        </p:nvSpPr>
        <p:spPr bwMode="auto">
          <a:xfrm>
            <a:off x="8531225" y="6384925"/>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2000"/>
              <a:t>9.7</a:t>
            </a:r>
          </a:p>
        </p:txBody>
      </p:sp>
      <p:sp>
        <p:nvSpPr>
          <p:cNvPr id="68630" name="Text Box 22">
            <a:extLst>
              <a:ext uri="{FF2B5EF4-FFF2-40B4-BE49-F238E27FC236}">
                <a16:creationId xmlns:a16="http://schemas.microsoft.com/office/drawing/2014/main" id="{D713A462-78FD-E689-FEF7-473B8856D177}"/>
              </a:ext>
            </a:extLst>
          </p:cNvPr>
          <p:cNvSpPr txBox="1">
            <a:spLocks noChangeArrowheads="1"/>
          </p:cNvSpPr>
          <p:nvPr/>
        </p:nvSpPr>
        <p:spPr bwMode="auto">
          <a:xfrm>
            <a:off x="520700" y="1054100"/>
            <a:ext cx="84582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An atom’s </a:t>
            </a:r>
            <a:r>
              <a:rPr lang="en-US" altLang="en-US" b="1" i="1"/>
              <a:t>formal charge</a:t>
            </a:r>
            <a:r>
              <a:rPr lang="en-US" altLang="en-US"/>
              <a:t> is the difference between the number of valence electrons in an isolated atom and the number of electrons assigned to that atom in a Lewis structure.</a:t>
            </a:r>
          </a:p>
        </p:txBody>
      </p:sp>
      <p:grpSp>
        <p:nvGrpSpPr>
          <p:cNvPr id="4" name="Group 37">
            <a:extLst>
              <a:ext uri="{FF2B5EF4-FFF2-40B4-BE49-F238E27FC236}">
                <a16:creationId xmlns:a16="http://schemas.microsoft.com/office/drawing/2014/main" id="{745E2DE0-AB4E-A12A-4B64-E4DF34088086}"/>
              </a:ext>
            </a:extLst>
          </p:cNvPr>
          <p:cNvGrpSpPr>
            <a:grpSpLocks/>
          </p:cNvGrpSpPr>
          <p:nvPr/>
        </p:nvGrpSpPr>
        <p:grpSpPr bwMode="auto">
          <a:xfrm>
            <a:off x="285750" y="3032125"/>
            <a:ext cx="2190750" cy="1311275"/>
            <a:chOff x="180" y="2688"/>
            <a:chExt cx="1380" cy="826"/>
          </a:xfrm>
        </p:grpSpPr>
        <p:sp>
          <p:nvSpPr>
            <p:cNvPr id="39957" name="Text Box 23">
              <a:extLst>
                <a:ext uri="{FF2B5EF4-FFF2-40B4-BE49-F238E27FC236}">
                  <a16:creationId xmlns:a16="http://schemas.microsoft.com/office/drawing/2014/main" id="{FDDAC623-7A87-0802-5BE0-A29164C65E52}"/>
                </a:ext>
              </a:extLst>
            </p:cNvPr>
            <p:cNvSpPr txBox="1">
              <a:spLocks noChangeArrowheads="1"/>
            </p:cNvSpPr>
            <p:nvPr/>
          </p:nvSpPr>
          <p:spPr bwMode="auto">
            <a:xfrm>
              <a:off x="180" y="2688"/>
              <a:ext cx="1152"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formal charge on an atom in a Lewis structure</a:t>
              </a:r>
            </a:p>
          </p:txBody>
        </p:sp>
        <p:sp>
          <p:nvSpPr>
            <p:cNvPr id="39958" name="Text Box 27">
              <a:extLst>
                <a:ext uri="{FF2B5EF4-FFF2-40B4-BE49-F238E27FC236}">
                  <a16:creationId xmlns:a16="http://schemas.microsoft.com/office/drawing/2014/main" id="{DDE685A5-F7D7-B6B5-5E6A-D657246410BF}"/>
                </a:ext>
              </a:extLst>
            </p:cNvPr>
            <p:cNvSpPr txBox="1">
              <a:spLocks noChangeArrowheads="1"/>
            </p:cNvSpPr>
            <p:nvPr/>
          </p:nvSpPr>
          <p:spPr bwMode="auto">
            <a:xfrm>
              <a:off x="1332" y="2957"/>
              <a:ext cx="2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a:t>
              </a:r>
            </a:p>
          </p:txBody>
        </p:sp>
      </p:grpSp>
      <p:grpSp>
        <p:nvGrpSpPr>
          <p:cNvPr id="5" name="Group 40">
            <a:extLst>
              <a:ext uri="{FF2B5EF4-FFF2-40B4-BE49-F238E27FC236}">
                <a16:creationId xmlns:a16="http://schemas.microsoft.com/office/drawing/2014/main" id="{19B9A80C-33B2-6DE4-9ADC-1F2E91D43F3F}"/>
              </a:ext>
            </a:extLst>
          </p:cNvPr>
          <p:cNvGrpSpPr>
            <a:grpSpLocks/>
          </p:cNvGrpSpPr>
          <p:nvPr/>
        </p:nvGrpSpPr>
        <p:grpSpPr bwMode="auto">
          <a:xfrm>
            <a:off x="6610350" y="3184525"/>
            <a:ext cx="2368550" cy="1006475"/>
            <a:chOff x="4164" y="2784"/>
            <a:chExt cx="1492" cy="634"/>
          </a:xfrm>
        </p:grpSpPr>
        <p:grpSp>
          <p:nvGrpSpPr>
            <p:cNvPr id="39949" name="Group 33">
              <a:extLst>
                <a:ext uri="{FF2B5EF4-FFF2-40B4-BE49-F238E27FC236}">
                  <a16:creationId xmlns:a16="http://schemas.microsoft.com/office/drawing/2014/main" id="{EF841DFF-7B27-B444-0D8E-D5B6F4747933}"/>
                </a:ext>
              </a:extLst>
            </p:cNvPr>
            <p:cNvGrpSpPr>
              <a:grpSpLocks/>
            </p:cNvGrpSpPr>
            <p:nvPr/>
          </p:nvGrpSpPr>
          <p:grpSpPr bwMode="auto">
            <a:xfrm>
              <a:off x="4164" y="2813"/>
              <a:ext cx="223" cy="576"/>
              <a:chOff x="4128" y="2832"/>
              <a:chExt cx="223" cy="576"/>
            </a:xfrm>
          </p:grpSpPr>
          <p:sp>
            <p:nvSpPr>
              <p:cNvPr id="39954" name="Text Box 28">
                <a:extLst>
                  <a:ext uri="{FF2B5EF4-FFF2-40B4-BE49-F238E27FC236}">
                    <a16:creationId xmlns:a16="http://schemas.microsoft.com/office/drawing/2014/main" id="{18A05767-BF1B-2C36-FDB7-E8AD48426615}"/>
                  </a:ext>
                </a:extLst>
              </p:cNvPr>
              <p:cNvSpPr txBox="1">
                <a:spLocks noChangeArrowheads="1"/>
              </p:cNvSpPr>
              <p:nvPr/>
            </p:nvSpPr>
            <p:spPr bwMode="auto">
              <a:xfrm>
                <a:off x="4128" y="2832"/>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1</a:t>
                </a:r>
              </a:p>
            </p:txBody>
          </p:sp>
          <p:sp>
            <p:nvSpPr>
              <p:cNvPr id="39955" name="Text Box 29">
                <a:extLst>
                  <a:ext uri="{FF2B5EF4-FFF2-40B4-BE49-F238E27FC236}">
                    <a16:creationId xmlns:a16="http://schemas.microsoft.com/office/drawing/2014/main" id="{731C5C81-032A-6305-32DB-A078566294F8}"/>
                  </a:ext>
                </a:extLst>
              </p:cNvPr>
              <p:cNvSpPr txBox="1">
                <a:spLocks noChangeArrowheads="1"/>
              </p:cNvSpPr>
              <p:nvPr/>
            </p:nvSpPr>
            <p:spPr bwMode="auto">
              <a:xfrm>
                <a:off x="4128" y="3120"/>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2</a:t>
                </a:r>
              </a:p>
            </p:txBody>
          </p:sp>
          <p:sp>
            <p:nvSpPr>
              <p:cNvPr id="39956" name="Line 30">
                <a:extLst>
                  <a:ext uri="{FF2B5EF4-FFF2-40B4-BE49-F238E27FC236}">
                    <a16:creationId xmlns:a16="http://schemas.microsoft.com/office/drawing/2014/main" id="{69787FB6-2F5A-8A66-D4AC-2B59C6FF2CDF}"/>
                  </a:ext>
                </a:extLst>
              </p:cNvPr>
              <p:cNvSpPr>
                <a:spLocks noChangeShapeType="1"/>
              </p:cNvSpPr>
              <p:nvPr/>
            </p:nvSpPr>
            <p:spPr bwMode="auto">
              <a:xfrm>
                <a:off x="4143" y="3120"/>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9950" name="Group 34">
              <a:extLst>
                <a:ext uri="{FF2B5EF4-FFF2-40B4-BE49-F238E27FC236}">
                  <a16:creationId xmlns:a16="http://schemas.microsoft.com/office/drawing/2014/main" id="{189AD48F-2976-806B-7DF4-D26AF2D5CA1A}"/>
                </a:ext>
              </a:extLst>
            </p:cNvPr>
            <p:cNvGrpSpPr>
              <a:grpSpLocks/>
            </p:cNvGrpSpPr>
            <p:nvPr/>
          </p:nvGrpSpPr>
          <p:grpSpPr bwMode="auto">
            <a:xfrm>
              <a:off x="4332" y="2784"/>
              <a:ext cx="1324" cy="634"/>
              <a:chOff x="4296" y="2804"/>
              <a:chExt cx="1324" cy="634"/>
            </a:xfrm>
          </p:grpSpPr>
          <p:sp>
            <p:nvSpPr>
              <p:cNvPr id="39951" name="Text Box 26">
                <a:extLst>
                  <a:ext uri="{FF2B5EF4-FFF2-40B4-BE49-F238E27FC236}">
                    <a16:creationId xmlns:a16="http://schemas.microsoft.com/office/drawing/2014/main" id="{C655BDC4-02D6-A421-A398-94C015BB5A4B}"/>
                  </a:ext>
                </a:extLst>
              </p:cNvPr>
              <p:cNvSpPr txBox="1">
                <a:spLocks noChangeArrowheads="1"/>
              </p:cNvSpPr>
              <p:nvPr/>
            </p:nvSpPr>
            <p:spPr bwMode="auto">
              <a:xfrm>
                <a:off x="4464" y="2804"/>
                <a:ext cx="1152"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total number of bonding electrons</a:t>
                </a:r>
              </a:p>
            </p:txBody>
          </p:sp>
          <p:sp>
            <p:nvSpPr>
              <p:cNvPr id="39952" name="Text Box 31">
                <a:extLst>
                  <a:ext uri="{FF2B5EF4-FFF2-40B4-BE49-F238E27FC236}">
                    <a16:creationId xmlns:a16="http://schemas.microsoft.com/office/drawing/2014/main" id="{477615FE-9F08-0020-1CAC-EB598436133F}"/>
                  </a:ext>
                </a:extLst>
              </p:cNvPr>
              <p:cNvSpPr txBox="1">
                <a:spLocks noChangeArrowheads="1"/>
              </p:cNvSpPr>
              <p:nvPr/>
            </p:nvSpPr>
            <p:spPr bwMode="auto">
              <a:xfrm>
                <a:off x="4296" y="2804"/>
                <a:ext cx="2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6000"/>
                  <a:t>(</a:t>
                </a:r>
              </a:p>
            </p:txBody>
          </p:sp>
          <p:sp>
            <p:nvSpPr>
              <p:cNvPr id="39953" name="Text Box 32">
                <a:extLst>
                  <a:ext uri="{FF2B5EF4-FFF2-40B4-BE49-F238E27FC236}">
                    <a16:creationId xmlns:a16="http://schemas.microsoft.com/office/drawing/2014/main" id="{06E9DD84-E04C-2E8A-67F2-3E4A8D3BE1F0}"/>
                  </a:ext>
                </a:extLst>
              </p:cNvPr>
              <p:cNvSpPr txBox="1">
                <a:spLocks noChangeArrowheads="1"/>
              </p:cNvSpPr>
              <p:nvPr/>
            </p:nvSpPr>
            <p:spPr bwMode="auto">
              <a:xfrm>
                <a:off x="5344" y="2804"/>
                <a:ext cx="2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6000"/>
                  <a:t>)</a:t>
                </a:r>
              </a:p>
            </p:txBody>
          </p:sp>
        </p:grpSp>
      </p:grpSp>
      <p:grpSp>
        <p:nvGrpSpPr>
          <p:cNvPr id="8" name="Group 38">
            <a:extLst>
              <a:ext uri="{FF2B5EF4-FFF2-40B4-BE49-F238E27FC236}">
                <a16:creationId xmlns:a16="http://schemas.microsoft.com/office/drawing/2014/main" id="{835C4F09-7A12-A22A-D0AE-588E410F78D1}"/>
              </a:ext>
            </a:extLst>
          </p:cNvPr>
          <p:cNvGrpSpPr>
            <a:grpSpLocks/>
          </p:cNvGrpSpPr>
          <p:nvPr/>
        </p:nvGrpSpPr>
        <p:grpSpPr bwMode="auto">
          <a:xfrm>
            <a:off x="2571750" y="3032125"/>
            <a:ext cx="1843088" cy="1311275"/>
            <a:chOff x="1620" y="2688"/>
            <a:chExt cx="1161" cy="826"/>
          </a:xfrm>
        </p:grpSpPr>
        <p:sp>
          <p:nvSpPr>
            <p:cNvPr id="39947" name="Text Box 24">
              <a:extLst>
                <a:ext uri="{FF2B5EF4-FFF2-40B4-BE49-F238E27FC236}">
                  <a16:creationId xmlns:a16="http://schemas.microsoft.com/office/drawing/2014/main" id="{56E47E3B-79FC-F235-D9E1-911543F16B3D}"/>
                </a:ext>
              </a:extLst>
            </p:cNvPr>
            <p:cNvSpPr txBox="1">
              <a:spLocks noChangeArrowheads="1"/>
            </p:cNvSpPr>
            <p:nvPr/>
          </p:nvSpPr>
          <p:spPr bwMode="auto">
            <a:xfrm>
              <a:off x="1620" y="2688"/>
              <a:ext cx="1152"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total number of valence electrons in the free atom</a:t>
              </a:r>
            </a:p>
          </p:txBody>
        </p:sp>
        <p:sp>
          <p:nvSpPr>
            <p:cNvPr id="39948" name="Text Box 35">
              <a:extLst>
                <a:ext uri="{FF2B5EF4-FFF2-40B4-BE49-F238E27FC236}">
                  <a16:creationId xmlns:a16="http://schemas.microsoft.com/office/drawing/2014/main" id="{BC4A9C8B-5075-06BD-653B-E3E87C0E6BC9}"/>
                </a:ext>
              </a:extLst>
            </p:cNvPr>
            <p:cNvSpPr txBox="1">
              <a:spLocks noChangeArrowheads="1"/>
            </p:cNvSpPr>
            <p:nvPr/>
          </p:nvSpPr>
          <p:spPr bwMode="auto">
            <a:xfrm>
              <a:off x="2580" y="2918"/>
              <a:ext cx="2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3200"/>
                <a:t>-</a:t>
              </a:r>
            </a:p>
          </p:txBody>
        </p:sp>
      </p:grpSp>
      <p:grpSp>
        <p:nvGrpSpPr>
          <p:cNvPr id="9" name="Group 39">
            <a:extLst>
              <a:ext uri="{FF2B5EF4-FFF2-40B4-BE49-F238E27FC236}">
                <a16:creationId xmlns:a16="http://schemas.microsoft.com/office/drawing/2014/main" id="{2D3BD14E-875E-F0D4-C5F4-A843309CF01F}"/>
              </a:ext>
            </a:extLst>
          </p:cNvPr>
          <p:cNvGrpSpPr>
            <a:grpSpLocks/>
          </p:cNvGrpSpPr>
          <p:nvPr/>
        </p:nvGrpSpPr>
        <p:grpSpPr bwMode="auto">
          <a:xfrm>
            <a:off x="4476750" y="3184525"/>
            <a:ext cx="2082800" cy="1006475"/>
            <a:chOff x="2820" y="2784"/>
            <a:chExt cx="1312" cy="634"/>
          </a:xfrm>
        </p:grpSpPr>
        <p:sp>
          <p:nvSpPr>
            <p:cNvPr id="39945" name="Text Box 25">
              <a:extLst>
                <a:ext uri="{FF2B5EF4-FFF2-40B4-BE49-F238E27FC236}">
                  <a16:creationId xmlns:a16="http://schemas.microsoft.com/office/drawing/2014/main" id="{C3AE42F6-CE23-49C7-AFF1-5A499D4084F7}"/>
                </a:ext>
              </a:extLst>
            </p:cNvPr>
            <p:cNvSpPr txBox="1">
              <a:spLocks noChangeArrowheads="1"/>
            </p:cNvSpPr>
            <p:nvPr/>
          </p:nvSpPr>
          <p:spPr bwMode="auto">
            <a:xfrm>
              <a:off x="2820" y="2784"/>
              <a:ext cx="1152"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total number of nonbonding electrons</a:t>
              </a:r>
            </a:p>
          </p:txBody>
        </p:sp>
        <p:sp>
          <p:nvSpPr>
            <p:cNvPr id="39946" name="Text Box 36">
              <a:extLst>
                <a:ext uri="{FF2B5EF4-FFF2-40B4-BE49-F238E27FC236}">
                  <a16:creationId xmlns:a16="http://schemas.microsoft.com/office/drawing/2014/main" id="{22C3F89A-28CA-D035-901F-D8E48163F765}"/>
                </a:ext>
              </a:extLst>
            </p:cNvPr>
            <p:cNvSpPr txBox="1">
              <a:spLocks noChangeArrowheads="1"/>
            </p:cNvSpPr>
            <p:nvPr/>
          </p:nvSpPr>
          <p:spPr bwMode="auto">
            <a:xfrm>
              <a:off x="3931" y="2918"/>
              <a:ext cx="2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3200"/>
                <a:t>-</a:t>
              </a:r>
            </a:p>
          </p:txBody>
        </p:sp>
      </p:grpSp>
      <p:sp>
        <p:nvSpPr>
          <p:cNvPr id="68649" name="Text Box 41">
            <a:extLst>
              <a:ext uri="{FF2B5EF4-FFF2-40B4-BE49-F238E27FC236}">
                <a16:creationId xmlns:a16="http://schemas.microsoft.com/office/drawing/2014/main" id="{7175D045-94E6-CAEF-0B2D-D14553ECAAF9}"/>
              </a:ext>
            </a:extLst>
          </p:cNvPr>
          <p:cNvSpPr txBox="1">
            <a:spLocks noChangeArrowheads="1"/>
          </p:cNvSpPr>
          <p:nvPr/>
        </p:nvSpPr>
        <p:spPr bwMode="auto">
          <a:xfrm>
            <a:off x="530225" y="4848225"/>
            <a:ext cx="8229600" cy="879475"/>
          </a:xfrm>
          <a:prstGeom prst="rect">
            <a:avLst/>
          </a:prstGeom>
          <a:noFill/>
          <a:ln w="57150" cmpd="thinThick">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The sum of the formal charges of the atoms in a molecule or ion must equal the charge on the molecule or 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8630"/>
                                        </p:tgtEl>
                                        <p:attrNameLst>
                                          <p:attrName>style.visibility</p:attrName>
                                        </p:attrNameLst>
                                      </p:cBhvr>
                                      <p:to>
                                        <p:strVal val="visible"/>
                                      </p:to>
                                    </p:set>
                                    <p:anim calcmode="lin" valueType="num">
                                      <p:cBhvr additive="base">
                                        <p:cTn id="7" dur="500" fill="hold"/>
                                        <p:tgtEl>
                                          <p:spTgt spid="68630"/>
                                        </p:tgtEl>
                                        <p:attrNameLst>
                                          <p:attrName>ppt_x</p:attrName>
                                        </p:attrNameLst>
                                      </p:cBhvr>
                                      <p:tavLst>
                                        <p:tav tm="0">
                                          <p:val>
                                            <p:strVal val="0-#ppt_w/2"/>
                                          </p:val>
                                        </p:tav>
                                        <p:tav tm="100000">
                                          <p:val>
                                            <p:strVal val="#ppt_x"/>
                                          </p:val>
                                        </p:tav>
                                      </p:tavLst>
                                    </p:anim>
                                    <p:anim calcmode="lin" valueType="num">
                                      <p:cBhvr additive="base">
                                        <p:cTn id="8" dur="500" fill="hold"/>
                                        <p:tgtEl>
                                          <p:spTgt spid="6863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1+#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1+#ppt_w/2"/>
                                          </p:val>
                                        </p:tav>
                                        <p:tav tm="100000">
                                          <p:val>
                                            <p:strVal val="#ppt_x"/>
                                          </p:val>
                                        </p:tav>
                                      </p:tavLst>
                                    </p:anim>
                                    <p:anim calcmode="lin" valueType="num">
                                      <p:cBhvr additive="base">
                                        <p:cTn id="26"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1+#ppt_w/2"/>
                                          </p:val>
                                        </p:tav>
                                        <p:tav tm="100000">
                                          <p:val>
                                            <p:strVal val="#ppt_x"/>
                                          </p:val>
                                        </p:tav>
                                      </p:tavLst>
                                    </p:anim>
                                    <p:anim calcmode="lin" valueType="num">
                                      <p:cBhvr additive="base">
                                        <p:cTn id="3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68649"/>
                                        </p:tgtEl>
                                        <p:attrNameLst>
                                          <p:attrName>style.visibility</p:attrName>
                                        </p:attrNameLst>
                                      </p:cBhvr>
                                      <p:to>
                                        <p:strVal val="visible"/>
                                      </p:to>
                                    </p:set>
                                    <p:anim calcmode="lin" valueType="num">
                                      <p:cBhvr>
                                        <p:cTn id="37" dur="500" fill="hold"/>
                                        <p:tgtEl>
                                          <p:spTgt spid="68649"/>
                                        </p:tgtEl>
                                        <p:attrNameLst>
                                          <p:attrName>ppt_w</p:attrName>
                                        </p:attrNameLst>
                                      </p:cBhvr>
                                      <p:tavLst>
                                        <p:tav tm="0">
                                          <p:val>
                                            <p:fltVal val="0"/>
                                          </p:val>
                                        </p:tav>
                                        <p:tav tm="100000">
                                          <p:val>
                                            <p:strVal val="#ppt_w"/>
                                          </p:val>
                                        </p:tav>
                                      </p:tavLst>
                                    </p:anim>
                                    <p:anim calcmode="lin" valueType="num">
                                      <p:cBhvr>
                                        <p:cTn id="38" dur="500" fill="hold"/>
                                        <p:tgtEl>
                                          <p:spTgt spid="6864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30" grpId="0" autoUpdateAnimBg="0"/>
      <p:bldP spid="68649"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a:extLst>
              <a:ext uri="{FF2B5EF4-FFF2-40B4-BE49-F238E27FC236}">
                <a16:creationId xmlns:a16="http://schemas.microsoft.com/office/drawing/2014/main" id="{AFBBC6A6-FFBC-0236-9E30-219647DA867D}"/>
              </a:ext>
            </a:extLst>
          </p:cNvPr>
          <p:cNvSpPr txBox="1">
            <a:spLocks noChangeArrowheads="1"/>
          </p:cNvSpPr>
          <p:nvPr/>
        </p:nvSpPr>
        <p:spPr bwMode="auto">
          <a:xfrm>
            <a:off x="762000" y="457200"/>
            <a:ext cx="746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Example:  NCO</a:t>
            </a:r>
            <a:r>
              <a:rPr lang="en-US" altLang="en-US" baseline="30000">
                <a:cs typeface="Arial" panose="020B0604020202020204" pitchFamily="34" charset="0"/>
              </a:rPr>
              <a:t>−</a:t>
            </a:r>
            <a:r>
              <a:rPr lang="en-US" altLang="en-US"/>
              <a:t> has 3 possible resonance forms:</a:t>
            </a:r>
          </a:p>
        </p:txBody>
      </p:sp>
      <p:graphicFrame>
        <p:nvGraphicFramePr>
          <p:cNvPr id="105478" name="Object 6">
            <a:extLst>
              <a:ext uri="{FF2B5EF4-FFF2-40B4-BE49-F238E27FC236}">
                <a16:creationId xmlns:a16="http://schemas.microsoft.com/office/drawing/2014/main" id="{771006F4-6A64-0568-64F7-0CA44122809D}"/>
              </a:ext>
            </a:extLst>
          </p:cNvPr>
          <p:cNvGraphicFramePr>
            <a:graphicFrameLocks noChangeAspect="1"/>
          </p:cNvGraphicFramePr>
          <p:nvPr/>
        </p:nvGraphicFramePr>
        <p:xfrm>
          <a:off x="677863" y="1447800"/>
          <a:ext cx="8001000" cy="963613"/>
        </p:xfrm>
        <a:graphic>
          <a:graphicData uri="http://schemas.openxmlformats.org/presentationml/2006/ole">
            <mc:AlternateContent xmlns:mc="http://schemas.openxmlformats.org/markup-compatibility/2006">
              <mc:Choice xmlns:v="urn:schemas-microsoft-com:vml" Requires="v">
                <p:oleObj r:id="rId2" imgW="5918200" imgH="711200" progId="">
                  <p:embed/>
                </p:oleObj>
              </mc:Choice>
              <mc:Fallback>
                <p:oleObj r:id="rId2" imgW="5918200" imgH="711200" progId="">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863" y="1447800"/>
                        <a:ext cx="8001000" cy="963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2" name="Group 13">
            <a:extLst>
              <a:ext uri="{FF2B5EF4-FFF2-40B4-BE49-F238E27FC236}">
                <a16:creationId xmlns:a16="http://schemas.microsoft.com/office/drawing/2014/main" id="{09CEAD5F-38DB-1EB6-41A7-B755EB14A3F0}"/>
              </a:ext>
            </a:extLst>
          </p:cNvPr>
          <p:cNvGrpSpPr>
            <a:grpSpLocks/>
          </p:cNvGrpSpPr>
          <p:nvPr/>
        </p:nvGrpSpPr>
        <p:grpSpPr bwMode="auto">
          <a:xfrm>
            <a:off x="806450" y="1219200"/>
            <a:ext cx="1498600" cy="400050"/>
            <a:chOff x="412" y="1632"/>
            <a:chExt cx="944" cy="252"/>
          </a:xfrm>
        </p:grpSpPr>
        <p:sp>
          <p:nvSpPr>
            <p:cNvPr id="40976" name="Text Box 10">
              <a:extLst>
                <a:ext uri="{FF2B5EF4-FFF2-40B4-BE49-F238E27FC236}">
                  <a16:creationId xmlns:a16="http://schemas.microsoft.com/office/drawing/2014/main" id="{0D6301B7-EDB4-5F69-39EA-C917CF3F96FE}"/>
                </a:ext>
              </a:extLst>
            </p:cNvPr>
            <p:cNvSpPr txBox="1">
              <a:spLocks noChangeArrowheads="1"/>
            </p:cNvSpPr>
            <p:nvPr/>
          </p:nvSpPr>
          <p:spPr bwMode="auto">
            <a:xfrm>
              <a:off x="412" y="1632"/>
              <a:ext cx="29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FF0000"/>
                  </a:solidFill>
                </a:rPr>
                <a:t>–2</a:t>
              </a:r>
            </a:p>
          </p:txBody>
        </p:sp>
        <p:sp>
          <p:nvSpPr>
            <p:cNvPr id="40977" name="Text Box 11">
              <a:extLst>
                <a:ext uri="{FF2B5EF4-FFF2-40B4-BE49-F238E27FC236}">
                  <a16:creationId xmlns:a16="http://schemas.microsoft.com/office/drawing/2014/main" id="{0B7953A5-A2F0-04E8-A86B-69279A4C5EB8}"/>
                </a:ext>
              </a:extLst>
            </p:cNvPr>
            <p:cNvSpPr txBox="1">
              <a:spLocks noChangeArrowheads="1"/>
            </p:cNvSpPr>
            <p:nvPr/>
          </p:nvSpPr>
          <p:spPr bwMode="auto">
            <a:xfrm>
              <a:off x="768" y="16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FF0000"/>
                  </a:solidFill>
                </a:rPr>
                <a:t>0</a:t>
              </a:r>
            </a:p>
          </p:txBody>
        </p:sp>
        <p:sp>
          <p:nvSpPr>
            <p:cNvPr id="40978" name="Text Box 12">
              <a:extLst>
                <a:ext uri="{FF2B5EF4-FFF2-40B4-BE49-F238E27FC236}">
                  <a16:creationId xmlns:a16="http://schemas.microsoft.com/office/drawing/2014/main" id="{9AE8D8DF-B6B0-A765-DDC9-4F0310836533}"/>
                </a:ext>
              </a:extLst>
            </p:cNvPr>
            <p:cNvSpPr txBox="1">
              <a:spLocks noChangeArrowheads="1"/>
            </p:cNvSpPr>
            <p:nvPr/>
          </p:nvSpPr>
          <p:spPr bwMode="auto">
            <a:xfrm>
              <a:off x="1056" y="1632"/>
              <a:ext cx="30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FF0000"/>
                  </a:solidFill>
                </a:rPr>
                <a:t>+1</a:t>
              </a:r>
            </a:p>
          </p:txBody>
        </p:sp>
      </p:grpSp>
      <p:grpSp>
        <p:nvGrpSpPr>
          <p:cNvPr id="3" name="Group 18">
            <a:extLst>
              <a:ext uri="{FF2B5EF4-FFF2-40B4-BE49-F238E27FC236}">
                <a16:creationId xmlns:a16="http://schemas.microsoft.com/office/drawing/2014/main" id="{955DC94A-61B3-2883-7732-1CAB10F53DC4}"/>
              </a:ext>
            </a:extLst>
          </p:cNvPr>
          <p:cNvGrpSpPr>
            <a:grpSpLocks/>
          </p:cNvGrpSpPr>
          <p:nvPr/>
        </p:nvGrpSpPr>
        <p:grpSpPr bwMode="auto">
          <a:xfrm>
            <a:off x="3810000" y="1219200"/>
            <a:ext cx="1379538" cy="400050"/>
            <a:chOff x="2312" y="1584"/>
            <a:chExt cx="869" cy="252"/>
          </a:xfrm>
        </p:grpSpPr>
        <p:sp>
          <p:nvSpPr>
            <p:cNvPr id="40973" name="Text Box 15">
              <a:extLst>
                <a:ext uri="{FF2B5EF4-FFF2-40B4-BE49-F238E27FC236}">
                  <a16:creationId xmlns:a16="http://schemas.microsoft.com/office/drawing/2014/main" id="{AF93CC61-E5EE-805C-E565-0910E552E941}"/>
                </a:ext>
              </a:extLst>
            </p:cNvPr>
            <p:cNvSpPr txBox="1">
              <a:spLocks noChangeArrowheads="1"/>
            </p:cNvSpPr>
            <p:nvPr/>
          </p:nvSpPr>
          <p:spPr bwMode="auto">
            <a:xfrm>
              <a:off x="2312" y="1584"/>
              <a:ext cx="29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FF0000"/>
                  </a:solidFill>
                </a:rPr>
                <a:t>–1</a:t>
              </a:r>
            </a:p>
          </p:txBody>
        </p:sp>
        <p:sp>
          <p:nvSpPr>
            <p:cNvPr id="40974" name="Text Box 16">
              <a:extLst>
                <a:ext uri="{FF2B5EF4-FFF2-40B4-BE49-F238E27FC236}">
                  <a16:creationId xmlns:a16="http://schemas.microsoft.com/office/drawing/2014/main" id="{B266EA8F-D5D3-3B9D-B124-DCE7925A83DC}"/>
                </a:ext>
              </a:extLst>
            </p:cNvPr>
            <p:cNvSpPr txBox="1">
              <a:spLocks noChangeArrowheads="1"/>
            </p:cNvSpPr>
            <p:nvPr/>
          </p:nvSpPr>
          <p:spPr bwMode="auto">
            <a:xfrm>
              <a:off x="2653" y="1584"/>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FF0000"/>
                  </a:solidFill>
                </a:rPr>
                <a:t>0</a:t>
              </a:r>
            </a:p>
          </p:txBody>
        </p:sp>
        <p:sp>
          <p:nvSpPr>
            <p:cNvPr id="40975" name="Text Box 17">
              <a:extLst>
                <a:ext uri="{FF2B5EF4-FFF2-40B4-BE49-F238E27FC236}">
                  <a16:creationId xmlns:a16="http://schemas.microsoft.com/office/drawing/2014/main" id="{188BE660-9EE9-84EA-E7E7-A4596A5FB4E3}"/>
                </a:ext>
              </a:extLst>
            </p:cNvPr>
            <p:cNvSpPr txBox="1">
              <a:spLocks noChangeArrowheads="1"/>
            </p:cNvSpPr>
            <p:nvPr/>
          </p:nvSpPr>
          <p:spPr bwMode="auto">
            <a:xfrm>
              <a:off x="2976" y="1584"/>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FF0000"/>
                  </a:solidFill>
                </a:rPr>
                <a:t>0</a:t>
              </a:r>
            </a:p>
          </p:txBody>
        </p:sp>
      </p:grpSp>
      <p:grpSp>
        <p:nvGrpSpPr>
          <p:cNvPr id="4" name="Group 23">
            <a:extLst>
              <a:ext uri="{FF2B5EF4-FFF2-40B4-BE49-F238E27FC236}">
                <a16:creationId xmlns:a16="http://schemas.microsoft.com/office/drawing/2014/main" id="{38AB4A72-F294-D3C9-FEA2-B145EF49D83E}"/>
              </a:ext>
            </a:extLst>
          </p:cNvPr>
          <p:cNvGrpSpPr>
            <a:grpSpLocks/>
          </p:cNvGrpSpPr>
          <p:nvPr/>
        </p:nvGrpSpPr>
        <p:grpSpPr bwMode="auto">
          <a:xfrm>
            <a:off x="6934200" y="1219200"/>
            <a:ext cx="1404938" cy="400050"/>
            <a:chOff x="4272" y="1584"/>
            <a:chExt cx="885" cy="252"/>
          </a:xfrm>
        </p:grpSpPr>
        <p:sp>
          <p:nvSpPr>
            <p:cNvPr id="40970" name="Text Box 20">
              <a:extLst>
                <a:ext uri="{FF2B5EF4-FFF2-40B4-BE49-F238E27FC236}">
                  <a16:creationId xmlns:a16="http://schemas.microsoft.com/office/drawing/2014/main" id="{1C628786-E722-7ADE-0D3E-4AECD592B11F}"/>
                </a:ext>
              </a:extLst>
            </p:cNvPr>
            <p:cNvSpPr txBox="1">
              <a:spLocks noChangeArrowheads="1"/>
            </p:cNvSpPr>
            <p:nvPr/>
          </p:nvSpPr>
          <p:spPr bwMode="auto">
            <a:xfrm>
              <a:off x="4272" y="1584"/>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FF0000"/>
                  </a:solidFill>
                </a:rPr>
                <a:t>0</a:t>
              </a:r>
            </a:p>
          </p:txBody>
        </p:sp>
        <p:sp>
          <p:nvSpPr>
            <p:cNvPr id="40971" name="Text Box 21">
              <a:extLst>
                <a:ext uri="{FF2B5EF4-FFF2-40B4-BE49-F238E27FC236}">
                  <a16:creationId xmlns:a16="http://schemas.microsoft.com/office/drawing/2014/main" id="{3775C90B-2A04-3D56-CDF5-FDD23719FA44}"/>
                </a:ext>
              </a:extLst>
            </p:cNvPr>
            <p:cNvSpPr txBox="1">
              <a:spLocks noChangeArrowheads="1"/>
            </p:cNvSpPr>
            <p:nvPr/>
          </p:nvSpPr>
          <p:spPr bwMode="auto">
            <a:xfrm>
              <a:off x="4608" y="1584"/>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FF0000"/>
                  </a:solidFill>
                </a:rPr>
                <a:t>0</a:t>
              </a:r>
            </a:p>
          </p:txBody>
        </p:sp>
        <p:sp>
          <p:nvSpPr>
            <p:cNvPr id="40972" name="Text Box 22">
              <a:extLst>
                <a:ext uri="{FF2B5EF4-FFF2-40B4-BE49-F238E27FC236}">
                  <a16:creationId xmlns:a16="http://schemas.microsoft.com/office/drawing/2014/main" id="{A666B77A-F552-E9BC-A0BC-4D04C2CE92DA}"/>
                </a:ext>
              </a:extLst>
            </p:cNvPr>
            <p:cNvSpPr txBox="1">
              <a:spLocks noChangeArrowheads="1"/>
            </p:cNvSpPr>
            <p:nvPr/>
          </p:nvSpPr>
          <p:spPr bwMode="auto">
            <a:xfrm>
              <a:off x="4861" y="1584"/>
              <a:ext cx="29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FF0000"/>
                  </a:solidFill>
                </a:rPr>
                <a:t>–1</a:t>
              </a:r>
            </a:p>
          </p:txBody>
        </p:sp>
      </p:grpSp>
      <p:sp>
        <p:nvSpPr>
          <p:cNvPr id="105496" name="Text Box 24">
            <a:extLst>
              <a:ext uri="{FF2B5EF4-FFF2-40B4-BE49-F238E27FC236}">
                <a16:creationId xmlns:a16="http://schemas.microsoft.com/office/drawing/2014/main" id="{CCB20882-B3EB-1195-059F-B58925261715}"/>
              </a:ext>
            </a:extLst>
          </p:cNvPr>
          <p:cNvSpPr txBox="1">
            <a:spLocks noChangeArrowheads="1"/>
          </p:cNvSpPr>
          <p:nvPr/>
        </p:nvSpPr>
        <p:spPr bwMode="auto">
          <a:xfrm>
            <a:off x="685800" y="2667000"/>
            <a:ext cx="8153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Resonance forms with smaller formal charges are preferred. Resonance form </a:t>
            </a:r>
            <a:r>
              <a:rPr lang="en-US" altLang="en-US" sz="2000" b="1">
                <a:latin typeface="Times New Roman" panose="02020603050405020304" pitchFamily="18" charset="0"/>
                <a:cs typeface="Times New Roman" panose="02020603050405020304" pitchFamily="18" charset="0"/>
              </a:rPr>
              <a:t>I</a:t>
            </a:r>
            <a:r>
              <a:rPr lang="en-US" altLang="en-US" sz="2000"/>
              <a:t> is therefore </a:t>
            </a:r>
            <a:r>
              <a:rPr lang="en-US" altLang="en-US" sz="2000" b="1" i="1"/>
              <a:t>not</a:t>
            </a:r>
            <a:r>
              <a:rPr lang="en-US" altLang="en-US" sz="2000"/>
              <a:t> an important contributor.</a:t>
            </a:r>
          </a:p>
        </p:txBody>
      </p:sp>
      <p:sp>
        <p:nvSpPr>
          <p:cNvPr id="105497" name="Text Box 25">
            <a:extLst>
              <a:ext uri="{FF2B5EF4-FFF2-40B4-BE49-F238E27FC236}">
                <a16:creationId xmlns:a16="http://schemas.microsoft.com/office/drawing/2014/main" id="{21D59ED1-D57E-B2D6-2211-DE401DF85295}"/>
              </a:ext>
            </a:extLst>
          </p:cNvPr>
          <p:cNvSpPr txBox="1">
            <a:spLocks noChangeArrowheads="1"/>
          </p:cNvSpPr>
          <p:nvPr/>
        </p:nvSpPr>
        <p:spPr bwMode="auto">
          <a:xfrm>
            <a:off x="685800" y="3810000"/>
            <a:ext cx="8077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A negative formal charge should be placed on a more electronegative atom, so resonance form </a:t>
            </a:r>
            <a:r>
              <a:rPr lang="en-US" altLang="en-US" sz="2000">
                <a:latin typeface="Times New Roman" panose="02020603050405020304" pitchFamily="18" charset="0"/>
                <a:cs typeface="Times New Roman" panose="02020603050405020304" pitchFamily="18" charset="0"/>
              </a:rPr>
              <a:t>III</a:t>
            </a:r>
            <a:r>
              <a:rPr lang="en-US" altLang="en-US" sz="2000"/>
              <a:t> is preferred to resonance form </a:t>
            </a:r>
            <a:r>
              <a:rPr lang="en-US" altLang="en-US" sz="2000">
                <a:latin typeface="Times New Roman" panose="02020603050405020304" pitchFamily="18" charset="0"/>
                <a:cs typeface="Times New Roman" panose="02020603050405020304" pitchFamily="18" charset="0"/>
              </a:rPr>
              <a:t>II</a:t>
            </a:r>
            <a:r>
              <a:rPr lang="en-US" altLang="en-US" sz="2000"/>
              <a:t>.</a:t>
            </a:r>
          </a:p>
        </p:txBody>
      </p:sp>
      <p:sp>
        <p:nvSpPr>
          <p:cNvPr id="105498" name="Text Box 26">
            <a:extLst>
              <a:ext uri="{FF2B5EF4-FFF2-40B4-BE49-F238E27FC236}">
                <a16:creationId xmlns:a16="http://schemas.microsoft.com/office/drawing/2014/main" id="{D009E3FB-793F-3140-D32D-0969A568E756}"/>
              </a:ext>
            </a:extLst>
          </p:cNvPr>
          <p:cNvSpPr txBox="1">
            <a:spLocks noChangeArrowheads="1"/>
          </p:cNvSpPr>
          <p:nvPr/>
        </p:nvSpPr>
        <p:spPr bwMode="auto">
          <a:xfrm>
            <a:off x="685800" y="4800600"/>
            <a:ext cx="80772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The overall structure of the NCO</a:t>
            </a:r>
            <a:r>
              <a:rPr lang="en-US" altLang="en-US" sz="2000" baseline="30000"/>
              <a:t>–</a:t>
            </a:r>
            <a:r>
              <a:rPr lang="en-US" altLang="en-US" sz="2000"/>
              <a:t> ion is a </a:t>
            </a:r>
            <a:r>
              <a:rPr lang="en-US" altLang="en-US" sz="2000" b="1" i="1"/>
              <a:t>weighted</a:t>
            </a:r>
            <a:r>
              <a:rPr lang="en-US" altLang="en-US" sz="2000"/>
              <a:t> </a:t>
            </a:r>
            <a:r>
              <a:rPr lang="en-US" altLang="en-US" sz="2000" b="1" i="1"/>
              <a:t>average</a:t>
            </a:r>
            <a:r>
              <a:rPr lang="en-US" altLang="en-US" sz="2000"/>
              <a:t> of all three forms; </a:t>
            </a:r>
            <a:r>
              <a:rPr lang="en-US" altLang="en-US" sz="2000" b="1"/>
              <a:t>resonance forms </a:t>
            </a:r>
            <a:r>
              <a:rPr lang="en-US" altLang="en-US" sz="2000" b="1">
                <a:latin typeface="Times New Roman" panose="02020603050405020304" pitchFamily="18" charset="0"/>
                <a:cs typeface="Times New Roman" panose="02020603050405020304" pitchFamily="18" charset="0"/>
              </a:rPr>
              <a:t>II</a:t>
            </a:r>
            <a:r>
              <a:rPr lang="en-US" altLang="en-US" sz="2000" b="1"/>
              <a:t> and </a:t>
            </a:r>
            <a:r>
              <a:rPr lang="en-US" altLang="en-US" sz="2000" b="1">
                <a:latin typeface="Times New Roman" panose="02020603050405020304" pitchFamily="18" charset="0"/>
                <a:cs typeface="Times New Roman" panose="02020603050405020304" pitchFamily="18" charset="0"/>
              </a:rPr>
              <a:t>III</a:t>
            </a:r>
            <a:r>
              <a:rPr lang="en-US" altLang="en-US" sz="2000"/>
              <a:t> contribute </a:t>
            </a:r>
            <a:r>
              <a:rPr lang="en-US" altLang="en-US" sz="2000" b="1" i="1"/>
              <a:t>more</a:t>
            </a:r>
            <a:r>
              <a:rPr lang="en-US" altLang="en-US" sz="2000"/>
              <a:t> than </a:t>
            </a:r>
            <a:r>
              <a:rPr lang="en-US" altLang="en-US" sz="2000" b="1">
                <a:latin typeface="Times New Roman" panose="02020603050405020304" pitchFamily="18" charset="0"/>
                <a:cs typeface="Times New Roman" panose="02020603050405020304" pitchFamily="18" charset="0"/>
              </a:rPr>
              <a:t>I</a:t>
            </a:r>
            <a:r>
              <a:rPr lang="en-US" altLang="en-US" sz="2000"/>
              <a:t>, and </a:t>
            </a:r>
            <a:r>
              <a:rPr lang="en-US" altLang="en-US" sz="2000" b="1">
                <a:latin typeface="Times New Roman" panose="02020603050405020304" pitchFamily="18" charset="0"/>
                <a:cs typeface="Times New Roman" panose="02020603050405020304" pitchFamily="18" charset="0"/>
              </a:rPr>
              <a:t>III</a:t>
            </a:r>
            <a:r>
              <a:rPr lang="en-US" altLang="en-US" sz="2000"/>
              <a:t> contributes more than </a:t>
            </a:r>
            <a:r>
              <a:rPr lang="en-US" altLang="en-US" sz="2000" b="1">
                <a:latin typeface="Times New Roman" panose="02020603050405020304" pitchFamily="18" charset="0"/>
                <a:cs typeface="Times New Roman" panose="02020603050405020304" pitchFamily="18" charset="0"/>
              </a:rPr>
              <a:t>II</a:t>
            </a:r>
            <a:r>
              <a:rPr lang="en-US" altLang="en-US" sz="20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1000"/>
                                  </p:stCondLst>
                                  <p:childTnLst>
                                    <p:set>
                                      <p:cBhvr>
                                        <p:cTn id="6" dur="1" fill="hold">
                                          <p:stCondLst>
                                            <p:cond delay="0"/>
                                          </p:stCondLst>
                                        </p:cTn>
                                        <p:tgtEl>
                                          <p:spTgt spid="105478"/>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2"/>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3"/>
                                        </p:tgtEl>
                                        <p:attrNameLst>
                                          <p:attrName>style.visibility</p:attrName>
                                        </p:attrNameLst>
                                      </p:cBhvr>
                                      <p:to>
                                        <p:strVal val="visible"/>
                                      </p:to>
                                    </p:set>
                                  </p:childTnLst>
                                </p:cTn>
                              </p:par>
                            </p:childTnLst>
                          </p:cTn>
                        </p:par>
                        <p:par>
                          <p:cTn id="13" fill="hold" nodeType="afterGroup">
                            <p:stCondLst>
                              <p:cond delay="3000"/>
                            </p:stCondLst>
                            <p:childTnLst>
                              <p:par>
                                <p:cTn id="14" presetID="1" presetClass="entr" presetSubtype="0" fill="hold" nodeType="afterEffect">
                                  <p:stCondLst>
                                    <p:cond delay="1000"/>
                                  </p:stCondLst>
                                  <p:childTnLst>
                                    <p:set>
                                      <p:cBhvr>
                                        <p:cTn id="15" dur="1" fill="hold">
                                          <p:stCondLst>
                                            <p:cond delay="0"/>
                                          </p:stCondLst>
                                        </p:cTn>
                                        <p:tgtEl>
                                          <p:spTgt spid="4"/>
                                        </p:tgtEl>
                                        <p:attrNameLst>
                                          <p:attrName>style.visibility</p:attrName>
                                        </p:attrNameLst>
                                      </p:cBhvr>
                                      <p:to>
                                        <p:strVal val="visible"/>
                                      </p:to>
                                    </p:set>
                                  </p:childTnLst>
                                </p:cTn>
                              </p:par>
                            </p:childTnLst>
                          </p:cTn>
                        </p:par>
                        <p:par>
                          <p:cTn id="16" fill="hold" nodeType="afterGroup">
                            <p:stCondLst>
                              <p:cond delay="4000"/>
                            </p:stCondLst>
                            <p:childTnLst>
                              <p:par>
                                <p:cTn id="17" presetID="1" presetClass="entr" presetSubtype="0" fill="hold" grpId="0" nodeType="afterEffect">
                                  <p:stCondLst>
                                    <p:cond delay="1000"/>
                                  </p:stCondLst>
                                  <p:childTnLst>
                                    <p:set>
                                      <p:cBhvr>
                                        <p:cTn id="18" dur="1" fill="hold">
                                          <p:stCondLst>
                                            <p:cond delay="0"/>
                                          </p:stCondLst>
                                        </p:cTn>
                                        <p:tgtEl>
                                          <p:spTgt spid="105496"/>
                                        </p:tgtEl>
                                        <p:attrNameLst>
                                          <p:attrName>style.visibility</p:attrName>
                                        </p:attrNameLst>
                                      </p:cBhvr>
                                      <p:to>
                                        <p:strVal val="visible"/>
                                      </p:to>
                                    </p:set>
                                  </p:childTnLst>
                                </p:cTn>
                              </p:par>
                            </p:childTnLst>
                          </p:cTn>
                        </p:par>
                        <p:par>
                          <p:cTn id="19" fill="hold" nodeType="afterGroup">
                            <p:stCondLst>
                              <p:cond delay="5000"/>
                            </p:stCondLst>
                            <p:childTnLst>
                              <p:par>
                                <p:cTn id="20" presetID="1" presetClass="entr" presetSubtype="0" fill="hold" grpId="0" nodeType="afterEffect">
                                  <p:stCondLst>
                                    <p:cond delay="1000"/>
                                  </p:stCondLst>
                                  <p:childTnLst>
                                    <p:set>
                                      <p:cBhvr>
                                        <p:cTn id="21" dur="1" fill="hold">
                                          <p:stCondLst>
                                            <p:cond delay="0"/>
                                          </p:stCondLst>
                                        </p:cTn>
                                        <p:tgtEl>
                                          <p:spTgt spid="105497"/>
                                        </p:tgtEl>
                                        <p:attrNameLst>
                                          <p:attrName>style.visibility</p:attrName>
                                        </p:attrNameLst>
                                      </p:cBhvr>
                                      <p:to>
                                        <p:strVal val="visible"/>
                                      </p:to>
                                    </p:set>
                                  </p:childTnLst>
                                </p:cTn>
                              </p:par>
                            </p:childTnLst>
                          </p:cTn>
                        </p:par>
                        <p:par>
                          <p:cTn id="22" fill="hold" nodeType="afterGroup">
                            <p:stCondLst>
                              <p:cond delay="6000"/>
                            </p:stCondLst>
                            <p:childTnLst>
                              <p:par>
                                <p:cTn id="23" presetID="1" presetClass="entr" presetSubtype="0" fill="hold" grpId="0" nodeType="afterEffect">
                                  <p:stCondLst>
                                    <p:cond delay="1000"/>
                                  </p:stCondLst>
                                  <p:childTnLst>
                                    <p:set>
                                      <p:cBhvr>
                                        <p:cTn id="24" dur="1" fill="hold">
                                          <p:stCondLst>
                                            <p:cond delay="0"/>
                                          </p:stCondLst>
                                        </p:cTn>
                                        <p:tgtEl>
                                          <p:spTgt spid="1054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96" grpId="0"/>
      <p:bldP spid="105497" grpId="0"/>
      <p:bldP spid="10549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98" name="Object 38">
            <a:extLst>
              <a:ext uri="{FF2B5EF4-FFF2-40B4-BE49-F238E27FC236}">
                <a16:creationId xmlns:a16="http://schemas.microsoft.com/office/drawing/2014/main" id="{5CB0B9B2-2FE7-FC66-EAEC-132A89FB2BFA}"/>
              </a:ext>
            </a:extLst>
          </p:cNvPr>
          <p:cNvGraphicFramePr>
            <a:graphicFrameLocks noChangeAspect="1"/>
          </p:cNvGraphicFramePr>
          <p:nvPr/>
        </p:nvGraphicFramePr>
        <p:xfrm>
          <a:off x="685800" y="3070225"/>
          <a:ext cx="7772400" cy="739775"/>
        </p:xfrm>
        <a:graphic>
          <a:graphicData uri="http://schemas.openxmlformats.org/presentationml/2006/ole">
            <mc:AlternateContent xmlns:mc="http://schemas.openxmlformats.org/markup-compatibility/2006">
              <mc:Choice xmlns:v="urn:schemas-microsoft-com:vml" Requires="v">
                <p:oleObj r:id="rId2" imgW="4445000" imgH="431800" progId="">
                  <p:embed/>
                </p:oleObj>
              </mc:Choice>
              <mc:Fallback>
                <p:oleObj r:id="rId2" imgW="4445000" imgH="431800" progId="">
                  <p:embed/>
                  <p:pic>
                    <p:nvPicPr>
                      <p:cNvPr id="0" name="Object 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070225"/>
                        <a:ext cx="7772400"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1987" name="Text Box 2">
            <a:extLst>
              <a:ext uri="{FF2B5EF4-FFF2-40B4-BE49-F238E27FC236}">
                <a16:creationId xmlns:a16="http://schemas.microsoft.com/office/drawing/2014/main" id="{16A2AA82-2566-F7EB-17EB-C61E1611B865}"/>
              </a:ext>
            </a:extLst>
          </p:cNvPr>
          <p:cNvSpPr txBox="1">
            <a:spLocks noChangeArrowheads="1"/>
          </p:cNvSpPr>
          <p:nvPr/>
        </p:nvSpPr>
        <p:spPr bwMode="auto">
          <a:xfrm>
            <a:off x="381000" y="533400"/>
            <a:ext cx="8458200" cy="519113"/>
          </a:xfrm>
          <a:prstGeom prst="rect">
            <a:avLst/>
          </a:prstGeom>
          <a:gradFill rotWithShape="1">
            <a:gsLst>
              <a:gs pos="0">
                <a:srgbClr val="990000">
                  <a:alpha val="35001"/>
                </a:srgbClr>
              </a:gs>
              <a:gs pos="100000">
                <a:srgbClr val="47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800" b="1"/>
              <a:t>Formal Charge Versus Oxidation Number</a:t>
            </a:r>
          </a:p>
        </p:txBody>
      </p:sp>
      <p:sp>
        <p:nvSpPr>
          <p:cNvPr id="41988" name="Text Box 5">
            <a:extLst>
              <a:ext uri="{FF2B5EF4-FFF2-40B4-BE49-F238E27FC236}">
                <a16:creationId xmlns:a16="http://schemas.microsoft.com/office/drawing/2014/main" id="{10F05ADF-EF08-4AF3-3001-92E950E67DB5}"/>
              </a:ext>
            </a:extLst>
          </p:cNvPr>
          <p:cNvSpPr txBox="1">
            <a:spLocks noChangeArrowheads="1"/>
          </p:cNvSpPr>
          <p:nvPr/>
        </p:nvSpPr>
        <p:spPr bwMode="auto">
          <a:xfrm>
            <a:off x="533400" y="1219200"/>
            <a:ext cx="8305800" cy="115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a:t>For a </a:t>
            </a:r>
            <a:r>
              <a:rPr lang="en-US" altLang="en-US" b="1" i="1"/>
              <a:t>formal charge</a:t>
            </a:r>
            <a:r>
              <a:rPr lang="en-US" altLang="en-US"/>
              <a:t>, bonding electrons are </a:t>
            </a:r>
            <a:r>
              <a:rPr lang="en-US" altLang="en-US" b="1" i="1"/>
              <a:t>shared equally</a:t>
            </a:r>
            <a:r>
              <a:rPr lang="en-US" altLang="en-US"/>
              <a:t> by the atoms.</a:t>
            </a:r>
          </a:p>
          <a:p>
            <a:pPr>
              <a:spcBef>
                <a:spcPct val="10000"/>
              </a:spcBef>
            </a:pPr>
            <a:r>
              <a:rPr lang="en-US" altLang="en-US" sz="2000"/>
              <a:t>The formal charge of an atom may change between resonance forms.</a:t>
            </a:r>
          </a:p>
        </p:txBody>
      </p:sp>
      <p:sp>
        <p:nvSpPr>
          <p:cNvPr id="106503" name="Text Box 7">
            <a:extLst>
              <a:ext uri="{FF2B5EF4-FFF2-40B4-BE49-F238E27FC236}">
                <a16:creationId xmlns:a16="http://schemas.microsoft.com/office/drawing/2014/main" id="{C6DA8BD0-7495-4404-6F2F-177394A37C97}"/>
              </a:ext>
            </a:extLst>
          </p:cNvPr>
          <p:cNvSpPr txBox="1">
            <a:spLocks noChangeArrowheads="1"/>
          </p:cNvSpPr>
          <p:nvPr/>
        </p:nvSpPr>
        <p:spPr bwMode="auto">
          <a:xfrm>
            <a:off x="533400" y="4448175"/>
            <a:ext cx="8305800" cy="115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a:t>For an </a:t>
            </a:r>
            <a:r>
              <a:rPr lang="en-US" altLang="en-US" b="1" i="1"/>
              <a:t>oxidation number</a:t>
            </a:r>
            <a:r>
              <a:rPr lang="en-US" altLang="en-US"/>
              <a:t>, bonding electrons are </a:t>
            </a:r>
            <a:r>
              <a:rPr lang="en-US" altLang="en-US" b="1" i="1"/>
              <a:t>transferred</a:t>
            </a:r>
            <a:r>
              <a:rPr lang="en-US" altLang="en-US"/>
              <a:t> to the </a:t>
            </a:r>
            <a:r>
              <a:rPr lang="en-US" altLang="en-US" b="1" i="1"/>
              <a:t>more</a:t>
            </a:r>
            <a:r>
              <a:rPr lang="en-US" altLang="en-US" b="1"/>
              <a:t> </a:t>
            </a:r>
            <a:r>
              <a:rPr lang="en-US" altLang="en-US"/>
              <a:t>electronegative atom.</a:t>
            </a:r>
          </a:p>
          <a:p>
            <a:pPr>
              <a:spcBef>
                <a:spcPct val="10000"/>
              </a:spcBef>
            </a:pPr>
            <a:r>
              <a:rPr lang="en-US" altLang="en-US" sz="2000"/>
              <a:t>The oxidation number of an atom is the </a:t>
            </a:r>
            <a:r>
              <a:rPr lang="en-US" altLang="en-US" sz="2000" b="1" i="1"/>
              <a:t>same</a:t>
            </a:r>
            <a:r>
              <a:rPr lang="en-US" altLang="en-US" sz="2000"/>
              <a:t> in all resonance forms.</a:t>
            </a:r>
          </a:p>
        </p:txBody>
      </p:sp>
      <p:grpSp>
        <p:nvGrpSpPr>
          <p:cNvPr id="2" name="Group 39">
            <a:extLst>
              <a:ext uri="{FF2B5EF4-FFF2-40B4-BE49-F238E27FC236}">
                <a16:creationId xmlns:a16="http://schemas.microsoft.com/office/drawing/2014/main" id="{B653EE5F-2D3A-A8E5-134D-F9C09146A810}"/>
              </a:ext>
            </a:extLst>
          </p:cNvPr>
          <p:cNvGrpSpPr>
            <a:grpSpLocks/>
          </p:cNvGrpSpPr>
          <p:nvPr/>
        </p:nvGrpSpPr>
        <p:grpSpPr bwMode="auto">
          <a:xfrm>
            <a:off x="762000" y="2514600"/>
            <a:ext cx="7348538" cy="704850"/>
            <a:chOff x="762000" y="2514600"/>
            <a:chExt cx="7348538" cy="704850"/>
          </a:xfrm>
        </p:grpSpPr>
        <p:grpSp>
          <p:nvGrpSpPr>
            <p:cNvPr id="42006" name="Group 38">
              <a:extLst>
                <a:ext uri="{FF2B5EF4-FFF2-40B4-BE49-F238E27FC236}">
                  <a16:creationId xmlns:a16="http://schemas.microsoft.com/office/drawing/2014/main" id="{914B30C1-F389-9041-D4C2-3EF2EDEFF03C}"/>
                </a:ext>
              </a:extLst>
            </p:cNvPr>
            <p:cNvGrpSpPr>
              <a:grpSpLocks/>
            </p:cNvGrpSpPr>
            <p:nvPr/>
          </p:nvGrpSpPr>
          <p:grpSpPr bwMode="auto">
            <a:xfrm>
              <a:off x="762000" y="2819400"/>
              <a:ext cx="7348538" cy="400050"/>
              <a:chOff x="762000" y="2819400"/>
              <a:chExt cx="7348538" cy="400050"/>
            </a:xfrm>
          </p:grpSpPr>
          <p:grpSp>
            <p:nvGrpSpPr>
              <p:cNvPr id="42008" name="Group 9">
                <a:extLst>
                  <a:ext uri="{FF2B5EF4-FFF2-40B4-BE49-F238E27FC236}">
                    <a16:creationId xmlns:a16="http://schemas.microsoft.com/office/drawing/2014/main" id="{34A6CD76-22F5-B2EF-CD7B-EB2842573BC4}"/>
                  </a:ext>
                </a:extLst>
              </p:cNvPr>
              <p:cNvGrpSpPr>
                <a:grpSpLocks/>
              </p:cNvGrpSpPr>
              <p:nvPr/>
            </p:nvGrpSpPr>
            <p:grpSpPr bwMode="auto">
              <a:xfrm>
                <a:off x="762000" y="2819400"/>
                <a:ext cx="1466850" cy="400050"/>
                <a:chOff x="432" y="1574"/>
                <a:chExt cx="924" cy="252"/>
              </a:xfrm>
            </p:grpSpPr>
            <p:sp>
              <p:nvSpPr>
                <p:cNvPr id="42017" name="Text Box 10">
                  <a:extLst>
                    <a:ext uri="{FF2B5EF4-FFF2-40B4-BE49-F238E27FC236}">
                      <a16:creationId xmlns:a16="http://schemas.microsoft.com/office/drawing/2014/main" id="{04327CB0-CCA3-40C3-B214-C442AA787733}"/>
                    </a:ext>
                  </a:extLst>
                </p:cNvPr>
                <p:cNvSpPr txBox="1">
                  <a:spLocks noChangeArrowheads="1"/>
                </p:cNvSpPr>
                <p:nvPr/>
              </p:nvSpPr>
              <p:spPr bwMode="auto">
                <a:xfrm>
                  <a:off x="432" y="1574"/>
                  <a:ext cx="29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FF0000"/>
                      </a:solidFill>
                    </a:rPr>
                    <a:t>–2</a:t>
                  </a:r>
                </a:p>
              </p:txBody>
            </p:sp>
            <p:sp>
              <p:nvSpPr>
                <p:cNvPr id="42018" name="Text Box 11">
                  <a:extLst>
                    <a:ext uri="{FF2B5EF4-FFF2-40B4-BE49-F238E27FC236}">
                      <a16:creationId xmlns:a16="http://schemas.microsoft.com/office/drawing/2014/main" id="{FFA1A826-8A3C-6C13-5396-1C0153DAF05A}"/>
                    </a:ext>
                  </a:extLst>
                </p:cNvPr>
                <p:cNvSpPr txBox="1">
                  <a:spLocks noChangeArrowheads="1"/>
                </p:cNvSpPr>
                <p:nvPr/>
              </p:nvSpPr>
              <p:spPr bwMode="auto">
                <a:xfrm>
                  <a:off x="768" y="1574"/>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FF0000"/>
                      </a:solidFill>
                    </a:rPr>
                    <a:t>0</a:t>
                  </a:r>
                </a:p>
              </p:txBody>
            </p:sp>
            <p:sp>
              <p:nvSpPr>
                <p:cNvPr id="42019" name="Text Box 12">
                  <a:extLst>
                    <a:ext uri="{FF2B5EF4-FFF2-40B4-BE49-F238E27FC236}">
                      <a16:creationId xmlns:a16="http://schemas.microsoft.com/office/drawing/2014/main" id="{7A123E93-3271-4EC3-323D-DDDB3EBC75A2}"/>
                    </a:ext>
                  </a:extLst>
                </p:cNvPr>
                <p:cNvSpPr txBox="1">
                  <a:spLocks noChangeArrowheads="1"/>
                </p:cNvSpPr>
                <p:nvPr/>
              </p:nvSpPr>
              <p:spPr bwMode="auto">
                <a:xfrm>
                  <a:off x="1056" y="1574"/>
                  <a:ext cx="30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FF0000"/>
                      </a:solidFill>
                    </a:rPr>
                    <a:t>+1</a:t>
                  </a:r>
                </a:p>
              </p:txBody>
            </p:sp>
          </p:grpSp>
          <p:grpSp>
            <p:nvGrpSpPr>
              <p:cNvPr id="42009" name="Group 13">
                <a:extLst>
                  <a:ext uri="{FF2B5EF4-FFF2-40B4-BE49-F238E27FC236}">
                    <a16:creationId xmlns:a16="http://schemas.microsoft.com/office/drawing/2014/main" id="{B06AC252-D2FF-13A6-3295-07E3947773A4}"/>
                  </a:ext>
                </a:extLst>
              </p:cNvPr>
              <p:cNvGrpSpPr>
                <a:grpSpLocks/>
              </p:cNvGrpSpPr>
              <p:nvPr/>
            </p:nvGrpSpPr>
            <p:grpSpPr bwMode="auto">
              <a:xfrm>
                <a:off x="3657600" y="2819400"/>
                <a:ext cx="1392238" cy="400050"/>
                <a:chOff x="2221" y="1536"/>
                <a:chExt cx="877" cy="252"/>
              </a:xfrm>
            </p:grpSpPr>
            <p:sp>
              <p:nvSpPr>
                <p:cNvPr id="42014" name="Text Box 14">
                  <a:extLst>
                    <a:ext uri="{FF2B5EF4-FFF2-40B4-BE49-F238E27FC236}">
                      <a16:creationId xmlns:a16="http://schemas.microsoft.com/office/drawing/2014/main" id="{4ED28908-F00C-8162-CF91-33744E13929D}"/>
                    </a:ext>
                  </a:extLst>
                </p:cNvPr>
                <p:cNvSpPr txBox="1">
                  <a:spLocks noChangeArrowheads="1"/>
                </p:cNvSpPr>
                <p:nvPr/>
              </p:nvSpPr>
              <p:spPr bwMode="auto">
                <a:xfrm>
                  <a:off x="2221" y="1536"/>
                  <a:ext cx="29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FF0000"/>
                      </a:solidFill>
                    </a:rPr>
                    <a:t>–1</a:t>
                  </a:r>
                </a:p>
              </p:txBody>
            </p:sp>
            <p:sp>
              <p:nvSpPr>
                <p:cNvPr id="42015" name="Text Box 15">
                  <a:extLst>
                    <a:ext uri="{FF2B5EF4-FFF2-40B4-BE49-F238E27FC236}">
                      <a16:creationId xmlns:a16="http://schemas.microsoft.com/office/drawing/2014/main" id="{75DAA9B8-394B-96E8-03F4-CFE3498D2EF3}"/>
                    </a:ext>
                  </a:extLst>
                </p:cNvPr>
                <p:cNvSpPr txBox="1">
                  <a:spLocks noChangeArrowheads="1"/>
                </p:cNvSpPr>
                <p:nvPr/>
              </p:nvSpPr>
              <p:spPr bwMode="auto">
                <a:xfrm>
                  <a:off x="2605" y="1536"/>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FF0000"/>
                      </a:solidFill>
                    </a:rPr>
                    <a:t>0</a:t>
                  </a:r>
                </a:p>
              </p:txBody>
            </p:sp>
            <p:sp>
              <p:nvSpPr>
                <p:cNvPr id="42016" name="Text Box 16">
                  <a:extLst>
                    <a:ext uri="{FF2B5EF4-FFF2-40B4-BE49-F238E27FC236}">
                      <a16:creationId xmlns:a16="http://schemas.microsoft.com/office/drawing/2014/main" id="{D1171570-A17F-606B-3A76-8B97FB145E40}"/>
                    </a:ext>
                  </a:extLst>
                </p:cNvPr>
                <p:cNvSpPr txBox="1">
                  <a:spLocks noChangeArrowheads="1"/>
                </p:cNvSpPr>
                <p:nvPr/>
              </p:nvSpPr>
              <p:spPr bwMode="auto">
                <a:xfrm>
                  <a:off x="2893" y="1536"/>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FF0000"/>
                      </a:solidFill>
                    </a:rPr>
                    <a:t>0</a:t>
                  </a:r>
                </a:p>
              </p:txBody>
            </p:sp>
          </p:grpSp>
          <p:grpSp>
            <p:nvGrpSpPr>
              <p:cNvPr id="42010" name="Group 17">
                <a:extLst>
                  <a:ext uri="{FF2B5EF4-FFF2-40B4-BE49-F238E27FC236}">
                    <a16:creationId xmlns:a16="http://schemas.microsoft.com/office/drawing/2014/main" id="{68F0C1C5-BC72-7539-70A6-6F81302ABFE5}"/>
                  </a:ext>
                </a:extLst>
              </p:cNvPr>
              <p:cNvGrpSpPr>
                <a:grpSpLocks/>
              </p:cNvGrpSpPr>
              <p:nvPr/>
            </p:nvGrpSpPr>
            <p:grpSpPr bwMode="auto">
              <a:xfrm>
                <a:off x="6705600" y="2819400"/>
                <a:ext cx="1404938" cy="400050"/>
                <a:chOff x="4068" y="1536"/>
                <a:chExt cx="885" cy="252"/>
              </a:xfrm>
            </p:grpSpPr>
            <p:sp>
              <p:nvSpPr>
                <p:cNvPr id="42011" name="Text Box 18">
                  <a:extLst>
                    <a:ext uri="{FF2B5EF4-FFF2-40B4-BE49-F238E27FC236}">
                      <a16:creationId xmlns:a16="http://schemas.microsoft.com/office/drawing/2014/main" id="{E089C3A5-4873-1D78-78AD-FFD6188D869B}"/>
                    </a:ext>
                  </a:extLst>
                </p:cNvPr>
                <p:cNvSpPr txBox="1">
                  <a:spLocks noChangeArrowheads="1"/>
                </p:cNvSpPr>
                <p:nvPr/>
              </p:nvSpPr>
              <p:spPr bwMode="auto">
                <a:xfrm>
                  <a:off x="4068" y="1536"/>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FF0000"/>
                      </a:solidFill>
                    </a:rPr>
                    <a:t>0</a:t>
                  </a:r>
                </a:p>
              </p:txBody>
            </p:sp>
            <p:sp>
              <p:nvSpPr>
                <p:cNvPr id="42012" name="Text Box 19">
                  <a:extLst>
                    <a:ext uri="{FF2B5EF4-FFF2-40B4-BE49-F238E27FC236}">
                      <a16:creationId xmlns:a16="http://schemas.microsoft.com/office/drawing/2014/main" id="{960990B2-97F6-F56C-174C-902654681071}"/>
                    </a:ext>
                  </a:extLst>
                </p:cNvPr>
                <p:cNvSpPr txBox="1">
                  <a:spLocks noChangeArrowheads="1"/>
                </p:cNvSpPr>
                <p:nvPr/>
              </p:nvSpPr>
              <p:spPr bwMode="auto">
                <a:xfrm>
                  <a:off x="4404" y="1536"/>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FF0000"/>
                      </a:solidFill>
                    </a:rPr>
                    <a:t>0</a:t>
                  </a:r>
                </a:p>
              </p:txBody>
            </p:sp>
            <p:sp>
              <p:nvSpPr>
                <p:cNvPr id="42013" name="Text Box 20">
                  <a:extLst>
                    <a:ext uri="{FF2B5EF4-FFF2-40B4-BE49-F238E27FC236}">
                      <a16:creationId xmlns:a16="http://schemas.microsoft.com/office/drawing/2014/main" id="{A75ACCE9-29B8-FF2E-8926-D62E2923516E}"/>
                    </a:ext>
                  </a:extLst>
                </p:cNvPr>
                <p:cNvSpPr txBox="1">
                  <a:spLocks noChangeArrowheads="1"/>
                </p:cNvSpPr>
                <p:nvPr/>
              </p:nvSpPr>
              <p:spPr bwMode="auto">
                <a:xfrm>
                  <a:off x="4657" y="1536"/>
                  <a:ext cx="29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FF0000"/>
                      </a:solidFill>
                    </a:rPr>
                    <a:t>–1</a:t>
                  </a:r>
                </a:p>
              </p:txBody>
            </p:sp>
          </p:grpSp>
        </p:grpSp>
        <p:sp>
          <p:nvSpPr>
            <p:cNvPr id="42007" name="TextBox 32">
              <a:extLst>
                <a:ext uri="{FF2B5EF4-FFF2-40B4-BE49-F238E27FC236}">
                  <a16:creationId xmlns:a16="http://schemas.microsoft.com/office/drawing/2014/main" id="{A71EC40C-5E37-EB53-2E97-15FBD4E7B623}"/>
                </a:ext>
              </a:extLst>
            </p:cNvPr>
            <p:cNvSpPr txBox="1">
              <a:spLocks noChangeArrowheads="1"/>
            </p:cNvSpPr>
            <p:nvPr/>
          </p:nvSpPr>
          <p:spPr bwMode="auto">
            <a:xfrm>
              <a:off x="840115" y="2514600"/>
              <a:ext cx="19030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b="1">
                  <a:solidFill>
                    <a:srgbClr val="FF0000"/>
                  </a:solidFill>
                </a:rPr>
                <a:t>Formal charges</a:t>
              </a:r>
            </a:p>
          </p:txBody>
        </p:sp>
      </p:grpSp>
      <p:grpSp>
        <p:nvGrpSpPr>
          <p:cNvPr id="7" name="Group 34">
            <a:extLst>
              <a:ext uri="{FF2B5EF4-FFF2-40B4-BE49-F238E27FC236}">
                <a16:creationId xmlns:a16="http://schemas.microsoft.com/office/drawing/2014/main" id="{DDB3CBE4-25F1-3B7F-8407-BD925EEECA7F}"/>
              </a:ext>
            </a:extLst>
          </p:cNvPr>
          <p:cNvGrpSpPr>
            <a:grpSpLocks/>
          </p:cNvGrpSpPr>
          <p:nvPr/>
        </p:nvGrpSpPr>
        <p:grpSpPr bwMode="auto">
          <a:xfrm>
            <a:off x="762000" y="3581400"/>
            <a:ext cx="7267575" cy="750888"/>
            <a:chOff x="762000" y="3581400"/>
            <a:chExt cx="7267575" cy="750332"/>
          </a:xfrm>
        </p:grpSpPr>
        <p:grpSp>
          <p:nvGrpSpPr>
            <p:cNvPr id="41992" name="Group 34">
              <a:extLst>
                <a:ext uri="{FF2B5EF4-FFF2-40B4-BE49-F238E27FC236}">
                  <a16:creationId xmlns:a16="http://schemas.microsoft.com/office/drawing/2014/main" id="{F76DFD73-5D6D-C9C5-4968-F0D2C8925166}"/>
                </a:ext>
              </a:extLst>
            </p:cNvPr>
            <p:cNvGrpSpPr>
              <a:grpSpLocks/>
            </p:cNvGrpSpPr>
            <p:nvPr/>
          </p:nvGrpSpPr>
          <p:grpSpPr bwMode="auto">
            <a:xfrm>
              <a:off x="762000" y="3581400"/>
              <a:ext cx="7267575" cy="412750"/>
              <a:chOff x="480" y="2246"/>
              <a:chExt cx="4578" cy="260"/>
            </a:xfrm>
          </p:grpSpPr>
          <p:grpSp>
            <p:nvGrpSpPr>
              <p:cNvPr id="41994" name="Group 21">
                <a:extLst>
                  <a:ext uri="{FF2B5EF4-FFF2-40B4-BE49-F238E27FC236}">
                    <a16:creationId xmlns:a16="http://schemas.microsoft.com/office/drawing/2014/main" id="{76FFB358-E2AD-91AE-C737-42FFDA6014FD}"/>
                  </a:ext>
                </a:extLst>
              </p:cNvPr>
              <p:cNvGrpSpPr>
                <a:grpSpLocks/>
              </p:cNvGrpSpPr>
              <p:nvPr/>
            </p:nvGrpSpPr>
            <p:grpSpPr bwMode="auto">
              <a:xfrm>
                <a:off x="2304" y="2256"/>
                <a:ext cx="882" cy="250"/>
                <a:chOff x="336" y="1632"/>
                <a:chExt cx="882" cy="250"/>
              </a:xfrm>
            </p:grpSpPr>
            <p:sp>
              <p:nvSpPr>
                <p:cNvPr id="42003" name="Text Box 22">
                  <a:extLst>
                    <a:ext uri="{FF2B5EF4-FFF2-40B4-BE49-F238E27FC236}">
                      <a16:creationId xmlns:a16="http://schemas.microsoft.com/office/drawing/2014/main" id="{4612C964-CB10-C1F4-FDD7-FEF5AD814326}"/>
                    </a:ext>
                  </a:extLst>
                </p:cNvPr>
                <p:cNvSpPr txBox="1">
                  <a:spLocks noChangeArrowheads="1"/>
                </p:cNvSpPr>
                <p:nvPr/>
              </p:nvSpPr>
              <p:spPr bwMode="auto">
                <a:xfrm>
                  <a:off x="336" y="1632"/>
                  <a:ext cx="2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003399"/>
                      </a:solidFill>
                    </a:rPr>
                    <a:t>-3</a:t>
                  </a:r>
                </a:p>
              </p:txBody>
            </p:sp>
            <p:sp>
              <p:nvSpPr>
                <p:cNvPr id="42004" name="Text Box 23">
                  <a:extLst>
                    <a:ext uri="{FF2B5EF4-FFF2-40B4-BE49-F238E27FC236}">
                      <a16:creationId xmlns:a16="http://schemas.microsoft.com/office/drawing/2014/main" id="{CAE0A275-C9CE-2271-31D5-719DBF4A2BFD}"/>
                    </a:ext>
                  </a:extLst>
                </p:cNvPr>
                <p:cNvSpPr txBox="1">
                  <a:spLocks noChangeArrowheads="1"/>
                </p:cNvSpPr>
                <p:nvPr/>
              </p:nvSpPr>
              <p:spPr bwMode="auto">
                <a:xfrm>
                  <a:off x="672" y="1632"/>
                  <a:ext cx="2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003399"/>
                      </a:solidFill>
                    </a:rPr>
                    <a:t>+4</a:t>
                  </a:r>
                </a:p>
              </p:txBody>
            </p:sp>
            <p:sp>
              <p:nvSpPr>
                <p:cNvPr id="42005" name="Text Box 24">
                  <a:extLst>
                    <a:ext uri="{FF2B5EF4-FFF2-40B4-BE49-F238E27FC236}">
                      <a16:creationId xmlns:a16="http://schemas.microsoft.com/office/drawing/2014/main" id="{013E9D25-29CD-5DCF-606E-6F7FE9F83896}"/>
                    </a:ext>
                  </a:extLst>
                </p:cNvPr>
                <p:cNvSpPr txBox="1">
                  <a:spLocks noChangeArrowheads="1"/>
                </p:cNvSpPr>
                <p:nvPr/>
              </p:nvSpPr>
              <p:spPr bwMode="auto">
                <a:xfrm>
                  <a:off x="960" y="1632"/>
                  <a:ext cx="2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003399"/>
                      </a:solidFill>
                    </a:rPr>
                    <a:t>-2</a:t>
                  </a:r>
                </a:p>
              </p:txBody>
            </p:sp>
          </p:grpSp>
          <p:grpSp>
            <p:nvGrpSpPr>
              <p:cNvPr id="41995" name="Group 25">
                <a:extLst>
                  <a:ext uri="{FF2B5EF4-FFF2-40B4-BE49-F238E27FC236}">
                    <a16:creationId xmlns:a16="http://schemas.microsoft.com/office/drawing/2014/main" id="{DC2FA807-55C3-EBFC-09E1-03F672CFFDF5}"/>
                  </a:ext>
                </a:extLst>
              </p:cNvPr>
              <p:cNvGrpSpPr>
                <a:grpSpLocks/>
              </p:cNvGrpSpPr>
              <p:nvPr/>
            </p:nvGrpSpPr>
            <p:grpSpPr bwMode="auto">
              <a:xfrm>
                <a:off x="480" y="2246"/>
                <a:ext cx="882" cy="250"/>
                <a:chOff x="432" y="1632"/>
                <a:chExt cx="882" cy="250"/>
              </a:xfrm>
            </p:grpSpPr>
            <p:sp>
              <p:nvSpPr>
                <p:cNvPr id="42000" name="Text Box 26">
                  <a:extLst>
                    <a:ext uri="{FF2B5EF4-FFF2-40B4-BE49-F238E27FC236}">
                      <a16:creationId xmlns:a16="http://schemas.microsoft.com/office/drawing/2014/main" id="{1244CF63-3F4A-390E-1DEA-AAD6832ED55C}"/>
                    </a:ext>
                  </a:extLst>
                </p:cNvPr>
                <p:cNvSpPr txBox="1">
                  <a:spLocks noChangeArrowheads="1"/>
                </p:cNvSpPr>
                <p:nvPr/>
              </p:nvSpPr>
              <p:spPr bwMode="auto">
                <a:xfrm>
                  <a:off x="432" y="1632"/>
                  <a:ext cx="2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003399"/>
                      </a:solidFill>
                    </a:rPr>
                    <a:t>-3</a:t>
                  </a:r>
                </a:p>
              </p:txBody>
            </p:sp>
            <p:sp>
              <p:nvSpPr>
                <p:cNvPr id="42001" name="Text Box 27">
                  <a:extLst>
                    <a:ext uri="{FF2B5EF4-FFF2-40B4-BE49-F238E27FC236}">
                      <a16:creationId xmlns:a16="http://schemas.microsoft.com/office/drawing/2014/main" id="{F4B0B059-D7AC-52C4-B517-9982FF3D80F3}"/>
                    </a:ext>
                  </a:extLst>
                </p:cNvPr>
                <p:cNvSpPr txBox="1">
                  <a:spLocks noChangeArrowheads="1"/>
                </p:cNvSpPr>
                <p:nvPr/>
              </p:nvSpPr>
              <p:spPr bwMode="auto">
                <a:xfrm>
                  <a:off x="720" y="1632"/>
                  <a:ext cx="2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003399"/>
                      </a:solidFill>
                    </a:rPr>
                    <a:t>+4</a:t>
                  </a:r>
                </a:p>
              </p:txBody>
            </p:sp>
            <p:sp>
              <p:nvSpPr>
                <p:cNvPr id="42002" name="Text Box 28">
                  <a:extLst>
                    <a:ext uri="{FF2B5EF4-FFF2-40B4-BE49-F238E27FC236}">
                      <a16:creationId xmlns:a16="http://schemas.microsoft.com/office/drawing/2014/main" id="{67ED8926-46C2-3319-995A-8BD6A04F295D}"/>
                    </a:ext>
                  </a:extLst>
                </p:cNvPr>
                <p:cNvSpPr txBox="1">
                  <a:spLocks noChangeArrowheads="1"/>
                </p:cNvSpPr>
                <p:nvPr/>
              </p:nvSpPr>
              <p:spPr bwMode="auto">
                <a:xfrm>
                  <a:off x="1056" y="1632"/>
                  <a:ext cx="2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003399"/>
                      </a:solidFill>
                    </a:rPr>
                    <a:t>-2</a:t>
                  </a:r>
                </a:p>
              </p:txBody>
            </p:sp>
          </p:grpSp>
          <p:grpSp>
            <p:nvGrpSpPr>
              <p:cNvPr id="41996" name="Group 29">
                <a:extLst>
                  <a:ext uri="{FF2B5EF4-FFF2-40B4-BE49-F238E27FC236}">
                    <a16:creationId xmlns:a16="http://schemas.microsoft.com/office/drawing/2014/main" id="{E6310BEC-5E2E-CA2F-E78F-64F704560C40}"/>
                  </a:ext>
                </a:extLst>
              </p:cNvPr>
              <p:cNvGrpSpPr>
                <a:grpSpLocks/>
              </p:cNvGrpSpPr>
              <p:nvPr/>
            </p:nvGrpSpPr>
            <p:grpSpPr bwMode="auto">
              <a:xfrm>
                <a:off x="4176" y="2256"/>
                <a:ext cx="882" cy="250"/>
                <a:chOff x="192" y="1632"/>
                <a:chExt cx="882" cy="250"/>
              </a:xfrm>
            </p:grpSpPr>
            <p:sp>
              <p:nvSpPr>
                <p:cNvPr id="41997" name="Text Box 30">
                  <a:extLst>
                    <a:ext uri="{FF2B5EF4-FFF2-40B4-BE49-F238E27FC236}">
                      <a16:creationId xmlns:a16="http://schemas.microsoft.com/office/drawing/2014/main" id="{D49DF035-E15F-EA3C-DDE7-948C625042A9}"/>
                    </a:ext>
                  </a:extLst>
                </p:cNvPr>
                <p:cNvSpPr txBox="1">
                  <a:spLocks noChangeArrowheads="1"/>
                </p:cNvSpPr>
                <p:nvPr/>
              </p:nvSpPr>
              <p:spPr bwMode="auto">
                <a:xfrm>
                  <a:off x="192" y="1632"/>
                  <a:ext cx="2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003399"/>
                      </a:solidFill>
                    </a:rPr>
                    <a:t>-3</a:t>
                  </a:r>
                </a:p>
              </p:txBody>
            </p:sp>
            <p:sp>
              <p:nvSpPr>
                <p:cNvPr id="41998" name="Text Box 31">
                  <a:extLst>
                    <a:ext uri="{FF2B5EF4-FFF2-40B4-BE49-F238E27FC236}">
                      <a16:creationId xmlns:a16="http://schemas.microsoft.com/office/drawing/2014/main" id="{9E9CB7DE-08F7-4AAE-15ED-4A829AA2A1A3}"/>
                    </a:ext>
                  </a:extLst>
                </p:cNvPr>
                <p:cNvSpPr txBox="1">
                  <a:spLocks noChangeArrowheads="1"/>
                </p:cNvSpPr>
                <p:nvPr/>
              </p:nvSpPr>
              <p:spPr bwMode="auto">
                <a:xfrm>
                  <a:off x="528" y="1632"/>
                  <a:ext cx="2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003399"/>
                      </a:solidFill>
                    </a:rPr>
                    <a:t>+4</a:t>
                  </a:r>
                </a:p>
              </p:txBody>
            </p:sp>
            <p:sp>
              <p:nvSpPr>
                <p:cNvPr id="41999" name="Text Box 32">
                  <a:extLst>
                    <a:ext uri="{FF2B5EF4-FFF2-40B4-BE49-F238E27FC236}">
                      <a16:creationId xmlns:a16="http://schemas.microsoft.com/office/drawing/2014/main" id="{9C3F1C31-C0EB-45E1-0F32-0DE7709C7641}"/>
                    </a:ext>
                  </a:extLst>
                </p:cNvPr>
                <p:cNvSpPr txBox="1">
                  <a:spLocks noChangeArrowheads="1"/>
                </p:cNvSpPr>
                <p:nvPr/>
              </p:nvSpPr>
              <p:spPr bwMode="auto">
                <a:xfrm>
                  <a:off x="816" y="1632"/>
                  <a:ext cx="25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003399"/>
                      </a:solidFill>
                    </a:rPr>
                    <a:t>-2</a:t>
                  </a:r>
                </a:p>
              </p:txBody>
            </p:sp>
          </p:grpSp>
        </p:grpSp>
        <p:sp>
          <p:nvSpPr>
            <p:cNvPr id="41993" name="TextBox 33">
              <a:extLst>
                <a:ext uri="{FF2B5EF4-FFF2-40B4-BE49-F238E27FC236}">
                  <a16:creationId xmlns:a16="http://schemas.microsoft.com/office/drawing/2014/main" id="{AE6B80E2-AAA9-BBA4-CB5C-E6225C2B43B6}"/>
                </a:ext>
              </a:extLst>
            </p:cNvPr>
            <p:cNvSpPr txBox="1">
              <a:spLocks noChangeArrowheads="1"/>
            </p:cNvSpPr>
            <p:nvPr/>
          </p:nvSpPr>
          <p:spPr bwMode="auto">
            <a:xfrm>
              <a:off x="838200" y="3962400"/>
              <a:ext cx="22878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b="1">
                  <a:solidFill>
                    <a:srgbClr val="003399"/>
                  </a:solidFill>
                </a:rPr>
                <a:t>Oxidation numbers</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1000"/>
                                  </p:stCondLst>
                                  <p:childTnLst>
                                    <p:set>
                                      <p:cBhvr>
                                        <p:cTn id="6" dur="1" fill="hold">
                                          <p:stCondLst>
                                            <p:cond delay="0"/>
                                          </p:stCondLst>
                                        </p:cTn>
                                        <p:tgtEl>
                                          <p:spTgt spid="15398"/>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2"/>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7"/>
                                        </p:tgtEl>
                                        <p:attrNameLst>
                                          <p:attrName>style.visibility</p:attrName>
                                        </p:attrNameLst>
                                      </p:cBhvr>
                                      <p:to>
                                        <p:strVal val="visible"/>
                                      </p:to>
                                    </p:set>
                                  </p:childTnLst>
                                </p:cTn>
                              </p:par>
                            </p:childTnLst>
                          </p:cTn>
                        </p:par>
                        <p:par>
                          <p:cTn id="13" fill="hold" nodeType="afterGroup">
                            <p:stCondLst>
                              <p:cond delay="3000"/>
                            </p:stCondLst>
                            <p:childTnLst>
                              <p:par>
                                <p:cTn id="14" presetID="1" presetClass="entr" presetSubtype="0" fill="hold" grpId="0" nodeType="afterEffect">
                                  <p:stCondLst>
                                    <p:cond delay="1000"/>
                                  </p:stCondLst>
                                  <p:childTnLst>
                                    <p:set>
                                      <p:cBhvr>
                                        <p:cTn id="15" dur="1" fill="hold">
                                          <p:stCondLst>
                                            <p:cond delay="0"/>
                                          </p:stCondLst>
                                        </p:cTn>
                                        <p:tgtEl>
                                          <p:spTgt spid="1065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a:extLst>
              <a:ext uri="{FF2B5EF4-FFF2-40B4-BE49-F238E27FC236}">
                <a16:creationId xmlns:a16="http://schemas.microsoft.com/office/drawing/2014/main" id="{CF18BBB2-B298-6201-7F56-44857276DEB3}"/>
              </a:ext>
            </a:extLst>
          </p:cNvPr>
          <p:cNvSpPr txBox="1">
            <a:spLocks noChangeArrowheads="1"/>
          </p:cNvSpPr>
          <p:nvPr/>
        </p:nvSpPr>
        <p:spPr bwMode="auto">
          <a:xfrm>
            <a:off x="1981200" y="533400"/>
            <a:ext cx="5181600" cy="519113"/>
          </a:xfrm>
          <a:prstGeom prst="rect">
            <a:avLst/>
          </a:prstGeom>
          <a:gradFill rotWithShape="1">
            <a:gsLst>
              <a:gs pos="0">
                <a:srgbClr val="990000">
                  <a:alpha val="35001"/>
                </a:srgbClr>
              </a:gs>
              <a:gs pos="100000">
                <a:srgbClr val="47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800" b="1"/>
              <a:t>Exceptions to the Octet Rule</a:t>
            </a:r>
          </a:p>
        </p:txBody>
      </p:sp>
      <p:sp>
        <p:nvSpPr>
          <p:cNvPr id="107525" name="Text Box 5">
            <a:extLst>
              <a:ext uri="{FF2B5EF4-FFF2-40B4-BE49-F238E27FC236}">
                <a16:creationId xmlns:a16="http://schemas.microsoft.com/office/drawing/2014/main" id="{84FA1A98-0279-AE2E-11B2-E17686CE7C38}"/>
              </a:ext>
            </a:extLst>
          </p:cNvPr>
          <p:cNvSpPr txBox="1">
            <a:spLocks noChangeArrowheads="1"/>
          </p:cNvSpPr>
          <p:nvPr/>
        </p:nvSpPr>
        <p:spPr bwMode="auto">
          <a:xfrm>
            <a:off x="533400" y="1219200"/>
            <a:ext cx="5626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Molecules with Electron-Deficient Atoms</a:t>
            </a:r>
          </a:p>
        </p:txBody>
      </p:sp>
      <p:sp>
        <p:nvSpPr>
          <p:cNvPr id="107527" name="Text Box 7">
            <a:extLst>
              <a:ext uri="{FF2B5EF4-FFF2-40B4-BE49-F238E27FC236}">
                <a16:creationId xmlns:a16="http://schemas.microsoft.com/office/drawing/2014/main" id="{B5224B12-58EB-A5A4-AD79-8A0F40356334}"/>
              </a:ext>
            </a:extLst>
          </p:cNvPr>
          <p:cNvSpPr txBox="1">
            <a:spLocks noChangeArrowheads="1"/>
          </p:cNvSpPr>
          <p:nvPr/>
        </p:nvSpPr>
        <p:spPr bwMode="auto">
          <a:xfrm>
            <a:off x="533400" y="3581400"/>
            <a:ext cx="3151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Odd-Electron Species</a:t>
            </a:r>
          </a:p>
        </p:txBody>
      </p:sp>
      <p:graphicFrame>
        <p:nvGraphicFramePr>
          <p:cNvPr id="107528" name="Object 8">
            <a:extLst>
              <a:ext uri="{FF2B5EF4-FFF2-40B4-BE49-F238E27FC236}">
                <a16:creationId xmlns:a16="http://schemas.microsoft.com/office/drawing/2014/main" id="{9A0E8CFB-BCFF-2D51-0A0D-DECBD13AF777}"/>
              </a:ext>
            </a:extLst>
          </p:cNvPr>
          <p:cNvGraphicFramePr>
            <a:graphicFrameLocks noChangeAspect="1"/>
          </p:cNvGraphicFramePr>
          <p:nvPr/>
        </p:nvGraphicFramePr>
        <p:xfrm>
          <a:off x="762000" y="2311400"/>
          <a:ext cx="1885950" cy="504825"/>
        </p:xfrm>
        <a:graphic>
          <a:graphicData uri="http://schemas.openxmlformats.org/presentationml/2006/ole">
            <mc:AlternateContent xmlns:mc="http://schemas.openxmlformats.org/markup-compatibility/2006">
              <mc:Choice xmlns:v="urn:schemas-microsoft-com:vml" Requires="v">
                <p:oleObj r:id="rId2" imgW="1168400" imgH="317500" progId="">
                  <p:embed/>
                </p:oleObj>
              </mc:Choice>
              <mc:Fallback>
                <p:oleObj r:id="rId2" imgW="1168400" imgH="317500" progId="">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311400"/>
                        <a:ext cx="1885950"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7530" name="Object 10">
            <a:extLst>
              <a:ext uri="{FF2B5EF4-FFF2-40B4-BE49-F238E27FC236}">
                <a16:creationId xmlns:a16="http://schemas.microsoft.com/office/drawing/2014/main" id="{E2388DF4-B74A-71A9-B037-7B550B6B3E66}"/>
              </a:ext>
            </a:extLst>
          </p:cNvPr>
          <p:cNvGraphicFramePr>
            <a:graphicFrameLocks noChangeAspect="1"/>
          </p:cNvGraphicFramePr>
          <p:nvPr/>
        </p:nvGraphicFramePr>
        <p:xfrm>
          <a:off x="762000" y="4419600"/>
          <a:ext cx="4572000" cy="831850"/>
        </p:xfrm>
        <a:graphic>
          <a:graphicData uri="http://schemas.openxmlformats.org/presentationml/2006/ole">
            <mc:AlternateContent xmlns:mc="http://schemas.openxmlformats.org/markup-compatibility/2006">
              <mc:Choice xmlns:v="urn:schemas-microsoft-com:vml" Requires="v">
                <p:oleObj r:id="rId4" imgW="2730500" imgH="508000" progId="">
                  <p:embed/>
                </p:oleObj>
              </mc:Choice>
              <mc:Fallback>
                <p:oleObj r:id="rId4" imgW="2730500" imgH="508000" progId="">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4419600"/>
                        <a:ext cx="4572000" cy="831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7531" name="Text Box 11">
            <a:extLst>
              <a:ext uri="{FF2B5EF4-FFF2-40B4-BE49-F238E27FC236}">
                <a16:creationId xmlns:a16="http://schemas.microsoft.com/office/drawing/2014/main" id="{64B9824A-8D27-5C31-5206-AC2129A0CBEA}"/>
              </a:ext>
            </a:extLst>
          </p:cNvPr>
          <p:cNvSpPr txBox="1">
            <a:spLocks noChangeArrowheads="1"/>
          </p:cNvSpPr>
          <p:nvPr/>
        </p:nvSpPr>
        <p:spPr bwMode="auto">
          <a:xfrm>
            <a:off x="1295400" y="5562600"/>
            <a:ext cx="5943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A molecule with an odd number of electrons is called a </a:t>
            </a:r>
            <a:r>
              <a:rPr lang="en-US" altLang="en-US" sz="2000" b="1" i="1"/>
              <a:t>free radical</a:t>
            </a:r>
            <a:r>
              <a:rPr lang="en-US" altLang="en-US" sz="2000"/>
              <a:t>.</a:t>
            </a:r>
          </a:p>
        </p:txBody>
      </p:sp>
      <p:sp>
        <p:nvSpPr>
          <p:cNvPr id="107534" name="Text Box 14">
            <a:extLst>
              <a:ext uri="{FF2B5EF4-FFF2-40B4-BE49-F238E27FC236}">
                <a16:creationId xmlns:a16="http://schemas.microsoft.com/office/drawing/2014/main" id="{70B48B8A-4845-66D5-C083-475A2D3C6DA2}"/>
              </a:ext>
            </a:extLst>
          </p:cNvPr>
          <p:cNvSpPr txBox="1">
            <a:spLocks noChangeArrowheads="1"/>
          </p:cNvSpPr>
          <p:nvPr/>
        </p:nvSpPr>
        <p:spPr bwMode="auto">
          <a:xfrm>
            <a:off x="5410200" y="2286000"/>
            <a:ext cx="2971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B and Be are commonly electron-deficient.</a:t>
            </a:r>
          </a:p>
        </p:txBody>
      </p:sp>
      <p:graphicFrame>
        <p:nvGraphicFramePr>
          <p:cNvPr id="107535" name="Object 15">
            <a:extLst>
              <a:ext uri="{FF2B5EF4-FFF2-40B4-BE49-F238E27FC236}">
                <a16:creationId xmlns:a16="http://schemas.microsoft.com/office/drawing/2014/main" id="{A7EBF264-FA9E-3EE4-A448-54A30E91F06B}"/>
              </a:ext>
            </a:extLst>
          </p:cNvPr>
          <p:cNvGraphicFramePr>
            <a:graphicFrameLocks noChangeAspect="1"/>
          </p:cNvGraphicFramePr>
          <p:nvPr/>
        </p:nvGraphicFramePr>
        <p:xfrm>
          <a:off x="3352800" y="1828800"/>
          <a:ext cx="1524000" cy="1430338"/>
        </p:xfrm>
        <a:graphic>
          <a:graphicData uri="http://schemas.openxmlformats.org/presentationml/2006/ole">
            <mc:AlternateContent xmlns:mc="http://schemas.openxmlformats.org/markup-compatibility/2006">
              <mc:Choice xmlns:v="urn:schemas-microsoft-com:vml" Requires="v">
                <p:oleObj r:id="rId6" imgW="939800" imgH="876300" progId="">
                  <p:embed/>
                </p:oleObj>
              </mc:Choice>
              <mc:Fallback>
                <p:oleObj r:id="rId6" imgW="939800" imgH="876300" progId="">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52800" y="1828800"/>
                        <a:ext cx="1524000" cy="1430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7525"/>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1000"/>
                                  </p:stCondLst>
                                  <p:childTnLst>
                                    <p:set>
                                      <p:cBhvr>
                                        <p:cTn id="9" dur="1" fill="hold">
                                          <p:stCondLst>
                                            <p:cond delay="0"/>
                                          </p:stCondLst>
                                        </p:cTn>
                                        <p:tgtEl>
                                          <p:spTgt spid="107528"/>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nodeType="afterEffect">
                                  <p:stCondLst>
                                    <p:cond delay="1000"/>
                                  </p:stCondLst>
                                  <p:childTnLst>
                                    <p:set>
                                      <p:cBhvr>
                                        <p:cTn id="12" dur="1" fill="hold">
                                          <p:stCondLst>
                                            <p:cond delay="0"/>
                                          </p:stCondLst>
                                        </p:cTn>
                                        <p:tgtEl>
                                          <p:spTgt spid="107535"/>
                                        </p:tgtEl>
                                        <p:attrNameLst>
                                          <p:attrName>style.visibility</p:attrName>
                                        </p:attrNameLst>
                                      </p:cBhvr>
                                      <p:to>
                                        <p:strVal val="visible"/>
                                      </p:to>
                                    </p:set>
                                  </p:childTnLst>
                                </p:cTn>
                              </p:par>
                            </p:childTnLst>
                          </p:cTn>
                        </p:par>
                        <p:par>
                          <p:cTn id="13" fill="hold" nodeType="afterGroup">
                            <p:stCondLst>
                              <p:cond delay="2000"/>
                            </p:stCondLst>
                            <p:childTnLst>
                              <p:par>
                                <p:cTn id="14" presetID="1" presetClass="entr" presetSubtype="0" fill="hold" grpId="0" nodeType="afterEffect">
                                  <p:stCondLst>
                                    <p:cond delay="1000"/>
                                  </p:stCondLst>
                                  <p:childTnLst>
                                    <p:set>
                                      <p:cBhvr>
                                        <p:cTn id="15" dur="1" fill="hold">
                                          <p:stCondLst>
                                            <p:cond delay="0"/>
                                          </p:stCondLst>
                                        </p:cTn>
                                        <p:tgtEl>
                                          <p:spTgt spid="107534"/>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07527"/>
                                        </p:tgtEl>
                                        <p:attrNameLst>
                                          <p:attrName>style.visibility</p:attrName>
                                        </p:attrNameLst>
                                      </p:cBhvr>
                                      <p:to>
                                        <p:strVal val="visible"/>
                                      </p:to>
                                    </p:set>
                                  </p:childTnLst>
                                </p:cTn>
                              </p:par>
                            </p:childTnLst>
                          </p:cTn>
                        </p:par>
                        <p:par>
                          <p:cTn id="20" fill="hold" nodeType="afterGroup">
                            <p:stCondLst>
                              <p:cond delay="0"/>
                            </p:stCondLst>
                            <p:childTnLst>
                              <p:par>
                                <p:cTn id="21" presetID="1" presetClass="entr" presetSubtype="0" fill="hold" nodeType="afterEffect">
                                  <p:stCondLst>
                                    <p:cond delay="1000"/>
                                  </p:stCondLst>
                                  <p:childTnLst>
                                    <p:set>
                                      <p:cBhvr>
                                        <p:cTn id="22" dur="1" fill="hold">
                                          <p:stCondLst>
                                            <p:cond delay="0"/>
                                          </p:stCondLst>
                                        </p:cTn>
                                        <p:tgtEl>
                                          <p:spTgt spid="107530"/>
                                        </p:tgtEl>
                                        <p:attrNameLst>
                                          <p:attrName>style.visibility</p:attrName>
                                        </p:attrNameLst>
                                      </p:cBhvr>
                                      <p:to>
                                        <p:strVal val="visible"/>
                                      </p:to>
                                    </p:set>
                                  </p:childTnLst>
                                </p:cTn>
                              </p:par>
                            </p:childTnLst>
                          </p:cTn>
                        </p:par>
                        <p:par>
                          <p:cTn id="23" fill="hold" nodeType="afterGroup">
                            <p:stCondLst>
                              <p:cond delay="1000"/>
                            </p:stCondLst>
                            <p:childTnLst>
                              <p:par>
                                <p:cTn id="24" presetID="1" presetClass="entr" presetSubtype="0" fill="hold" grpId="0" nodeType="afterEffect">
                                  <p:stCondLst>
                                    <p:cond delay="1000"/>
                                  </p:stCondLst>
                                  <p:childTnLst>
                                    <p:set>
                                      <p:cBhvr>
                                        <p:cTn id="25" dur="1" fill="hold">
                                          <p:stCondLst>
                                            <p:cond delay="0"/>
                                          </p:stCondLst>
                                        </p:cTn>
                                        <p:tgtEl>
                                          <p:spTgt spid="1075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5" grpId="0"/>
      <p:bldP spid="107527" grpId="0"/>
      <p:bldP spid="107531" grpId="0"/>
      <p:bldP spid="10753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a:extLst>
              <a:ext uri="{FF2B5EF4-FFF2-40B4-BE49-F238E27FC236}">
                <a16:creationId xmlns:a16="http://schemas.microsoft.com/office/drawing/2014/main" id="{8AD1BD3F-ACF8-E5B9-E4A2-EFDC3E3FA7C9}"/>
              </a:ext>
            </a:extLst>
          </p:cNvPr>
          <p:cNvSpPr txBox="1">
            <a:spLocks noChangeArrowheads="1"/>
          </p:cNvSpPr>
          <p:nvPr/>
        </p:nvSpPr>
        <p:spPr bwMode="auto">
          <a:xfrm>
            <a:off x="1981200" y="533400"/>
            <a:ext cx="5181600" cy="519113"/>
          </a:xfrm>
          <a:prstGeom prst="rect">
            <a:avLst/>
          </a:prstGeom>
          <a:gradFill rotWithShape="1">
            <a:gsLst>
              <a:gs pos="0">
                <a:srgbClr val="990000">
                  <a:alpha val="35001"/>
                </a:srgbClr>
              </a:gs>
              <a:gs pos="100000">
                <a:srgbClr val="47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800" b="1"/>
              <a:t>Exceptions to the Octet Rule</a:t>
            </a:r>
          </a:p>
        </p:txBody>
      </p:sp>
      <p:sp>
        <p:nvSpPr>
          <p:cNvPr id="108547" name="Text Box 3">
            <a:extLst>
              <a:ext uri="{FF2B5EF4-FFF2-40B4-BE49-F238E27FC236}">
                <a16:creationId xmlns:a16="http://schemas.microsoft.com/office/drawing/2014/main" id="{4259F3F0-D5A8-5FDD-76E7-67B323E11786}"/>
              </a:ext>
            </a:extLst>
          </p:cNvPr>
          <p:cNvSpPr txBox="1">
            <a:spLocks noChangeArrowheads="1"/>
          </p:cNvSpPr>
          <p:nvPr/>
        </p:nvSpPr>
        <p:spPr bwMode="auto">
          <a:xfrm>
            <a:off x="457200" y="1371600"/>
            <a:ext cx="3662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Expanded Valence Shells</a:t>
            </a:r>
          </a:p>
        </p:txBody>
      </p:sp>
      <p:sp>
        <p:nvSpPr>
          <p:cNvPr id="108551" name="Text Box 7">
            <a:extLst>
              <a:ext uri="{FF2B5EF4-FFF2-40B4-BE49-F238E27FC236}">
                <a16:creationId xmlns:a16="http://schemas.microsoft.com/office/drawing/2014/main" id="{F90C4AC2-9175-849A-9D49-4F23A164C9B7}"/>
              </a:ext>
            </a:extLst>
          </p:cNvPr>
          <p:cNvSpPr txBox="1">
            <a:spLocks noChangeArrowheads="1"/>
          </p:cNvSpPr>
          <p:nvPr/>
        </p:nvSpPr>
        <p:spPr bwMode="auto">
          <a:xfrm>
            <a:off x="457200" y="4267200"/>
            <a:ext cx="816927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An expanded valence shell is only possible for </a:t>
            </a:r>
            <a:r>
              <a:rPr lang="en-US" altLang="en-US" b="1" i="1"/>
              <a:t>nonmetals from Period 3 or higher</a:t>
            </a:r>
            <a:r>
              <a:rPr lang="en-US" altLang="en-US"/>
              <a:t> because these elements have available </a:t>
            </a:r>
            <a:r>
              <a:rPr lang="en-US" altLang="en-US" b="1" i="1"/>
              <a:t>d orbitals</a:t>
            </a:r>
            <a:r>
              <a:rPr lang="en-US" altLang="en-US"/>
              <a:t>.</a:t>
            </a:r>
          </a:p>
        </p:txBody>
      </p:sp>
      <p:graphicFrame>
        <p:nvGraphicFramePr>
          <p:cNvPr id="108552" name="Object 8">
            <a:extLst>
              <a:ext uri="{FF2B5EF4-FFF2-40B4-BE49-F238E27FC236}">
                <a16:creationId xmlns:a16="http://schemas.microsoft.com/office/drawing/2014/main" id="{5C6B223C-6D4E-F5AA-3657-8E5C9DF9F0AE}"/>
              </a:ext>
            </a:extLst>
          </p:cNvPr>
          <p:cNvGraphicFramePr>
            <a:graphicFrameLocks noChangeAspect="1"/>
          </p:cNvGraphicFramePr>
          <p:nvPr/>
        </p:nvGraphicFramePr>
        <p:xfrm>
          <a:off x="1295400" y="2133600"/>
          <a:ext cx="1816100" cy="1414463"/>
        </p:xfrm>
        <a:graphic>
          <a:graphicData uri="http://schemas.openxmlformats.org/presentationml/2006/ole">
            <mc:AlternateContent xmlns:mc="http://schemas.openxmlformats.org/markup-compatibility/2006">
              <mc:Choice xmlns:v="urn:schemas-microsoft-com:vml" Requires="v">
                <p:oleObj r:id="rId2" imgW="1206500" imgH="939800" progId="">
                  <p:embed/>
                </p:oleObj>
              </mc:Choice>
              <mc:Fallback>
                <p:oleObj r:id="rId2" imgW="1206500" imgH="939800" progId="">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133600"/>
                        <a:ext cx="1816100" cy="1414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8553" name="Object 9">
            <a:extLst>
              <a:ext uri="{FF2B5EF4-FFF2-40B4-BE49-F238E27FC236}">
                <a16:creationId xmlns:a16="http://schemas.microsoft.com/office/drawing/2014/main" id="{43109848-297D-A235-11F7-90807A66BFE7}"/>
              </a:ext>
            </a:extLst>
          </p:cNvPr>
          <p:cNvGraphicFramePr>
            <a:graphicFrameLocks noChangeAspect="1"/>
          </p:cNvGraphicFramePr>
          <p:nvPr/>
        </p:nvGraphicFramePr>
        <p:xfrm>
          <a:off x="4724400" y="2133600"/>
          <a:ext cx="2514600" cy="1576388"/>
        </p:xfrm>
        <a:graphic>
          <a:graphicData uri="http://schemas.openxmlformats.org/presentationml/2006/ole">
            <mc:AlternateContent xmlns:mc="http://schemas.openxmlformats.org/markup-compatibility/2006">
              <mc:Choice xmlns:v="urn:schemas-microsoft-com:vml" Requires="v">
                <p:oleObj r:id="rId4" imgW="1701800" imgH="1066800" progId="">
                  <p:embed/>
                </p:oleObj>
              </mc:Choice>
              <mc:Fallback>
                <p:oleObj r:id="rId4" imgW="1701800" imgH="1066800" progId="">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4400" y="2133600"/>
                        <a:ext cx="2514600" cy="157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8547"/>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1000"/>
                                  </p:stCondLst>
                                  <p:childTnLst>
                                    <p:set>
                                      <p:cBhvr>
                                        <p:cTn id="9" dur="1" fill="hold">
                                          <p:stCondLst>
                                            <p:cond delay="0"/>
                                          </p:stCondLst>
                                        </p:cTn>
                                        <p:tgtEl>
                                          <p:spTgt spid="108552"/>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nodeType="afterEffect">
                                  <p:stCondLst>
                                    <p:cond delay="1000"/>
                                  </p:stCondLst>
                                  <p:childTnLst>
                                    <p:set>
                                      <p:cBhvr>
                                        <p:cTn id="12" dur="1" fill="hold">
                                          <p:stCondLst>
                                            <p:cond delay="0"/>
                                          </p:stCondLst>
                                        </p:cTn>
                                        <p:tgtEl>
                                          <p:spTgt spid="108553"/>
                                        </p:tgtEl>
                                        <p:attrNameLst>
                                          <p:attrName>style.visibility</p:attrName>
                                        </p:attrNameLst>
                                      </p:cBhvr>
                                      <p:to>
                                        <p:strVal val="visible"/>
                                      </p:to>
                                    </p:set>
                                  </p:childTnLst>
                                </p:cTn>
                              </p:par>
                            </p:childTnLst>
                          </p:cTn>
                        </p:par>
                        <p:par>
                          <p:cTn id="13" fill="hold" nodeType="afterGroup">
                            <p:stCondLst>
                              <p:cond delay="2000"/>
                            </p:stCondLst>
                            <p:childTnLst>
                              <p:par>
                                <p:cTn id="14" presetID="1" presetClass="entr" presetSubtype="0" fill="hold" grpId="0" nodeType="afterEffect">
                                  <p:stCondLst>
                                    <p:cond delay="1000"/>
                                  </p:stCondLst>
                                  <p:childTnLst>
                                    <p:set>
                                      <p:cBhvr>
                                        <p:cTn id="15" dur="1" fill="hold">
                                          <p:stCondLst>
                                            <p:cond delay="0"/>
                                          </p:stCondLst>
                                        </p:cTn>
                                        <p:tgtEl>
                                          <p:spTgt spid="1085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7" grpId="0"/>
      <p:bldP spid="10855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a:extLst>
              <a:ext uri="{FF2B5EF4-FFF2-40B4-BE49-F238E27FC236}">
                <a16:creationId xmlns:a16="http://schemas.microsoft.com/office/drawing/2014/main" id="{A2957F19-11D1-B517-C782-44082E4D56C7}"/>
              </a:ext>
            </a:extLst>
          </p:cNvPr>
          <p:cNvSpPr txBox="1">
            <a:spLocks noChangeArrowheads="1"/>
          </p:cNvSpPr>
          <p:nvPr/>
        </p:nvSpPr>
        <p:spPr bwMode="auto">
          <a:xfrm>
            <a:off x="381000" y="365125"/>
            <a:ext cx="28956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Sample Problem 10.5</a:t>
            </a:r>
          </a:p>
        </p:txBody>
      </p:sp>
      <p:sp>
        <p:nvSpPr>
          <p:cNvPr id="45059" name="Text Box 3">
            <a:extLst>
              <a:ext uri="{FF2B5EF4-FFF2-40B4-BE49-F238E27FC236}">
                <a16:creationId xmlns:a16="http://schemas.microsoft.com/office/drawing/2014/main" id="{3B4A3410-BC5A-1F7B-CB20-562B99B41EEA}"/>
              </a:ext>
            </a:extLst>
          </p:cNvPr>
          <p:cNvSpPr txBox="1">
            <a:spLocks noChangeArrowheads="1"/>
          </p:cNvSpPr>
          <p:nvPr/>
        </p:nvSpPr>
        <p:spPr bwMode="auto">
          <a:xfrm>
            <a:off x="3581400" y="365125"/>
            <a:ext cx="5029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b="1"/>
              <a:t>Writing Lewis Structures for Octet-Rule Exceptions</a:t>
            </a:r>
          </a:p>
        </p:txBody>
      </p:sp>
      <p:sp>
        <p:nvSpPr>
          <p:cNvPr id="20485" name="Text Box 5">
            <a:extLst>
              <a:ext uri="{FF2B5EF4-FFF2-40B4-BE49-F238E27FC236}">
                <a16:creationId xmlns:a16="http://schemas.microsoft.com/office/drawing/2014/main" id="{A5884DD5-CB98-10FC-D8C5-42A7F5F81565}"/>
              </a:ext>
            </a:extLst>
          </p:cNvPr>
          <p:cNvSpPr txBox="1">
            <a:spLocks noChangeArrowheads="1"/>
          </p:cNvSpPr>
          <p:nvPr/>
        </p:nvSpPr>
        <p:spPr bwMode="auto">
          <a:xfrm>
            <a:off x="304800" y="3505200"/>
            <a:ext cx="190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SOLUTION:</a:t>
            </a:r>
          </a:p>
        </p:txBody>
      </p:sp>
      <p:grpSp>
        <p:nvGrpSpPr>
          <p:cNvPr id="45061" name="Group 38">
            <a:extLst>
              <a:ext uri="{FF2B5EF4-FFF2-40B4-BE49-F238E27FC236}">
                <a16:creationId xmlns:a16="http://schemas.microsoft.com/office/drawing/2014/main" id="{C9584D26-B072-C5F8-070E-D00B767881EF}"/>
              </a:ext>
            </a:extLst>
          </p:cNvPr>
          <p:cNvGrpSpPr>
            <a:grpSpLocks/>
          </p:cNvGrpSpPr>
          <p:nvPr/>
        </p:nvGrpSpPr>
        <p:grpSpPr bwMode="auto">
          <a:xfrm>
            <a:off x="381000" y="1219200"/>
            <a:ext cx="8610600" cy="1006475"/>
            <a:chOff x="192" y="480"/>
            <a:chExt cx="5424" cy="634"/>
          </a:xfrm>
        </p:grpSpPr>
        <p:sp>
          <p:nvSpPr>
            <p:cNvPr id="45067" name="Text Box 7">
              <a:extLst>
                <a:ext uri="{FF2B5EF4-FFF2-40B4-BE49-F238E27FC236}">
                  <a16:creationId xmlns:a16="http://schemas.microsoft.com/office/drawing/2014/main" id="{01D525C8-7F25-8375-702C-DFA8122026B4}"/>
                </a:ext>
              </a:extLst>
            </p:cNvPr>
            <p:cNvSpPr txBox="1">
              <a:spLocks noChangeArrowheads="1"/>
            </p:cNvSpPr>
            <p:nvPr/>
          </p:nvSpPr>
          <p:spPr bwMode="auto">
            <a:xfrm>
              <a:off x="192" y="480"/>
              <a:ext cx="102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PROBLEM:</a:t>
              </a:r>
            </a:p>
          </p:txBody>
        </p:sp>
        <p:sp>
          <p:nvSpPr>
            <p:cNvPr id="45068" name="Text Box 8">
              <a:extLst>
                <a:ext uri="{FF2B5EF4-FFF2-40B4-BE49-F238E27FC236}">
                  <a16:creationId xmlns:a16="http://schemas.microsoft.com/office/drawing/2014/main" id="{E8875412-19DF-5D58-D56F-F58B11A6E83F}"/>
                </a:ext>
              </a:extLst>
            </p:cNvPr>
            <p:cNvSpPr txBox="1">
              <a:spLocks noChangeArrowheads="1"/>
            </p:cNvSpPr>
            <p:nvPr/>
          </p:nvSpPr>
          <p:spPr bwMode="auto">
            <a:xfrm>
              <a:off x="1152" y="480"/>
              <a:ext cx="4464"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Write a Lewis structure and identify the octet-rule exception for </a:t>
              </a:r>
              <a:r>
                <a:rPr lang="en-US" altLang="en-US" sz="2000" b="1"/>
                <a:t>(a)</a:t>
              </a:r>
              <a:r>
                <a:rPr lang="en-US" altLang="en-US" sz="2000"/>
                <a:t> SClF</a:t>
              </a:r>
              <a:r>
                <a:rPr lang="en-US" altLang="en-US" sz="2000" baseline="-25000"/>
                <a:t>5</a:t>
              </a:r>
              <a:r>
                <a:rPr lang="en-US" altLang="en-US" sz="2000"/>
                <a:t>; </a:t>
              </a:r>
              <a:r>
                <a:rPr lang="en-US" altLang="en-US" sz="2000" b="1"/>
                <a:t>(b)</a:t>
              </a:r>
              <a:r>
                <a:rPr lang="en-US" altLang="en-US" sz="2000"/>
                <a:t> H</a:t>
              </a:r>
              <a:r>
                <a:rPr lang="en-US" altLang="en-US" sz="2000" baseline="-25000"/>
                <a:t>3</a:t>
              </a:r>
              <a:r>
                <a:rPr lang="en-US" altLang="en-US" sz="2000"/>
                <a:t>PO</a:t>
              </a:r>
              <a:r>
                <a:rPr lang="en-US" altLang="en-US" sz="2000" baseline="-25000"/>
                <a:t>4</a:t>
              </a:r>
              <a:r>
                <a:rPr lang="en-US" altLang="en-US" sz="2000"/>
                <a:t> (draw two resonance forms and select the more important); </a:t>
              </a:r>
              <a:r>
                <a:rPr lang="en-US" altLang="en-US" sz="2000" b="1"/>
                <a:t>(c)</a:t>
              </a:r>
              <a:r>
                <a:rPr lang="en-US" altLang="en-US" sz="2000"/>
                <a:t> BFCl</a:t>
              </a:r>
              <a:r>
                <a:rPr lang="en-US" altLang="en-US" sz="2000" baseline="-25000"/>
                <a:t>2</a:t>
              </a:r>
              <a:r>
                <a:rPr lang="en-US" altLang="en-US" sz="2000"/>
                <a:t>.</a:t>
              </a:r>
              <a:endParaRPr lang="en-US" altLang="en-US" sz="2000" b="1"/>
            </a:p>
          </p:txBody>
        </p:sp>
      </p:grpSp>
      <p:grpSp>
        <p:nvGrpSpPr>
          <p:cNvPr id="3" name="Group 151">
            <a:extLst>
              <a:ext uri="{FF2B5EF4-FFF2-40B4-BE49-F238E27FC236}">
                <a16:creationId xmlns:a16="http://schemas.microsoft.com/office/drawing/2014/main" id="{7FC393FB-6874-5DE6-F656-38DDC81A0838}"/>
              </a:ext>
            </a:extLst>
          </p:cNvPr>
          <p:cNvGrpSpPr>
            <a:grpSpLocks/>
          </p:cNvGrpSpPr>
          <p:nvPr/>
        </p:nvGrpSpPr>
        <p:grpSpPr bwMode="auto">
          <a:xfrm>
            <a:off x="381000" y="2438400"/>
            <a:ext cx="8458200" cy="1006475"/>
            <a:chOff x="240" y="1536"/>
            <a:chExt cx="5328" cy="634"/>
          </a:xfrm>
        </p:grpSpPr>
        <p:sp>
          <p:nvSpPr>
            <p:cNvPr id="45065" name="Text Box 4">
              <a:extLst>
                <a:ext uri="{FF2B5EF4-FFF2-40B4-BE49-F238E27FC236}">
                  <a16:creationId xmlns:a16="http://schemas.microsoft.com/office/drawing/2014/main" id="{B7395F3B-1139-9C66-AB8D-7841D3FA3B93}"/>
                </a:ext>
              </a:extLst>
            </p:cNvPr>
            <p:cNvSpPr txBox="1">
              <a:spLocks noChangeArrowheads="1"/>
            </p:cNvSpPr>
            <p:nvPr/>
          </p:nvSpPr>
          <p:spPr bwMode="auto">
            <a:xfrm>
              <a:off x="240" y="153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PLAN:</a:t>
              </a:r>
            </a:p>
          </p:txBody>
        </p:sp>
        <p:sp>
          <p:nvSpPr>
            <p:cNvPr id="45066" name="Text Box 11">
              <a:extLst>
                <a:ext uri="{FF2B5EF4-FFF2-40B4-BE49-F238E27FC236}">
                  <a16:creationId xmlns:a16="http://schemas.microsoft.com/office/drawing/2014/main" id="{770C6E39-CC38-20EE-247E-CC49C9B99A79}"/>
                </a:ext>
              </a:extLst>
            </p:cNvPr>
            <p:cNvSpPr txBox="1">
              <a:spLocks noChangeArrowheads="1"/>
            </p:cNvSpPr>
            <p:nvPr/>
          </p:nvSpPr>
          <p:spPr bwMode="auto">
            <a:xfrm>
              <a:off x="816" y="1536"/>
              <a:ext cx="4752"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Draw each Lewis structure and examine it for exceptions to the octet rule. Period 3 elements can have an expanded octet, while B commonly forms electron-deficient species.</a:t>
              </a:r>
            </a:p>
          </p:txBody>
        </p:sp>
      </p:grpSp>
      <p:sp>
        <p:nvSpPr>
          <p:cNvPr id="20492" name="Text Box 12">
            <a:extLst>
              <a:ext uri="{FF2B5EF4-FFF2-40B4-BE49-F238E27FC236}">
                <a16:creationId xmlns:a16="http://schemas.microsoft.com/office/drawing/2014/main" id="{B78EB71E-B2C8-6B2E-7CD5-CED64FB76E52}"/>
              </a:ext>
            </a:extLst>
          </p:cNvPr>
          <p:cNvSpPr txBox="1">
            <a:spLocks noChangeArrowheads="1"/>
          </p:cNvSpPr>
          <p:nvPr/>
        </p:nvSpPr>
        <p:spPr bwMode="auto">
          <a:xfrm>
            <a:off x="381000" y="4038600"/>
            <a:ext cx="8382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04813" indent="-404813">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(a)</a:t>
            </a:r>
            <a:r>
              <a:rPr lang="en-US" altLang="en-US" sz="2000"/>
              <a:t> The central atom is S, which is in Period 3 and can have an expanded valence shell.</a:t>
            </a:r>
            <a:endParaRPr lang="en-US" altLang="en-US" sz="2000" b="1"/>
          </a:p>
        </p:txBody>
      </p:sp>
      <p:graphicFrame>
        <p:nvGraphicFramePr>
          <p:cNvPr id="15513" name="Object 153">
            <a:extLst>
              <a:ext uri="{FF2B5EF4-FFF2-40B4-BE49-F238E27FC236}">
                <a16:creationId xmlns:a16="http://schemas.microsoft.com/office/drawing/2014/main" id="{2F00A239-95D5-9CB3-7424-7F1D32AE21F5}"/>
              </a:ext>
            </a:extLst>
          </p:cNvPr>
          <p:cNvGraphicFramePr>
            <a:graphicFrameLocks noChangeAspect="1"/>
          </p:cNvGraphicFramePr>
          <p:nvPr/>
        </p:nvGraphicFramePr>
        <p:xfrm>
          <a:off x="3352800" y="4724400"/>
          <a:ext cx="1752600" cy="1752600"/>
        </p:xfrm>
        <a:graphic>
          <a:graphicData uri="http://schemas.openxmlformats.org/presentationml/2006/ole">
            <mc:AlternateContent xmlns:mc="http://schemas.openxmlformats.org/markup-compatibility/2006">
              <mc:Choice xmlns:v="urn:schemas-microsoft-com:vml" Requires="v">
                <p:oleObj r:id="rId3" imgW="1054100" imgH="1054100" progId="">
                  <p:embed/>
                </p:oleObj>
              </mc:Choice>
              <mc:Fallback>
                <p:oleObj r:id="rId3" imgW="1054100" imgH="1054100" progId="">
                  <p:embed/>
                  <p:pic>
                    <p:nvPicPr>
                      <p:cNvPr id="0" name="Object 1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4724400"/>
                        <a:ext cx="1752600" cy="175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485"/>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grpId="0" nodeType="afterEffect">
                                  <p:stCondLst>
                                    <p:cond delay="1000"/>
                                  </p:stCondLst>
                                  <p:childTnLst>
                                    <p:set>
                                      <p:cBhvr>
                                        <p:cTn id="13" dur="1" fill="hold">
                                          <p:stCondLst>
                                            <p:cond delay="0"/>
                                          </p:stCondLst>
                                        </p:cTn>
                                        <p:tgtEl>
                                          <p:spTgt spid="20492"/>
                                        </p:tgtEl>
                                        <p:attrNameLst>
                                          <p:attrName>style.visibility</p:attrName>
                                        </p:attrNameLst>
                                      </p:cBhvr>
                                      <p:to>
                                        <p:strVal val="visible"/>
                                      </p:to>
                                    </p:set>
                                  </p:childTnLst>
                                </p:cTn>
                              </p:par>
                            </p:childTnLst>
                          </p:cTn>
                        </p:par>
                        <p:par>
                          <p:cTn id="14" fill="hold" nodeType="afterGroup">
                            <p:stCondLst>
                              <p:cond delay="1000"/>
                            </p:stCondLst>
                            <p:childTnLst>
                              <p:par>
                                <p:cTn id="15" presetID="1" presetClass="entr" presetSubtype="0" fill="hold" nodeType="afterEffect">
                                  <p:stCondLst>
                                    <p:cond delay="1000"/>
                                  </p:stCondLst>
                                  <p:childTnLst>
                                    <p:set>
                                      <p:cBhvr>
                                        <p:cTn id="16" dur="1" fill="hold">
                                          <p:stCondLst>
                                            <p:cond delay="0"/>
                                          </p:stCondLst>
                                        </p:cTn>
                                        <p:tgtEl>
                                          <p:spTgt spid="155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p:bldP spid="2049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39">
            <a:extLst>
              <a:ext uri="{FF2B5EF4-FFF2-40B4-BE49-F238E27FC236}">
                <a16:creationId xmlns:a16="http://schemas.microsoft.com/office/drawing/2014/main" id="{82FEAB5F-A580-DFB0-5925-5F4172D272DC}"/>
              </a:ext>
            </a:extLst>
          </p:cNvPr>
          <p:cNvSpPr txBox="1">
            <a:spLocks noChangeArrowheads="1"/>
          </p:cNvSpPr>
          <p:nvPr/>
        </p:nvSpPr>
        <p:spPr bwMode="auto">
          <a:xfrm>
            <a:off x="457200" y="990600"/>
            <a:ext cx="8305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04813" indent="-404813">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(b)</a:t>
            </a:r>
            <a:r>
              <a:rPr lang="en-US" altLang="en-US" sz="2000"/>
              <a:t> H</a:t>
            </a:r>
            <a:r>
              <a:rPr lang="en-US" altLang="en-US" sz="2000" baseline="-25000"/>
              <a:t>3</a:t>
            </a:r>
            <a:r>
              <a:rPr lang="en-US" altLang="en-US" sz="2000"/>
              <a:t>PO</a:t>
            </a:r>
            <a:r>
              <a:rPr lang="en-US" altLang="en-US" sz="2000" baseline="-25000"/>
              <a:t>4</a:t>
            </a:r>
            <a:r>
              <a:rPr lang="en-US" altLang="en-US" sz="2000"/>
              <a:t> has two resonance forms and formal charges indicate the more important form.</a:t>
            </a:r>
            <a:endParaRPr lang="en-US" altLang="en-US" sz="2000" b="1"/>
          </a:p>
        </p:txBody>
      </p:sp>
      <p:sp>
        <p:nvSpPr>
          <p:cNvPr id="47107" name="Text Box 2">
            <a:extLst>
              <a:ext uri="{FF2B5EF4-FFF2-40B4-BE49-F238E27FC236}">
                <a16:creationId xmlns:a16="http://schemas.microsoft.com/office/drawing/2014/main" id="{40E55E7F-4B5E-8EB5-F855-96FBB85AECF9}"/>
              </a:ext>
            </a:extLst>
          </p:cNvPr>
          <p:cNvSpPr txBox="1">
            <a:spLocks noChangeArrowheads="1"/>
          </p:cNvSpPr>
          <p:nvPr/>
        </p:nvSpPr>
        <p:spPr bwMode="auto">
          <a:xfrm>
            <a:off x="381000" y="365125"/>
            <a:ext cx="28956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Sample Problem 10.5</a:t>
            </a:r>
          </a:p>
        </p:txBody>
      </p:sp>
      <p:sp>
        <p:nvSpPr>
          <p:cNvPr id="2" name="Text Box 39">
            <a:extLst>
              <a:ext uri="{FF2B5EF4-FFF2-40B4-BE49-F238E27FC236}">
                <a16:creationId xmlns:a16="http://schemas.microsoft.com/office/drawing/2014/main" id="{0480F990-13FF-3F83-82AD-A3188807352D}"/>
              </a:ext>
            </a:extLst>
          </p:cNvPr>
          <p:cNvSpPr txBox="1">
            <a:spLocks noChangeArrowheads="1"/>
          </p:cNvSpPr>
          <p:nvPr/>
        </p:nvSpPr>
        <p:spPr bwMode="auto">
          <a:xfrm>
            <a:off x="457200" y="4038600"/>
            <a:ext cx="8305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04813" indent="-404813">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(c)</a:t>
            </a:r>
            <a:r>
              <a:rPr lang="en-US" altLang="en-US" sz="2000"/>
              <a:t> BFCl</a:t>
            </a:r>
            <a:r>
              <a:rPr lang="en-US" altLang="en-US" sz="2000" baseline="-25000"/>
              <a:t>2</a:t>
            </a:r>
            <a:r>
              <a:rPr lang="en-US" altLang="en-US" sz="2000"/>
              <a:t> is an electron-deficient molecule. B has only six electrons surrounding it.</a:t>
            </a:r>
            <a:endParaRPr lang="en-US" altLang="en-US" sz="2000" b="1"/>
          </a:p>
        </p:txBody>
      </p:sp>
      <p:graphicFrame>
        <p:nvGraphicFramePr>
          <p:cNvPr id="110601" name="Object 9">
            <a:extLst>
              <a:ext uri="{FF2B5EF4-FFF2-40B4-BE49-F238E27FC236}">
                <a16:creationId xmlns:a16="http://schemas.microsoft.com/office/drawing/2014/main" id="{01B7A3E1-02A3-EB51-8678-E9DD2145CA18}"/>
              </a:ext>
            </a:extLst>
          </p:cNvPr>
          <p:cNvGraphicFramePr>
            <a:graphicFrameLocks noChangeAspect="1"/>
          </p:cNvGraphicFramePr>
          <p:nvPr/>
        </p:nvGraphicFramePr>
        <p:xfrm>
          <a:off x="1447800" y="1676400"/>
          <a:ext cx="6248400" cy="2003425"/>
        </p:xfrm>
        <a:graphic>
          <a:graphicData uri="http://schemas.openxmlformats.org/presentationml/2006/ole">
            <mc:AlternateContent xmlns:mc="http://schemas.openxmlformats.org/markup-compatibility/2006">
              <mc:Choice xmlns:v="urn:schemas-microsoft-com:vml" Requires="v">
                <p:oleObj r:id="rId2" imgW="4114800" imgH="1320800" progId="">
                  <p:embed/>
                </p:oleObj>
              </mc:Choice>
              <mc:Fallback>
                <p:oleObj r:id="rId2" imgW="4114800" imgH="1320800" progId="">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676400"/>
                        <a:ext cx="6248400" cy="2003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10602" name="Object 10">
            <a:extLst>
              <a:ext uri="{FF2B5EF4-FFF2-40B4-BE49-F238E27FC236}">
                <a16:creationId xmlns:a16="http://schemas.microsoft.com/office/drawing/2014/main" id="{FD31F131-CCDD-CBA0-6380-FF5F631FACB2}"/>
              </a:ext>
            </a:extLst>
          </p:cNvPr>
          <p:cNvGraphicFramePr>
            <a:graphicFrameLocks noChangeAspect="1"/>
          </p:cNvGraphicFramePr>
          <p:nvPr/>
        </p:nvGraphicFramePr>
        <p:xfrm>
          <a:off x="3352800" y="4648200"/>
          <a:ext cx="1828800" cy="1516063"/>
        </p:xfrm>
        <a:graphic>
          <a:graphicData uri="http://schemas.openxmlformats.org/presentationml/2006/ole">
            <mc:AlternateContent xmlns:mc="http://schemas.openxmlformats.org/markup-compatibility/2006">
              <mc:Choice xmlns:v="urn:schemas-microsoft-com:vml" Requires="v">
                <p:oleObj r:id="rId4" imgW="1054100" imgH="876300" progId="">
                  <p:embed/>
                </p:oleObj>
              </mc:Choice>
              <mc:Fallback>
                <p:oleObj r:id="rId4" imgW="1054100" imgH="876300" progId="">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4648200"/>
                        <a:ext cx="1828800" cy="1516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1000"/>
                                  </p:stCondLst>
                                  <p:childTnLst>
                                    <p:set>
                                      <p:cBhvr>
                                        <p:cTn id="6" dur="1" fill="hold">
                                          <p:stCondLst>
                                            <p:cond delay="0"/>
                                          </p:stCondLst>
                                        </p:cTn>
                                        <p:tgtEl>
                                          <p:spTgt spid="11060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nodeType="afterEffect">
                                  <p:stCondLst>
                                    <p:cond delay="1000"/>
                                  </p:stCondLst>
                                  <p:childTnLst>
                                    <p:set>
                                      <p:cBhvr>
                                        <p:cTn id="13" dur="1" fill="hold">
                                          <p:stCondLst>
                                            <p:cond delay="0"/>
                                          </p:stCondLst>
                                        </p:cTn>
                                        <p:tgtEl>
                                          <p:spTgt spid="1106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9">
            <a:extLst>
              <a:ext uri="{FF2B5EF4-FFF2-40B4-BE49-F238E27FC236}">
                <a16:creationId xmlns:a16="http://schemas.microsoft.com/office/drawing/2014/main" id="{71515CFC-F0BE-E16D-8401-44ECF923BBDC}"/>
              </a:ext>
            </a:extLst>
          </p:cNvPr>
          <p:cNvSpPr txBox="1">
            <a:spLocks noChangeArrowheads="1"/>
          </p:cNvSpPr>
          <p:nvPr/>
        </p:nvSpPr>
        <p:spPr bwMode="auto">
          <a:xfrm>
            <a:off x="609600" y="457200"/>
            <a:ext cx="7916863" cy="946150"/>
          </a:xfrm>
          <a:prstGeom prst="rect">
            <a:avLst/>
          </a:prstGeom>
          <a:gradFill rotWithShape="1">
            <a:gsLst>
              <a:gs pos="0">
                <a:srgbClr val="990000">
                  <a:alpha val="35001"/>
                </a:srgbClr>
              </a:gs>
              <a:gs pos="100000">
                <a:srgbClr val="47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800" b="1"/>
              <a:t>Valence-Shell Electron-Pair Repulsion Theory</a:t>
            </a:r>
          </a:p>
          <a:p>
            <a:pPr algn="ctr"/>
            <a:r>
              <a:rPr lang="en-US" altLang="en-US" sz="2800" b="1"/>
              <a:t>(VSEPR)</a:t>
            </a:r>
          </a:p>
        </p:txBody>
      </p:sp>
      <p:sp>
        <p:nvSpPr>
          <p:cNvPr id="111621" name="Text Box 5">
            <a:extLst>
              <a:ext uri="{FF2B5EF4-FFF2-40B4-BE49-F238E27FC236}">
                <a16:creationId xmlns:a16="http://schemas.microsoft.com/office/drawing/2014/main" id="{7299C3A6-5761-D996-127F-F143516BCF43}"/>
              </a:ext>
            </a:extLst>
          </p:cNvPr>
          <p:cNvSpPr txBox="1">
            <a:spLocks noChangeArrowheads="1"/>
          </p:cNvSpPr>
          <p:nvPr/>
        </p:nvSpPr>
        <p:spPr bwMode="auto">
          <a:xfrm>
            <a:off x="457200" y="1936750"/>
            <a:ext cx="82296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Each group of valence electrons around a central atom is located as far as possible from the others, to minimize repulsions.</a:t>
            </a:r>
          </a:p>
        </p:txBody>
      </p:sp>
      <p:sp>
        <p:nvSpPr>
          <p:cNvPr id="111622" name="Text Box 6">
            <a:extLst>
              <a:ext uri="{FF2B5EF4-FFF2-40B4-BE49-F238E27FC236}">
                <a16:creationId xmlns:a16="http://schemas.microsoft.com/office/drawing/2014/main" id="{7656AEC2-F274-8808-57D0-FF07E1FA00A2}"/>
              </a:ext>
            </a:extLst>
          </p:cNvPr>
          <p:cNvSpPr txBox="1">
            <a:spLocks noChangeArrowheads="1"/>
          </p:cNvSpPr>
          <p:nvPr/>
        </p:nvSpPr>
        <p:spPr bwMode="auto">
          <a:xfrm>
            <a:off x="457200" y="3643313"/>
            <a:ext cx="8229600"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a:t>A </a:t>
            </a:r>
            <a:r>
              <a:rPr lang="ja-JP" altLang="en-US"/>
              <a:t>“</a:t>
            </a:r>
            <a:r>
              <a:rPr lang="en-US" altLang="ja-JP"/>
              <a:t>group</a:t>
            </a:r>
            <a:r>
              <a:rPr lang="ja-JP" altLang="en-US"/>
              <a:t>”</a:t>
            </a:r>
            <a:r>
              <a:rPr lang="en-US" altLang="ja-JP"/>
              <a:t> of electrons is any number of electrons that occupies a localized region around an atom.</a:t>
            </a:r>
          </a:p>
          <a:p>
            <a:pPr>
              <a:spcBef>
                <a:spcPct val="10000"/>
              </a:spcBef>
            </a:pPr>
            <a:r>
              <a:rPr lang="en-US" altLang="en-US" sz="2000"/>
              <a:t>A single bond, double bond, triple bond, lone pair, or single electron all count as a single group.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111621"/>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grpId="0" nodeType="afterEffect">
                                  <p:stCondLst>
                                    <p:cond delay="1000"/>
                                  </p:stCondLst>
                                  <p:childTnLst>
                                    <p:set>
                                      <p:cBhvr>
                                        <p:cTn id="9" dur="1" fill="hold">
                                          <p:stCondLst>
                                            <p:cond delay="0"/>
                                          </p:stCondLst>
                                        </p:cTn>
                                        <p:tgtEl>
                                          <p:spTgt spid="1116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1" grpId="0"/>
      <p:bldP spid="11162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a:extLst>
              <a:ext uri="{FF2B5EF4-FFF2-40B4-BE49-F238E27FC236}">
                <a16:creationId xmlns:a16="http://schemas.microsoft.com/office/drawing/2014/main" id="{5FD76116-9BAA-C396-358B-184A3AB5E729}"/>
              </a:ext>
            </a:extLst>
          </p:cNvPr>
          <p:cNvSpPr txBox="1">
            <a:spLocks noChangeArrowheads="1"/>
          </p:cNvSpPr>
          <p:nvPr/>
        </p:nvSpPr>
        <p:spPr bwMode="auto">
          <a:xfrm>
            <a:off x="609600" y="365125"/>
            <a:ext cx="2057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cs typeface="Arial" panose="020B0604020202020204" pitchFamily="34" charset="0"/>
              </a:rPr>
              <a:t>Figure 10.2</a:t>
            </a:r>
          </a:p>
        </p:txBody>
      </p:sp>
      <p:sp>
        <p:nvSpPr>
          <p:cNvPr id="49155" name="Text Box 16">
            <a:extLst>
              <a:ext uri="{FF2B5EF4-FFF2-40B4-BE49-F238E27FC236}">
                <a16:creationId xmlns:a16="http://schemas.microsoft.com/office/drawing/2014/main" id="{81BD95DF-CF8D-D86C-D947-F0160E87F69C}"/>
              </a:ext>
            </a:extLst>
          </p:cNvPr>
          <p:cNvSpPr txBox="1">
            <a:spLocks noChangeArrowheads="1"/>
          </p:cNvSpPr>
          <p:nvPr/>
        </p:nvSpPr>
        <p:spPr bwMode="auto">
          <a:xfrm>
            <a:off x="2209800" y="365125"/>
            <a:ext cx="6553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Electron-group repulsions and molecular shapes.</a:t>
            </a:r>
          </a:p>
        </p:txBody>
      </p:sp>
      <p:grpSp>
        <p:nvGrpSpPr>
          <p:cNvPr id="2" name="Group 25">
            <a:extLst>
              <a:ext uri="{FF2B5EF4-FFF2-40B4-BE49-F238E27FC236}">
                <a16:creationId xmlns:a16="http://schemas.microsoft.com/office/drawing/2014/main" id="{7230A643-FD06-9578-0685-A5A2A7D19A5D}"/>
              </a:ext>
            </a:extLst>
          </p:cNvPr>
          <p:cNvGrpSpPr>
            <a:grpSpLocks/>
          </p:cNvGrpSpPr>
          <p:nvPr/>
        </p:nvGrpSpPr>
        <p:grpSpPr bwMode="auto">
          <a:xfrm>
            <a:off x="893763" y="1066800"/>
            <a:ext cx="1571625" cy="2760663"/>
            <a:chOff x="576" y="650"/>
            <a:chExt cx="990" cy="1739"/>
          </a:xfrm>
        </p:grpSpPr>
        <p:pic>
          <p:nvPicPr>
            <p:cNvPr id="49173" name="Picture 3">
              <a:extLst>
                <a:ext uri="{FF2B5EF4-FFF2-40B4-BE49-F238E27FC236}">
                  <a16:creationId xmlns:a16="http://schemas.microsoft.com/office/drawing/2014/main" id="{1182BF55-AA96-8B5B-39AE-037FDB4C52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 y="650"/>
              <a:ext cx="985" cy="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74" name="Picture 14">
              <a:extLst>
                <a:ext uri="{FF2B5EF4-FFF2-40B4-BE49-F238E27FC236}">
                  <a16:creationId xmlns:a16="http://schemas.microsoft.com/office/drawing/2014/main" id="{43BD57B9-9730-3441-2B2A-FBBF70359B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 y="1632"/>
              <a:ext cx="990" cy="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75" name="Text Box 20">
              <a:extLst>
                <a:ext uri="{FF2B5EF4-FFF2-40B4-BE49-F238E27FC236}">
                  <a16:creationId xmlns:a16="http://schemas.microsoft.com/office/drawing/2014/main" id="{ECBE1960-1766-FD4C-BC6A-7F1A2C632B69}"/>
                </a:ext>
              </a:extLst>
            </p:cNvPr>
            <p:cNvSpPr txBox="1">
              <a:spLocks noChangeArrowheads="1"/>
            </p:cNvSpPr>
            <p:nvPr/>
          </p:nvSpPr>
          <p:spPr bwMode="auto">
            <a:xfrm>
              <a:off x="816" y="1525"/>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i="1">
                  <a:solidFill>
                    <a:srgbClr val="FF0000"/>
                  </a:solidFill>
                  <a:cs typeface="Arial" panose="020B0604020202020204" pitchFamily="34" charset="0"/>
                </a:rPr>
                <a:t>linear</a:t>
              </a:r>
            </a:p>
          </p:txBody>
        </p:sp>
      </p:grpSp>
      <p:grpSp>
        <p:nvGrpSpPr>
          <p:cNvPr id="3" name="Group 26">
            <a:extLst>
              <a:ext uri="{FF2B5EF4-FFF2-40B4-BE49-F238E27FC236}">
                <a16:creationId xmlns:a16="http://schemas.microsoft.com/office/drawing/2014/main" id="{771C9103-B882-4818-41BA-6C5579BCCBA9}"/>
              </a:ext>
            </a:extLst>
          </p:cNvPr>
          <p:cNvGrpSpPr>
            <a:grpSpLocks/>
          </p:cNvGrpSpPr>
          <p:nvPr/>
        </p:nvGrpSpPr>
        <p:grpSpPr bwMode="auto">
          <a:xfrm>
            <a:off x="3429000" y="1066800"/>
            <a:ext cx="1828800" cy="3035300"/>
            <a:chOff x="2173" y="672"/>
            <a:chExt cx="1152" cy="1912"/>
          </a:xfrm>
        </p:grpSpPr>
        <p:pic>
          <p:nvPicPr>
            <p:cNvPr id="49170" name="Picture 4">
              <a:extLst>
                <a:ext uri="{FF2B5EF4-FFF2-40B4-BE49-F238E27FC236}">
                  <a16:creationId xmlns:a16="http://schemas.microsoft.com/office/drawing/2014/main" id="{93489BA7-095E-D276-C650-E25AA79CC41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1" y="672"/>
              <a:ext cx="1002" cy="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71" name="Picture 15">
              <a:extLst>
                <a:ext uri="{FF2B5EF4-FFF2-40B4-BE49-F238E27FC236}">
                  <a16:creationId xmlns:a16="http://schemas.microsoft.com/office/drawing/2014/main" id="{506473F9-9E89-7069-86D0-ADF50BB3682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8" y="1776"/>
              <a:ext cx="973" cy="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72" name="Text Box 21">
              <a:extLst>
                <a:ext uri="{FF2B5EF4-FFF2-40B4-BE49-F238E27FC236}">
                  <a16:creationId xmlns:a16="http://schemas.microsoft.com/office/drawing/2014/main" id="{B9567D4E-16B4-A429-3BF6-5D1F9FDC6DA0}"/>
                </a:ext>
              </a:extLst>
            </p:cNvPr>
            <p:cNvSpPr txBox="1">
              <a:spLocks noChangeArrowheads="1"/>
            </p:cNvSpPr>
            <p:nvPr/>
          </p:nvSpPr>
          <p:spPr bwMode="auto">
            <a:xfrm>
              <a:off x="2173" y="1584"/>
              <a:ext cx="11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i="1">
                  <a:solidFill>
                    <a:srgbClr val="FF0000"/>
                  </a:solidFill>
                  <a:cs typeface="Arial" panose="020B0604020202020204" pitchFamily="34" charset="0"/>
                </a:rPr>
                <a:t>trigonal planar</a:t>
              </a:r>
            </a:p>
          </p:txBody>
        </p:sp>
      </p:grpSp>
      <p:grpSp>
        <p:nvGrpSpPr>
          <p:cNvPr id="4" name="Group 27">
            <a:extLst>
              <a:ext uri="{FF2B5EF4-FFF2-40B4-BE49-F238E27FC236}">
                <a16:creationId xmlns:a16="http://schemas.microsoft.com/office/drawing/2014/main" id="{4C3A5118-0069-5CBA-1838-30F72CC95302}"/>
              </a:ext>
            </a:extLst>
          </p:cNvPr>
          <p:cNvGrpSpPr>
            <a:grpSpLocks/>
          </p:cNvGrpSpPr>
          <p:nvPr/>
        </p:nvGrpSpPr>
        <p:grpSpPr bwMode="auto">
          <a:xfrm>
            <a:off x="6096000" y="1066800"/>
            <a:ext cx="1600200" cy="3032125"/>
            <a:chOff x="3840" y="672"/>
            <a:chExt cx="1008" cy="1910"/>
          </a:xfrm>
        </p:grpSpPr>
        <p:pic>
          <p:nvPicPr>
            <p:cNvPr id="49167" name="Picture 5">
              <a:extLst>
                <a:ext uri="{FF2B5EF4-FFF2-40B4-BE49-F238E27FC236}">
                  <a16:creationId xmlns:a16="http://schemas.microsoft.com/office/drawing/2014/main" id="{312F1A93-2155-0139-79DF-93C5370A9DF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40" y="672"/>
              <a:ext cx="950" cy="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8" name="Picture 17">
              <a:extLst>
                <a:ext uri="{FF2B5EF4-FFF2-40B4-BE49-F238E27FC236}">
                  <a16:creationId xmlns:a16="http://schemas.microsoft.com/office/drawing/2014/main" id="{4F242ED1-6FE4-5766-E90B-3391F049848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t="8379" b="2756"/>
            <a:stretch>
              <a:fillRect/>
            </a:stretch>
          </p:blipFill>
          <p:spPr bwMode="auto">
            <a:xfrm>
              <a:off x="3936" y="1776"/>
              <a:ext cx="881" cy="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9" name="Text Box 22">
              <a:extLst>
                <a:ext uri="{FF2B5EF4-FFF2-40B4-BE49-F238E27FC236}">
                  <a16:creationId xmlns:a16="http://schemas.microsoft.com/office/drawing/2014/main" id="{ADE02946-3437-0E54-514F-25B8316EED46}"/>
                </a:ext>
              </a:extLst>
            </p:cNvPr>
            <p:cNvSpPr txBox="1">
              <a:spLocks noChangeArrowheads="1"/>
            </p:cNvSpPr>
            <p:nvPr/>
          </p:nvSpPr>
          <p:spPr bwMode="auto">
            <a:xfrm>
              <a:off x="3840" y="1536"/>
              <a:ext cx="10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i="1">
                  <a:solidFill>
                    <a:srgbClr val="FF0000"/>
                  </a:solidFill>
                  <a:cs typeface="Arial" panose="020B0604020202020204" pitchFamily="34" charset="0"/>
                </a:rPr>
                <a:t>tetrahedral</a:t>
              </a:r>
            </a:p>
          </p:txBody>
        </p:sp>
      </p:grpSp>
      <p:grpSp>
        <p:nvGrpSpPr>
          <p:cNvPr id="5" name="Group 28">
            <a:extLst>
              <a:ext uri="{FF2B5EF4-FFF2-40B4-BE49-F238E27FC236}">
                <a16:creationId xmlns:a16="http://schemas.microsoft.com/office/drawing/2014/main" id="{FFE9D453-97D1-8B69-4100-409A6AD3E9BD}"/>
              </a:ext>
            </a:extLst>
          </p:cNvPr>
          <p:cNvGrpSpPr>
            <a:grpSpLocks/>
          </p:cNvGrpSpPr>
          <p:nvPr/>
        </p:nvGrpSpPr>
        <p:grpSpPr bwMode="auto">
          <a:xfrm>
            <a:off x="914400" y="3962400"/>
            <a:ext cx="3662363" cy="2438400"/>
            <a:chOff x="576" y="2496"/>
            <a:chExt cx="2307" cy="1536"/>
          </a:xfrm>
        </p:grpSpPr>
        <p:pic>
          <p:nvPicPr>
            <p:cNvPr id="49164" name="Picture 6">
              <a:extLst>
                <a:ext uri="{FF2B5EF4-FFF2-40B4-BE49-F238E27FC236}">
                  <a16:creationId xmlns:a16="http://schemas.microsoft.com/office/drawing/2014/main" id="{7E21CF64-60DB-E6D4-E34F-16DA48A1134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8" y="2496"/>
              <a:ext cx="996" cy="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5" name="Picture 18">
              <a:extLst>
                <a:ext uri="{FF2B5EF4-FFF2-40B4-BE49-F238E27FC236}">
                  <a16:creationId xmlns:a16="http://schemas.microsoft.com/office/drawing/2014/main" id="{E7AEE39D-EDF8-F56B-90B5-B48C785DE9B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76" y="3072"/>
              <a:ext cx="1107"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6" name="Text Box 24">
              <a:extLst>
                <a:ext uri="{FF2B5EF4-FFF2-40B4-BE49-F238E27FC236}">
                  <a16:creationId xmlns:a16="http://schemas.microsoft.com/office/drawing/2014/main" id="{1C99ACDA-9771-6AB9-BF46-D7B1868E33B5}"/>
                </a:ext>
              </a:extLst>
            </p:cNvPr>
            <p:cNvSpPr txBox="1">
              <a:spLocks noChangeArrowheads="1"/>
            </p:cNvSpPr>
            <p:nvPr/>
          </p:nvSpPr>
          <p:spPr bwMode="auto">
            <a:xfrm>
              <a:off x="576" y="3456"/>
              <a:ext cx="124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i="1">
                  <a:solidFill>
                    <a:srgbClr val="FF0000"/>
                  </a:solidFill>
                  <a:cs typeface="Arial" panose="020B0604020202020204" pitchFamily="34" charset="0"/>
                </a:rPr>
                <a:t>trigonal bipyramidal</a:t>
              </a:r>
            </a:p>
          </p:txBody>
        </p:sp>
      </p:grpSp>
      <p:grpSp>
        <p:nvGrpSpPr>
          <p:cNvPr id="6" name="Group 29">
            <a:extLst>
              <a:ext uri="{FF2B5EF4-FFF2-40B4-BE49-F238E27FC236}">
                <a16:creationId xmlns:a16="http://schemas.microsoft.com/office/drawing/2014/main" id="{CAF6BB02-6371-0FCF-2613-E4775C997FA1}"/>
              </a:ext>
            </a:extLst>
          </p:cNvPr>
          <p:cNvGrpSpPr>
            <a:grpSpLocks/>
          </p:cNvGrpSpPr>
          <p:nvPr/>
        </p:nvGrpSpPr>
        <p:grpSpPr bwMode="auto">
          <a:xfrm>
            <a:off x="5029200" y="4114800"/>
            <a:ext cx="3267075" cy="2298700"/>
            <a:chOff x="3024" y="2544"/>
            <a:chExt cx="2058" cy="1448"/>
          </a:xfrm>
        </p:grpSpPr>
        <p:pic>
          <p:nvPicPr>
            <p:cNvPr id="49161" name="Picture 7">
              <a:extLst>
                <a:ext uri="{FF2B5EF4-FFF2-40B4-BE49-F238E27FC236}">
                  <a16:creationId xmlns:a16="http://schemas.microsoft.com/office/drawing/2014/main" id="{166F5B92-4BBF-4E18-E641-DC718302B63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72" y="2544"/>
              <a:ext cx="996" cy="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2" name="Picture 19">
              <a:extLst>
                <a:ext uri="{FF2B5EF4-FFF2-40B4-BE49-F238E27FC236}">
                  <a16:creationId xmlns:a16="http://schemas.microsoft.com/office/drawing/2014/main" id="{5A0BE5C8-27CE-58AE-D02D-7B7EE56F19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80" y="3024"/>
              <a:ext cx="1002" cy="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3" name="Text Box 25">
              <a:extLst>
                <a:ext uri="{FF2B5EF4-FFF2-40B4-BE49-F238E27FC236}">
                  <a16:creationId xmlns:a16="http://schemas.microsoft.com/office/drawing/2014/main" id="{48686D23-8F7A-3CF0-880B-7773E8C2E116}"/>
                </a:ext>
              </a:extLst>
            </p:cNvPr>
            <p:cNvSpPr txBox="1">
              <a:spLocks noChangeArrowheads="1"/>
            </p:cNvSpPr>
            <p:nvPr/>
          </p:nvSpPr>
          <p:spPr bwMode="auto">
            <a:xfrm>
              <a:off x="3024" y="3456"/>
              <a:ext cx="10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i="1">
                  <a:solidFill>
                    <a:srgbClr val="FF0000"/>
                  </a:solidFill>
                  <a:cs typeface="Arial" panose="020B0604020202020204" pitchFamily="34" charset="0"/>
                </a:rPr>
                <a:t>octahedral</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3"/>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4"/>
                                        </p:tgtEl>
                                        <p:attrNameLst>
                                          <p:attrName>style.visibility</p:attrName>
                                        </p:attrNameLst>
                                      </p:cBhvr>
                                      <p:to>
                                        <p:strVal val="visible"/>
                                      </p:to>
                                    </p:set>
                                  </p:childTnLst>
                                </p:cTn>
                              </p:par>
                            </p:childTnLst>
                          </p:cTn>
                        </p:par>
                        <p:par>
                          <p:cTn id="13" fill="hold" nodeType="afterGroup">
                            <p:stCondLst>
                              <p:cond delay="3000"/>
                            </p:stCondLst>
                            <p:childTnLst>
                              <p:par>
                                <p:cTn id="14" presetID="1" presetClass="entr" presetSubtype="0" fill="hold" nodeType="afterEffect">
                                  <p:stCondLst>
                                    <p:cond delay="1000"/>
                                  </p:stCondLst>
                                  <p:childTnLst>
                                    <p:set>
                                      <p:cBhvr>
                                        <p:cTn id="15" dur="1" fill="hold">
                                          <p:stCondLst>
                                            <p:cond delay="0"/>
                                          </p:stCondLst>
                                        </p:cTn>
                                        <p:tgtEl>
                                          <p:spTgt spid="5"/>
                                        </p:tgtEl>
                                        <p:attrNameLst>
                                          <p:attrName>style.visibility</p:attrName>
                                        </p:attrNameLst>
                                      </p:cBhvr>
                                      <p:to>
                                        <p:strVal val="visible"/>
                                      </p:to>
                                    </p:set>
                                  </p:childTnLst>
                                </p:cTn>
                              </p:par>
                            </p:childTnLst>
                          </p:cTn>
                        </p:par>
                        <p:par>
                          <p:cTn id="16" fill="hold" nodeType="afterGroup">
                            <p:stCondLst>
                              <p:cond delay="4000"/>
                            </p:stCondLst>
                            <p:childTnLst>
                              <p:par>
                                <p:cTn id="17" presetID="1" presetClass="entr" presetSubtype="0" fill="hold" nodeType="afterEffect">
                                  <p:stCondLst>
                                    <p:cond delay="100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9">
            <a:extLst>
              <a:ext uri="{FF2B5EF4-FFF2-40B4-BE49-F238E27FC236}">
                <a16:creationId xmlns:a16="http://schemas.microsoft.com/office/drawing/2014/main" id="{75CB2695-68C6-E570-6CC0-E3D5DC81C032}"/>
              </a:ext>
            </a:extLst>
          </p:cNvPr>
          <p:cNvSpPr txBox="1">
            <a:spLocks noChangeArrowheads="1"/>
          </p:cNvSpPr>
          <p:nvPr/>
        </p:nvSpPr>
        <p:spPr bwMode="auto">
          <a:xfrm>
            <a:off x="225425" y="457200"/>
            <a:ext cx="8631238" cy="523875"/>
          </a:xfrm>
          <a:prstGeom prst="rect">
            <a:avLst/>
          </a:prstGeom>
          <a:gradFill rotWithShape="1">
            <a:gsLst>
              <a:gs pos="0">
                <a:srgbClr val="990000">
                  <a:alpha val="35001"/>
                </a:srgbClr>
              </a:gs>
              <a:gs pos="100000">
                <a:srgbClr val="47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800" b="1"/>
              <a:t>Electron-group Arrangement vs Molecular Shape</a:t>
            </a:r>
          </a:p>
        </p:txBody>
      </p:sp>
      <p:sp>
        <p:nvSpPr>
          <p:cNvPr id="112645" name="Text Box 5">
            <a:extLst>
              <a:ext uri="{FF2B5EF4-FFF2-40B4-BE49-F238E27FC236}">
                <a16:creationId xmlns:a16="http://schemas.microsoft.com/office/drawing/2014/main" id="{5E3B6FD6-1D33-875C-D159-0C91BA3631E7}"/>
              </a:ext>
            </a:extLst>
          </p:cNvPr>
          <p:cNvSpPr txBox="1">
            <a:spLocks noChangeArrowheads="1"/>
          </p:cNvSpPr>
          <p:nvPr/>
        </p:nvSpPr>
        <p:spPr bwMode="auto">
          <a:xfrm>
            <a:off x="457200" y="1447800"/>
            <a:ext cx="80930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The </a:t>
            </a:r>
            <a:r>
              <a:rPr lang="en-US" altLang="en-US" b="1" i="1"/>
              <a:t>electron-group arrangement</a:t>
            </a:r>
            <a:r>
              <a:rPr lang="en-US" altLang="en-US"/>
              <a:t> is defined by both bonding and nonbonding electron groups.</a:t>
            </a:r>
          </a:p>
        </p:txBody>
      </p:sp>
      <p:sp>
        <p:nvSpPr>
          <p:cNvPr id="112646" name="Text Box 6">
            <a:extLst>
              <a:ext uri="{FF2B5EF4-FFF2-40B4-BE49-F238E27FC236}">
                <a16:creationId xmlns:a16="http://schemas.microsoft.com/office/drawing/2014/main" id="{C318537E-7C17-A702-6582-DBDF32310252}"/>
              </a:ext>
            </a:extLst>
          </p:cNvPr>
          <p:cNvSpPr txBox="1">
            <a:spLocks noChangeArrowheads="1"/>
          </p:cNvSpPr>
          <p:nvPr/>
        </p:nvSpPr>
        <p:spPr bwMode="auto">
          <a:xfrm>
            <a:off x="457200" y="2590800"/>
            <a:ext cx="809307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The </a:t>
            </a:r>
            <a:r>
              <a:rPr lang="en-US" altLang="en-US" b="1" i="1"/>
              <a:t>molecular shape</a:t>
            </a:r>
            <a:r>
              <a:rPr lang="en-US" altLang="en-US"/>
              <a:t> is the three-dimensional arrangement of nuclei joined by the bonding groups. This is defined only by the relative positions of the nuclei.</a:t>
            </a:r>
          </a:p>
        </p:txBody>
      </p:sp>
      <p:sp>
        <p:nvSpPr>
          <p:cNvPr id="112647" name="Text Box 7">
            <a:extLst>
              <a:ext uri="{FF2B5EF4-FFF2-40B4-BE49-F238E27FC236}">
                <a16:creationId xmlns:a16="http://schemas.microsoft.com/office/drawing/2014/main" id="{6321F9F2-83A3-78D5-9771-5488043B5B55}"/>
              </a:ext>
            </a:extLst>
          </p:cNvPr>
          <p:cNvSpPr txBox="1">
            <a:spLocks noChangeArrowheads="1"/>
          </p:cNvSpPr>
          <p:nvPr/>
        </p:nvSpPr>
        <p:spPr bwMode="auto">
          <a:xfrm>
            <a:off x="533400" y="3962400"/>
            <a:ext cx="8093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Molecular shape is classified using the designation</a:t>
            </a:r>
          </a:p>
        </p:txBody>
      </p:sp>
      <p:sp>
        <p:nvSpPr>
          <p:cNvPr id="112648" name="Rectangle 8">
            <a:extLst>
              <a:ext uri="{FF2B5EF4-FFF2-40B4-BE49-F238E27FC236}">
                <a16:creationId xmlns:a16="http://schemas.microsoft.com/office/drawing/2014/main" id="{0F7D3964-5137-FE19-3940-C8DF608E87A6}"/>
              </a:ext>
            </a:extLst>
          </p:cNvPr>
          <p:cNvSpPr>
            <a:spLocks noChangeArrowheads="1"/>
          </p:cNvSpPr>
          <p:nvPr/>
        </p:nvSpPr>
        <p:spPr bwMode="auto">
          <a:xfrm>
            <a:off x="1371600" y="4953000"/>
            <a:ext cx="1200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 </a:t>
            </a:r>
            <a:r>
              <a:rPr lang="en-US" altLang="en-US" b="1"/>
              <a:t>AX</a:t>
            </a:r>
            <a:r>
              <a:rPr lang="en-US" altLang="en-US" b="1" i="1" baseline="-25000"/>
              <a:t>m</a:t>
            </a:r>
            <a:r>
              <a:rPr lang="en-US" altLang="en-US" b="1"/>
              <a:t>E</a:t>
            </a:r>
            <a:r>
              <a:rPr lang="en-US" altLang="en-US" b="1" i="1" baseline="-25000"/>
              <a:t>n</a:t>
            </a:r>
          </a:p>
        </p:txBody>
      </p:sp>
      <p:sp>
        <p:nvSpPr>
          <p:cNvPr id="112649" name="Text Box 9">
            <a:extLst>
              <a:ext uri="{FF2B5EF4-FFF2-40B4-BE49-F238E27FC236}">
                <a16:creationId xmlns:a16="http://schemas.microsoft.com/office/drawing/2014/main" id="{9F13B6D1-C8CB-FF3B-4296-DB4664922071}"/>
              </a:ext>
            </a:extLst>
          </p:cNvPr>
          <p:cNvSpPr txBox="1">
            <a:spLocks noChangeArrowheads="1"/>
          </p:cNvSpPr>
          <p:nvPr/>
        </p:nvSpPr>
        <p:spPr bwMode="auto">
          <a:xfrm>
            <a:off x="3048000" y="4724400"/>
            <a:ext cx="46831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b="1"/>
              <a:t>A</a:t>
            </a:r>
            <a:r>
              <a:rPr lang="en-US" altLang="en-US" sz="2000"/>
              <a:t> = central atom</a:t>
            </a:r>
          </a:p>
          <a:p>
            <a:r>
              <a:rPr lang="en-US" altLang="en-US" sz="2000" b="1"/>
              <a:t>X</a:t>
            </a:r>
            <a:r>
              <a:rPr lang="en-US" altLang="en-US" sz="2000"/>
              <a:t> = surrounding atom</a:t>
            </a:r>
          </a:p>
          <a:p>
            <a:r>
              <a:rPr lang="en-US" altLang="en-US" sz="2000" b="1"/>
              <a:t>E</a:t>
            </a:r>
            <a:r>
              <a:rPr lang="en-US" altLang="en-US" sz="2000"/>
              <a:t> = nonbonding valence-electron group</a:t>
            </a:r>
          </a:p>
          <a:p>
            <a:r>
              <a:rPr lang="en-US" altLang="en-US" sz="2000" i="1"/>
              <a:t>m</a:t>
            </a:r>
            <a:r>
              <a:rPr lang="en-US" altLang="en-US" sz="2000"/>
              <a:t> and </a:t>
            </a:r>
            <a:r>
              <a:rPr lang="en-US" altLang="en-US" sz="2000" i="1"/>
              <a:t>n</a:t>
            </a:r>
            <a:r>
              <a:rPr lang="en-US" altLang="en-US" sz="2000"/>
              <a:t> are integers</a:t>
            </a:r>
            <a:endParaRPr lang="en-US" altLang="en-US" sz="2000" i="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112645"/>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grpId="0" nodeType="afterEffect">
                                  <p:stCondLst>
                                    <p:cond delay="1000"/>
                                  </p:stCondLst>
                                  <p:childTnLst>
                                    <p:set>
                                      <p:cBhvr>
                                        <p:cTn id="9" dur="1" fill="hold">
                                          <p:stCondLst>
                                            <p:cond delay="0"/>
                                          </p:stCondLst>
                                        </p:cTn>
                                        <p:tgtEl>
                                          <p:spTgt spid="112646"/>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grpId="0" nodeType="afterEffect">
                                  <p:stCondLst>
                                    <p:cond delay="1000"/>
                                  </p:stCondLst>
                                  <p:childTnLst>
                                    <p:set>
                                      <p:cBhvr>
                                        <p:cTn id="12" dur="1" fill="hold">
                                          <p:stCondLst>
                                            <p:cond delay="0"/>
                                          </p:stCondLst>
                                        </p:cTn>
                                        <p:tgtEl>
                                          <p:spTgt spid="112647"/>
                                        </p:tgtEl>
                                        <p:attrNameLst>
                                          <p:attrName>style.visibility</p:attrName>
                                        </p:attrNameLst>
                                      </p:cBhvr>
                                      <p:to>
                                        <p:strVal val="visible"/>
                                      </p:to>
                                    </p:set>
                                  </p:childTnLst>
                                </p:cTn>
                              </p:par>
                            </p:childTnLst>
                          </p:cTn>
                        </p:par>
                        <p:par>
                          <p:cTn id="13" fill="hold" nodeType="afterGroup">
                            <p:stCondLst>
                              <p:cond delay="3000"/>
                            </p:stCondLst>
                            <p:childTnLst>
                              <p:par>
                                <p:cTn id="14" presetID="1" presetClass="entr" presetSubtype="0" fill="hold" grpId="0" nodeType="afterEffect">
                                  <p:stCondLst>
                                    <p:cond delay="1000"/>
                                  </p:stCondLst>
                                  <p:childTnLst>
                                    <p:set>
                                      <p:cBhvr>
                                        <p:cTn id="15" dur="1" fill="hold">
                                          <p:stCondLst>
                                            <p:cond delay="0"/>
                                          </p:stCondLst>
                                        </p:cTn>
                                        <p:tgtEl>
                                          <p:spTgt spid="112648"/>
                                        </p:tgtEl>
                                        <p:attrNameLst>
                                          <p:attrName>style.visibility</p:attrName>
                                        </p:attrNameLst>
                                      </p:cBhvr>
                                      <p:to>
                                        <p:strVal val="visible"/>
                                      </p:to>
                                    </p:set>
                                  </p:childTnLst>
                                </p:cTn>
                              </p:par>
                            </p:childTnLst>
                          </p:cTn>
                        </p:par>
                        <p:par>
                          <p:cTn id="16" fill="hold" nodeType="afterGroup">
                            <p:stCondLst>
                              <p:cond delay="4000"/>
                            </p:stCondLst>
                            <p:childTnLst>
                              <p:par>
                                <p:cTn id="17" presetID="1" presetClass="entr" presetSubtype="0" fill="hold" grpId="0" nodeType="afterEffect">
                                  <p:stCondLst>
                                    <p:cond delay="1000"/>
                                  </p:stCondLst>
                                  <p:childTnLst>
                                    <p:set>
                                      <p:cBhvr>
                                        <p:cTn id="18" dur="1" fill="hold">
                                          <p:stCondLst>
                                            <p:cond delay="0"/>
                                          </p:stCondLst>
                                        </p:cTn>
                                        <p:tgtEl>
                                          <p:spTgt spid="1126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5" grpId="0"/>
      <p:bldP spid="112646" grpId="0"/>
      <p:bldP spid="112647" grpId="0"/>
      <p:bldP spid="112648" grpId="0"/>
      <p:bldP spid="11264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9">
            <a:extLst>
              <a:ext uri="{FF2B5EF4-FFF2-40B4-BE49-F238E27FC236}">
                <a16:creationId xmlns:a16="http://schemas.microsoft.com/office/drawing/2014/main" id="{B09D9E19-783B-8CBF-F046-6AA82A77A916}"/>
              </a:ext>
            </a:extLst>
          </p:cNvPr>
          <p:cNvSpPr txBox="1">
            <a:spLocks noChangeArrowheads="1"/>
          </p:cNvSpPr>
          <p:nvPr/>
        </p:nvSpPr>
        <p:spPr bwMode="auto">
          <a:xfrm>
            <a:off x="3454400" y="457200"/>
            <a:ext cx="2181225" cy="519113"/>
          </a:xfrm>
          <a:prstGeom prst="rect">
            <a:avLst/>
          </a:prstGeom>
          <a:gradFill rotWithShape="1">
            <a:gsLst>
              <a:gs pos="0">
                <a:srgbClr val="990000">
                  <a:alpha val="35001"/>
                </a:srgbClr>
              </a:gs>
              <a:gs pos="100000">
                <a:srgbClr val="47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800" b="1"/>
              <a:t>Bond Angle</a:t>
            </a:r>
          </a:p>
        </p:txBody>
      </p:sp>
      <p:sp>
        <p:nvSpPr>
          <p:cNvPr id="113669" name="Text Box 5">
            <a:extLst>
              <a:ext uri="{FF2B5EF4-FFF2-40B4-BE49-F238E27FC236}">
                <a16:creationId xmlns:a16="http://schemas.microsoft.com/office/drawing/2014/main" id="{07B062DC-8DA6-B964-9CAD-AE35956A59FF}"/>
              </a:ext>
            </a:extLst>
          </p:cNvPr>
          <p:cNvSpPr txBox="1">
            <a:spLocks noChangeArrowheads="1"/>
          </p:cNvSpPr>
          <p:nvPr/>
        </p:nvSpPr>
        <p:spPr bwMode="auto">
          <a:xfrm>
            <a:off x="457200" y="1295400"/>
            <a:ext cx="8305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The </a:t>
            </a:r>
            <a:r>
              <a:rPr lang="en-US" altLang="en-US" sz="2000" b="1" i="1"/>
              <a:t>bond angle</a:t>
            </a:r>
            <a:r>
              <a:rPr lang="en-US" altLang="en-US" sz="2000"/>
              <a:t> is the angle formed by the nuclei of two surrounding atoms with the nucleus of the central atom.</a:t>
            </a:r>
          </a:p>
        </p:txBody>
      </p:sp>
      <p:graphicFrame>
        <p:nvGraphicFramePr>
          <p:cNvPr id="113670" name="Object 6">
            <a:extLst>
              <a:ext uri="{FF2B5EF4-FFF2-40B4-BE49-F238E27FC236}">
                <a16:creationId xmlns:a16="http://schemas.microsoft.com/office/drawing/2014/main" id="{6AD32796-44FE-A738-8EED-16019CF882D9}"/>
              </a:ext>
            </a:extLst>
          </p:cNvPr>
          <p:cNvGraphicFramePr>
            <a:graphicFrameLocks noChangeAspect="1"/>
          </p:cNvGraphicFramePr>
          <p:nvPr/>
        </p:nvGraphicFramePr>
        <p:xfrm>
          <a:off x="3886200" y="2133600"/>
          <a:ext cx="1981200" cy="1114425"/>
        </p:xfrm>
        <a:graphic>
          <a:graphicData uri="http://schemas.openxmlformats.org/presentationml/2006/ole">
            <mc:AlternateContent xmlns:mc="http://schemas.openxmlformats.org/markup-compatibility/2006">
              <mc:Choice xmlns:v="urn:schemas-microsoft-com:vml" Requires="v">
                <p:oleObj r:id="rId2" imgW="1320800" imgH="749300" progId="">
                  <p:embed/>
                </p:oleObj>
              </mc:Choice>
              <mc:Fallback>
                <p:oleObj r:id="rId2" imgW="1320800" imgH="749300" progId="">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2133600"/>
                        <a:ext cx="1981200" cy="1114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13671" name="Text Box 7">
            <a:extLst>
              <a:ext uri="{FF2B5EF4-FFF2-40B4-BE49-F238E27FC236}">
                <a16:creationId xmlns:a16="http://schemas.microsoft.com/office/drawing/2014/main" id="{493A5909-8483-2524-8014-E1C1208078CB}"/>
              </a:ext>
            </a:extLst>
          </p:cNvPr>
          <p:cNvSpPr txBox="1">
            <a:spLocks noChangeArrowheads="1"/>
          </p:cNvSpPr>
          <p:nvPr/>
        </p:nvSpPr>
        <p:spPr bwMode="auto">
          <a:xfrm>
            <a:off x="457200" y="3505200"/>
            <a:ext cx="8305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The angles shown in Figure 10.2 are </a:t>
            </a:r>
            <a:r>
              <a:rPr lang="en-US" altLang="en-US" sz="2000" b="1" i="1"/>
              <a:t>ideal</a:t>
            </a:r>
            <a:r>
              <a:rPr lang="en-US" altLang="en-US" sz="2000"/>
              <a:t> bond angles, determined by basic geometry alone. Real bond angles deviate from the ideal value in many cases.</a:t>
            </a:r>
          </a:p>
        </p:txBody>
      </p:sp>
      <p:grpSp>
        <p:nvGrpSpPr>
          <p:cNvPr id="52230" name="Group 59391">
            <a:extLst>
              <a:ext uri="{FF2B5EF4-FFF2-40B4-BE49-F238E27FC236}">
                <a16:creationId xmlns:a16="http://schemas.microsoft.com/office/drawing/2014/main" id="{CD208BD0-9368-9AA7-35AD-E181F9689D54}"/>
              </a:ext>
            </a:extLst>
          </p:cNvPr>
          <p:cNvGrpSpPr>
            <a:grpSpLocks/>
          </p:cNvGrpSpPr>
          <p:nvPr/>
        </p:nvGrpSpPr>
        <p:grpSpPr bwMode="auto">
          <a:xfrm>
            <a:off x="1016000" y="4572000"/>
            <a:ext cx="7289800" cy="1752600"/>
            <a:chOff x="1015864" y="4572000"/>
            <a:chExt cx="7289936" cy="1752600"/>
          </a:xfrm>
        </p:grpSpPr>
        <p:grpSp>
          <p:nvGrpSpPr>
            <p:cNvPr id="52231" name="Group 25">
              <a:extLst>
                <a:ext uri="{FF2B5EF4-FFF2-40B4-BE49-F238E27FC236}">
                  <a16:creationId xmlns:a16="http://schemas.microsoft.com/office/drawing/2014/main" id="{1213974D-1E3B-036E-67FD-B134D97ACACD}"/>
                </a:ext>
              </a:extLst>
            </p:cNvPr>
            <p:cNvGrpSpPr>
              <a:grpSpLocks/>
            </p:cNvGrpSpPr>
            <p:nvPr/>
          </p:nvGrpSpPr>
          <p:grpSpPr bwMode="auto">
            <a:xfrm>
              <a:off x="1015864" y="4572000"/>
              <a:ext cx="7289936" cy="1295400"/>
              <a:chOff x="634864" y="4572000"/>
              <a:chExt cx="7798072" cy="1447800"/>
            </a:xfrm>
          </p:grpSpPr>
          <p:grpSp>
            <p:nvGrpSpPr>
              <p:cNvPr id="52236" name="Group 21">
                <a:extLst>
                  <a:ext uri="{FF2B5EF4-FFF2-40B4-BE49-F238E27FC236}">
                    <a16:creationId xmlns:a16="http://schemas.microsoft.com/office/drawing/2014/main" id="{133AC293-C584-AF47-29B8-7C60233B10E5}"/>
                  </a:ext>
                </a:extLst>
              </p:cNvPr>
              <p:cNvGrpSpPr>
                <a:grpSpLocks/>
              </p:cNvGrpSpPr>
              <p:nvPr/>
            </p:nvGrpSpPr>
            <p:grpSpPr bwMode="auto">
              <a:xfrm>
                <a:off x="634864" y="4572000"/>
                <a:ext cx="1727336" cy="1447800"/>
                <a:chOff x="634864" y="4572000"/>
                <a:chExt cx="1727336" cy="1447800"/>
              </a:xfrm>
            </p:grpSpPr>
            <p:sp>
              <p:nvSpPr>
                <p:cNvPr id="52262" name="TextBox 1">
                  <a:extLst>
                    <a:ext uri="{FF2B5EF4-FFF2-40B4-BE49-F238E27FC236}">
                      <a16:creationId xmlns:a16="http://schemas.microsoft.com/office/drawing/2014/main" id="{52543105-16E4-BEE0-5F22-A54679090632}"/>
                    </a:ext>
                  </a:extLst>
                </p:cNvPr>
                <p:cNvSpPr txBox="1">
                  <a:spLocks noChangeArrowheads="1"/>
                </p:cNvSpPr>
                <p:nvPr/>
              </p:nvSpPr>
              <p:spPr bwMode="auto">
                <a:xfrm>
                  <a:off x="1299374" y="5238690"/>
                  <a:ext cx="37702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A</a:t>
                  </a:r>
                </a:p>
              </p:txBody>
            </p:sp>
            <p:sp>
              <p:nvSpPr>
                <p:cNvPr id="52263" name="Rectangle 2">
                  <a:extLst>
                    <a:ext uri="{FF2B5EF4-FFF2-40B4-BE49-F238E27FC236}">
                      <a16:creationId xmlns:a16="http://schemas.microsoft.com/office/drawing/2014/main" id="{21D6C0D0-7DDC-00B9-FA15-B964B4E377F2}"/>
                    </a:ext>
                  </a:extLst>
                </p:cNvPr>
                <p:cNvSpPr>
                  <a:spLocks noChangeArrowheads="1"/>
                </p:cNvSpPr>
                <p:nvPr/>
              </p:nvSpPr>
              <p:spPr bwMode="auto">
                <a:xfrm>
                  <a:off x="634864" y="5619690"/>
                  <a:ext cx="3557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X</a:t>
                  </a:r>
                </a:p>
              </p:txBody>
            </p:sp>
            <p:sp>
              <p:nvSpPr>
                <p:cNvPr id="52264" name="Rectangle 3">
                  <a:extLst>
                    <a:ext uri="{FF2B5EF4-FFF2-40B4-BE49-F238E27FC236}">
                      <a16:creationId xmlns:a16="http://schemas.microsoft.com/office/drawing/2014/main" id="{515EDFFC-AFDF-34FD-66D1-FA051716F777}"/>
                    </a:ext>
                  </a:extLst>
                </p:cNvPr>
                <p:cNvSpPr>
                  <a:spLocks noChangeArrowheads="1"/>
                </p:cNvSpPr>
                <p:nvPr/>
              </p:nvSpPr>
              <p:spPr bwMode="auto">
                <a:xfrm>
                  <a:off x="2006464" y="5619690"/>
                  <a:ext cx="3557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X</a:t>
                  </a:r>
                </a:p>
              </p:txBody>
            </p:sp>
            <p:sp>
              <p:nvSpPr>
                <p:cNvPr id="52265" name="Rectangle 4">
                  <a:extLst>
                    <a:ext uri="{FF2B5EF4-FFF2-40B4-BE49-F238E27FC236}">
                      <a16:creationId xmlns:a16="http://schemas.microsoft.com/office/drawing/2014/main" id="{F5CDAA7F-835E-1C4B-25B7-29F7268CCA9E}"/>
                    </a:ext>
                  </a:extLst>
                </p:cNvPr>
                <p:cNvSpPr>
                  <a:spLocks noChangeArrowheads="1"/>
                </p:cNvSpPr>
                <p:nvPr/>
              </p:nvSpPr>
              <p:spPr bwMode="auto">
                <a:xfrm>
                  <a:off x="1295400" y="4572000"/>
                  <a:ext cx="3557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X</a:t>
                  </a:r>
                </a:p>
              </p:txBody>
            </p:sp>
            <p:cxnSp>
              <p:nvCxnSpPr>
                <p:cNvPr id="52266" name="Straight Connector 10">
                  <a:extLst>
                    <a:ext uri="{FF2B5EF4-FFF2-40B4-BE49-F238E27FC236}">
                      <a16:creationId xmlns:a16="http://schemas.microsoft.com/office/drawing/2014/main" id="{C06043DB-9A59-4A51-40C0-390CDF5C592A}"/>
                    </a:ext>
                  </a:extLst>
                </p:cNvPr>
                <p:cNvCxnSpPr>
                  <a:cxnSpLocks noChangeShapeType="1"/>
                </p:cNvCxnSpPr>
                <p:nvPr/>
              </p:nvCxnSpPr>
              <p:spPr bwMode="auto">
                <a:xfrm>
                  <a:off x="1447800" y="49530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2267" name="Straight Connector 17">
                  <a:extLst>
                    <a:ext uri="{FF2B5EF4-FFF2-40B4-BE49-F238E27FC236}">
                      <a16:creationId xmlns:a16="http://schemas.microsoft.com/office/drawing/2014/main" id="{65892844-FA55-4C20-58D8-32F35317337B}"/>
                    </a:ext>
                  </a:extLst>
                </p:cNvPr>
                <p:cNvCxnSpPr>
                  <a:cxnSpLocks noChangeShapeType="1"/>
                </p:cNvCxnSpPr>
                <p:nvPr/>
              </p:nvCxnSpPr>
              <p:spPr bwMode="auto">
                <a:xfrm flipH="1">
                  <a:off x="914400" y="5562600"/>
                  <a:ext cx="4572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2268" name="Straight Connector 18">
                  <a:extLst>
                    <a:ext uri="{FF2B5EF4-FFF2-40B4-BE49-F238E27FC236}">
                      <a16:creationId xmlns:a16="http://schemas.microsoft.com/office/drawing/2014/main" id="{CF64FB2E-57FE-991F-2FE1-CC8477CED554}"/>
                    </a:ext>
                  </a:extLst>
                </p:cNvPr>
                <p:cNvCxnSpPr>
                  <a:cxnSpLocks noChangeShapeType="1"/>
                </p:cNvCxnSpPr>
                <p:nvPr/>
              </p:nvCxnSpPr>
              <p:spPr bwMode="auto">
                <a:xfrm>
                  <a:off x="1600200" y="5562600"/>
                  <a:ext cx="4572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grpSp>
            <p:nvGrpSpPr>
              <p:cNvPr id="52237" name="Group 35">
                <a:extLst>
                  <a:ext uri="{FF2B5EF4-FFF2-40B4-BE49-F238E27FC236}">
                    <a16:creationId xmlns:a16="http://schemas.microsoft.com/office/drawing/2014/main" id="{C7CB8315-79CD-FAD2-ADA1-2B564FB799CF}"/>
                  </a:ext>
                </a:extLst>
              </p:cNvPr>
              <p:cNvGrpSpPr>
                <a:grpSpLocks/>
              </p:cNvGrpSpPr>
              <p:nvPr/>
            </p:nvGrpSpPr>
            <p:grpSpPr bwMode="auto">
              <a:xfrm>
                <a:off x="4724400" y="4572000"/>
                <a:ext cx="1727336" cy="1447800"/>
                <a:chOff x="634864" y="4572000"/>
                <a:chExt cx="1727336" cy="1447800"/>
              </a:xfrm>
            </p:grpSpPr>
            <p:sp>
              <p:nvSpPr>
                <p:cNvPr id="52255" name="TextBox 36">
                  <a:extLst>
                    <a:ext uri="{FF2B5EF4-FFF2-40B4-BE49-F238E27FC236}">
                      <a16:creationId xmlns:a16="http://schemas.microsoft.com/office/drawing/2014/main" id="{A7C57DD1-986B-414F-84AE-93EFCE877745}"/>
                    </a:ext>
                  </a:extLst>
                </p:cNvPr>
                <p:cNvSpPr txBox="1">
                  <a:spLocks noChangeArrowheads="1"/>
                </p:cNvSpPr>
                <p:nvPr/>
              </p:nvSpPr>
              <p:spPr bwMode="auto">
                <a:xfrm>
                  <a:off x="1299374" y="5238690"/>
                  <a:ext cx="37702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A</a:t>
                  </a:r>
                </a:p>
              </p:txBody>
            </p:sp>
            <p:sp>
              <p:nvSpPr>
                <p:cNvPr id="52256" name="Rectangle 37">
                  <a:extLst>
                    <a:ext uri="{FF2B5EF4-FFF2-40B4-BE49-F238E27FC236}">
                      <a16:creationId xmlns:a16="http://schemas.microsoft.com/office/drawing/2014/main" id="{B0C658BB-8677-C310-DE6D-E8FF812FC33F}"/>
                    </a:ext>
                  </a:extLst>
                </p:cNvPr>
                <p:cNvSpPr>
                  <a:spLocks noChangeArrowheads="1"/>
                </p:cNvSpPr>
                <p:nvPr/>
              </p:nvSpPr>
              <p:spPr bwMode="auto">
                <a:xfrm>
                  <a:off x="634864" y="5619690"/>
                  <a:ext cx="3557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X</a:t>
                  </a:r>
                </a:p>
              </p:txBody>
            </p:sp>
            <p:sp>
              <p:nvSpPr>
                <p:cNvPr id="52257" name="Rectangle 38">
                  <a:extLst>
                    <a:ext uri="{FF2B5EF4-FFF2-40B4-BE49-F238E27FC236}">
                      <a16:creationId xmlns:a16="http://schemas.microsoft.com/office/drawing/2014/main" id="{3CFF14A6-504C-40AC-392D-E795C08A96A9}"/>
                    </a:ext>
                  </a:extLst>
                </p:cNvPr>
                <p:cNvSpPr>
                  <a:spLocks noChangeArrowheads="1"/>
                </p:cNvSpPr>
                <p:nvPr/>
              </p:nvSpPr>
              <p:spPr bwMode="auto">
                <a:xfrm>
                  <a:off x="2006464" y="5619690"/>
                  <a:ext cx="3557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X</a:t>
                  </a:r>
                </a:p>
              </p:txBody>
            </p:sp>
            <p:sp>
              <p:nvSpPr>
                <p:cNvPr id="52258" name="Rectangle 39">
                  <a:extLst>
                    <a:ext uri="{FF2B5EF4-FFF2-40B4-BE49-F238E27FC236}">
                      <a16:creationId xmlns:a16="http://schemas.microsoft.com/office/drawing/2014/main" id="{9B0941A7-141E-EDAB-90CD-5DC2A29DEFB9}"/>
                    </a:ext>
                  </a:extLst>
                </p:cNvPr>
                <p:cNvSpPr>
                  <a:spLocks noChangeArrowheads="1"/>
                </p:cNvSpPr>
                <p:nvPr/>
              </p:nvSpPr>
              <p:spPr bwMode="auto">
                <a:xfrm>
                  <a:off x="1295400" y="4572000"/>
                  <a:ext cx="341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Z</a:t>
                  </a:r>
                </a:p>
              </p:txBody>
            </p:sp>
            <p:cxnSp>
              <p:nvCxnSpPr>
                <p:cNvPr id="52259" name="Straight Connector 40">
                  <a:extLst>
                    <a:ext uri="{FF2B5EF4-FFF2-40B4-BE49-F238E27FC236}">
                      <a16:creationId xmlns:a16="http://schemas.microsoft.com/office/drawing/2014/main" id="{EB9C2A6E-532E-38E6-DE1C-7367F78485C9}"/>
                    </a:ext>
                  </a:extLst>
                </p:cNvPr>
                <p:cNvCxnSpPr>
                  <a:cxnSpLocks noChangeShapeType="1"/>
                </p:cNvCxnSpPr>
                <p:nvPr/>
              </p:nvCxnSpPr>
              <p:spPr bwMode="auto">
                <a:xfrm>
                  <a:off x="1447800" y="49530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2260" name="Straight Connector 41">
                  <a:extLst>
                    <a:ext uri="{FF2B5EF4-FFF2-40B4-BE49-F238E27FC236}">
                      <a16:creationId xmlns:a16="http://schemas.microsoft.com/office/drawing/2014/main" id="{DDA912BF-6085-A5D9-F0D9-9C7D3613FBD7}"/>
                    </a:ext>
                  </a:extLst>
                </p:cNvPr>
                <p:cNvCxnSpPr>
                  <a:cxnSpLocks noChangeShapeType="1"/>
                </p:cNvCxnSpPr>
                <p:nvPr/>
              </p:nvCxnSpPr>
              <p:spPr bwMode="auto">
                <a:xfrm flipH="1">
                  <a:off x="914400" y="5562600"/>
                  <a:ext cx="4572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2261" name="Straight Connector 42">
                  <a:extLst>
                    <a:ext uri="{FF2B5EF4-FFF2-40B4-BE49-F238E27FC236}">
                      <a16:creationId xmlns:a16="http://schemas.microsoft.com/office/drawing/2014/main" id="{E43B8366-A7DC-7EBE-9277-774A301996F5}"/>
                    </a:ext>
                  </a:extLst>
                </p:cNvPr>
                <p:cNvCxnSpPr>
                  <a:cxnSpLocks noChangeShapeType="1"/>
                </p:cNvCxnSpPr>
                <p:nvPr/>
              </p:nvCxnSpPr>
              <p:spPr bwMode="auto">
                <a:xfrm>
                  <a:off x="1600200" y="5562600"/>
                  <a:ext cx="4572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grpSp>
            <p:nvGrpSpPr>
              <p:cNvPr id="52238" name="Group 23">
                <a:extLst>
                  <a:ext uri="{FF2B5EF4-FFF2-40B4-BE49-F238E27FC236}">
                    <a16:creationId xmlns:a16="http://schemas.microsoft.com/office/drawing/2014/main" id="{EC191D0C-248A-D892-B569-BAF38A7F24D8}"/>
                  </a:ext>
                </a:extLst>
              </p:cNvPr>
              <p:cNvGrpSpPr>
                <a:grpSpLocks/>
              </p:cNvGrpSpPr>
              <p:nvPr/>
            </p:nvGrpSpPr>
            <p:grpSpPr bwMode="auto">
              <a:xfrm>
                <a:off x="6705600" y="5156336"/>
                <a:ext cx="1727336" cy="863464"/>
                <a:chOff x="6705600" y="5156336"/>
                <a:chExt cx="1727336" cy="863464"/>
              </a:xfrm>
            </p:grpSpPr>
            <p:sp>
              <p:nvSpPr>
                <p:cNvPr id="52249" name="TextBox 44">
                  <a:extLst>
                    <a:ext uri="{FF2B5EF4-FFF2-40B4-BE49-F238E27FC236}">
                      <a16:creationId xmlns:a16="http://schemas.microsoft.com/office/drawing/2014/main" id="{F93B374A-6E0F-F6BA-0308-22DDB61011D4}"/>
                    </a:ext>
                  </a:extLst>
                </p:cNvPr>
                <p:cNvSpPr txBox="1">
                  <a:spLocks noChangeArrowheads="1"/>
                </p:cNvSpPr>
                <p:nvPr/>
              </p:nvSpPr>
              <p:spPr bwMode="auto">
                <a:xfrm>
                  <a:off x="7370110" y="5238690"/>
                  <a:ext cx="37702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A</a:t>
                  </a:r>
                </a:p>
              </p:txBody>
            </p:sp>
            <p:sp>
              <p:nvSpPr>
                <p:cNvPr id="52250" name="Rectangle 45">
                  <a:extLst>
                    <a:ext uri="{FF2B5EF4-FFF2-40B4-BE49-F238E27FC236}">
                      <a16:creationId xmlns:a16="http://schemas.microsoft.com/office/drawing/2014/main" id="{7D470FAF-804D-FA96-4493-A00E836EAD81}"/>
                    </a:ext>
                  </a:extLst>
                </p:cNvPr>
                <p:cNvSpPr>
                  <a:spLocks noChangeArrowheads="1"/>
                </p:cNvSpPr>
                <p:nvPr/>
              </p:nvSpPr>
              <p:spPr bwMode="auto">
                <a:xfrm>
                  <a:off x="6705600" y="5619690"/>
                  <a:ext cx="3557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X</a:t>
                  </a:r>
                </a:p>
              </p:txBody>
            </p:sp>
            <p:sp>
              <p:nvSpPr>
                <p:cNvPr id="52251" name="Rectangle 46">
                  <a:extLst>
                    <a:ext uri="{FF2B5EF4-FFF2-40B4-BE49-F238E27FC236}">
                      <a16:creationId xmlns:a16="http://schemas.microsoft.com/office/drawing/2014/main" id="{665ABE07-FFA8-DED7-1AA0-ECC063C82ECB}"/>
                    </a:ext>
                  </a:extLst>
                </p:cNvPr>
                <p:cNvSpPr>
                  <a:spLocks noChangeArrowheads="1"/>
                </p:cNvSpPr>
                <p:nvPr/>
              </p:nvSpPr>
              <p:spPr bwMode="auto">
                <a:xfrm>
                  <a:off x="8077200" y="5619690"/>
                  <a:ext cx="3557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X</a:t>
                  </a:r>
                </a:p>
              </p:txBody>
            </p:sp>
            <p:sp>
              <p:nvSpPr>
                <p:cNvPr id="52252" name="Rectangle 47">
                  <a:extLst>
                    <a:ext uri="{FF2B5EF4-FFF2-40B4-BE49-F238E27FC236}">
                      <a16:creationId xmlns:a16="http://schemas.microsoft.com/office/drawing/2014/main" id="{4A390AEC-ACFC-C3BB-85AB-DBD809DE222F}"/>
                    </a:ext>
                  </a:extLst>
                </p:cNvPr>
                <p:cNvSpPr>
                  <a:spLocks noChangeArrowheads="1"/>
                </p:cNvSpPr>
                <p:nvPr/>
              </p:nvSpPr>
              <p:spPr bwMode="auto">
                <a:xfrm rot="5400000">
                  <a:off x="7366136" y="5159413"/>
                  <a:ext cx="4062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a:t>
                  </a:r>
                </a:p>
              </p:txBody>
            </p:sp>
            <p:cxnSp>
              <p:nvCxnSpPr>
                <p:cNvPr id="52253" name="Straight Connector 49">
                  <a:extLst>
                    <a:ext uri="{FF2B5EF4-FFF2-40B4-BE49-F238E27FC236}">
                      <a16:creationId xmlns:a16="http://schemas.microsoft.com/office/drawing/2014/main" id="{9B844A5D-EDB2-11AE-A86F-76E376BCB1B2}"/>
                    </a:ext>
                  </a:extLst>
                </p:cNvPr>
                <p:cNvCxnSpPr>
                  <a:cxnSpLocks noChangeShapeType="1"/>
                </p:cNvCxnSpPr>
                <p:nvPr/>
              </p:nvCxnSpPr>
              <p:spPr bwMode="auto">
                <a:xfrm flipH="1">
                  <a:off x="6985136" y="5562600"/>
                  <a:ext cx="4572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2254" name="Straight Connector 50">
                  <a:extLst>
                    <a:ext uri="{FF2B5EF4-FFF2-40B4-BE49-F238E27FC236}">
                      <a16:creationId xmlns:a16="http://schemas.microsoft.com/office/drawing/2014/main" id="{14A9C707-5C18-330F-DC1C-2C9DDC300E18}"/>
                    </a:ext>
                  </a:extLst>
                </p:cNvPr>
                <p:cNvCxnSpPr>
                  <a:cxnSpLocks noChangeShapeType="1"/>
                </p:cNvCxnSpPr>
                <p:nvPr/>
              </p:nvCxnSpPr>
              <p:spPr bwMode="auto">
                <a:xfrm>
                  <a:off x="7670936" y="5562600"/>
                  <a:ext cx="4572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grpSp>
            <p:nvGrpSpPr>
              <p:cNvPr id="52239" name="Group 24">
                <a:extLst>
                  <a:ext uri="{FF2B5EF4-FFF2-40B4-BE49-F238E27FC236}">
                    <a16:creationId xmlns:a16="http://schemas.microsoft.com/office/drawing/2014/main" id="{F10AAF4F-1C4E-65DF-8E50-7924D06716F4}"/>
                  </a:ext>
                </a:extLst>
              </p:cNvPr>
              <p:cNvGrpSpPr>
                <a:grpSpLocks/>
              </p:cNvGrpSpPr>
              <p:nvPr/>
            </p:nvGrpSpPr>
            <p:grpSpPr bwMode="auto">
              <a:xfrm>
                <a:off x="2667000" y="4572000"/>
                <a:ext cx="1727336" cy="1447800"/>
                <a:chOff x="2667000" y="4572000"/>
                <a:chExt cx="1727336" cy="1447800"/>
              </a:xfrm>
            </p:grpSpPr>
            <p:sp>
              <p:nvSpPr>
                <p:cNvPr id="52240" name="TextBox 28">
                  <a:extLst>
                    <a:ext uri="{FF2B5EF4-FFF2-40B4-BE49-F238E27FC236}">
                      <a16:creationId xmlns:a16="http://schemas.microsoft.com/office/drawing/2014/main" id="{47AD0612-26BC-991B-CAC9-52C7B0D0A4DE}"/>
                    </a:ext>
                  </a:extLst>
                </p:cNvPr>
                <p:cNvSpPr txBox="1">
                  <a:spLocks noChangeArrowheads="1"/>
                </p:cNvSpPr>
                <p:nvPr/>
              </p:nvSpPr>
              <p:spPr bwMode="auto">
                <a:xfrm>
                  <a:off x="3356774" y="5238690"/>
                  <a:ext cx="37702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A</a:t>
                  </a:r>
                </a:p>
              </p:txBody>
            </p:sp>
            <p:sp>
              <p:nvSpPr>
                <p:cNvPr id="52241" name="Rectangle 29">
                  <a:extLst>
                    <a:ext uri="{FF2B5EF4-FFF2-40B4-BE49-F238E27FC236}">
                      <a16:creationId xmlns:a16="http://schemas.microsoft.com/office/drawing/2014/main" id="{98D5B706-A143-71FF-C450-F3AC0EECAA01}"/>
                    </a:ext>
                  </a:extLst>
                </p:cNvPr>
                <p:cNvSpPr>
                  <a:spLocks noChangeArrowheads="1"/>
                </p:cNvSpPr>
                <p:nvPr/>
              </p:nvSpPr>
              <p:spPr bwMode="auto">
                <a:xfrm>
                  <a:off x="2667000" y="5619690"/>
                  <a:ext cx="3557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X</a:t>
                  </a:r>
                </a:p>
              </p:txBody>
            </p:sp>
            <p:sp>
              <p:nvSpPr>
                <p:cNvPr id="52242" name="Rectangle 30">
                  <a:extLst>
                    <a:ext uri="{FF2B5EF4-FFF2-40B4-BE49-F238E27FC236}">
                      <a16:creationId xmlns:a16="http://schemas.microsoft.com/office/drawing/2014/main" id="{E16811D9-5580-9855-400E-50DD1674D840}"/>
                    </a:ext>
                  </a:extLst>
                </p:cNvPr>
                <p:cNvSpPr>
                  <a:spLocks noChangeArrowheads="1"/>
                </p:cNvSpPr>
                <p:nvPr/>
              </p:nvSpPr>
              <p:spPr bwMode="auto">
                <a:xfrm>
                  <a:off x="4038600" y="5619690"/>
                  <a:ext cx="3557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X</a:t>
                  </a:r>
                </a:p>
              </p:txBody>
            </p:sp>
            <p:sp>
              <p:nvSpPr>
                <p:cNvPr id="52243" name="Rectangle 31">
                  <a:extLst>
                    <a:ext uri="{FF2B5EF4-FFF2-40B4-BE49-F238E27FC236}">
                      <a16:creationId xmlns:a16="http://schemas.microsoft.com/office/drawing/2014/main" id="{7A57EEB2-EAF3-2A66-3C52-5204E86178AF}"/>
                    </a:ext>
                  </a:extLst>
                </p:cNvPr>
                <p:cNvSpPr>
                  <a:spLocks noChangeArrowheads="1"/>
                </p:cNvSpPr>
                <p:nvPr/>
              </p:nvSpPr>
              <p:spPr bwMode="auto">
                <a:xfrm>
                  <a:off x="3369598" y="4572000"/>
                  <a:ext cx="36420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Y</a:t>
                  </a:r>
                </a:p>
              </p:txBody>
            </p:sp>
            <p:cxnSp>
              <p:nvCxnSpPr>
                <p:cNvPr id="52244" name="Straight Connector 33">
                  <a:extLst>
                    <a:ext uri="{FF2B5EF4-FFF2-40B4-BE49-F238E27FC236}">
                      <a16:creationId xmlns:a16="http://schemas.microsoft.com/office/drawing/2014/main" id="{7627DF67-E4BF-420A-8A99-8EDB89F7427A}"/>
                    </a:ext>
                  </a:extLst>
                </p:cNvPr>
                <p:cNvCxnSpPr>
                  <a:cxnSpLocks noChangeShapeType="1"/>
                </p:cNvCxnSpPr>
                <p:nvPr/>
              </p:nvCxnSpPr>
              <p:spPr bwMode="auto">
                <a:xfrm flipH="1">
                  <a:off x="2946536" y="5562600"/>
                  <a:ext cx="4572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2245" name="Straight Connector 34">
                  <a:extLst>
                    <a:ext uri="{FF2B5EF4-FFF2-40B4-BE49-F238E27FC236}">
                      <a16:creationId xmlns:a16="http://schemas.microsoft.com/office/drawing/2014/main" id="{94D9943D-CCD9-A71D-5481-0D88A9141774}"/>
                    </a:ext>
                  </a:extLst>
                </p:cNvPr>
                <p:cNvCxnSpPr>
                  <a:cxnSpLocks noChangeShapeType="1"/>
                </p:cNvCxnSpPr>
                <p:nvPr/>
              </p:nvCxnSpPr>
              <p:spPr bwMode="auto">
                <a:xfrm>
                  <a:off x="3632336" y="5562600"/>
                  <a:ext cx="4572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52246" name="Group 22">
                  <a:extLst>
                    <a:ext uri="{FF2B5EF4-FFF2-40B4-BE49-F238E27FC236}">
                      <a16:creationId xmlns:a16="http://schemas.microsoft.com/office/drawing/2014/main" id="{AE1691DA-F714-373B-921B-E1EB7902582E}"/>
                    </a:ext>
                  </a:extLst>
                </p:cNvPr>
                <p:cNvGrpSpPr>
                  <a:grpSpLocks/>
                </p:cNvGrpSpPr>
                <p:nvPr/>
              </p:nvGrpSpPr>
              <p:grpSpPr bwMode="auto">
                <a:xfrm>
                  <a:off x="3505200" y="4953000"/>
                  <a:ext cx="76200" cy="381000"/>
                  <a:chOff x="3429000" y="4953000"/>
                  <a:chExt cx="76200" cy="381000"/>
                </a:xfrm>
              </p:grpSpPr>
              <p:cxnSp>
                <p:nvCxnSpPr>
                  <p:cNvPr id="52247" name="Straight Connector 32">
                    <a:extLst>
                      <a:ext uri="{FF2B5EF4-FFF2-40B4-BE49-F238E27FC236}">
                        <a16:creationId xmlns:a16="http://schemas.microsoft.com/office/drawing/2014/main" id="{EAC8A3AA-68E3-A033-4FEE-56A4445594F6}"/>
                      </a:ext>
                    </a:extLst>
                  </p:cNvPr>
                  <p:cNvCxnSpPr>
                    <a:cxnSpLocks noChangeShapeType="1"/>
                  </p:cNvCxnSpPr>
                  <p:nvPr/>
                </p:nvCxnSpPr>
                <p:spPr bwMode="auto">
                  <a:xfrm>
                    <a:off x="3429000" y="49530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2248" name="Straight Connector 51">
                    <a:extLst>
                      <a:ext uri="{FF2B5EF4-FFF2-40B4-BE49-F238E27FC236}">
                        <a16:creationId xmlns:a16="http://schemas.microsoft.com/office/drawing/2014/main" id="{9D95CCCE-4092-A3DA-DCB6-F0E8CAE7CDC3}"/>
                      </a:ext>
                    </a:extLst>
                  </p:cNvPr>
                  <p:cNvCxnSpPr>
                    <a:cxnSpLocks noChangeShapeType="1"/>
                  </p:cNvCxnSpPr>
                  <p:nvPr/>
                </p:nvCxnSpPr>
                <p:spPr bwMode="auto">
                  <a:xfrm>
                    <a:off x="3505200" y="49530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grpSp>
        </p:grpSp>
        <p:sp>
          <p:nvSpPr>
            <p:cNvPr id="52232" name="TextBox 26">
              <a:extLst>
                <a:ext uri="{FF2B5EF4-FFF2-40B4-BE49-F238E27FC236}">
                  <a16:creationId xmlns:a16="http://schemas.microsoft.com/office/drawing/2014/main" id="{E8BD6B4B-C9A4-E045-9C8E-1CCCDD5A5ED4}"/>
                </a:ext>
              </a:extLst>
            </p:cNvPr>
            <p:cNvSpPr txBox="1">
              <a:spLocks noChangeArrowheads="1"/>
            </p:cNvSpPr>
            <p:nvPr/>
          </p:nvSpPr>
          <p:spPr bwMode="auto">
            <a:xfrm>
              <a:off x="1219200" y="5986046"/>
              <a:ext cx="11941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600"/>
                <a:t>real = ideal</a:t>
              </a:r>
            </a:p>
          </p:txBody>
        </p:sp>
        <p:sp>
          <p:nvSpPr>
            <p:cNvPr id="52233" name="TextBox 57">
              <a:extLst>
                <a:ext uri="{FF2B5EF4-FFF2-40B4-BE49-F238E27FC236}">
                  <a16:creationId xmlns:a16="http://schemas.microsoft.com/office/drawing/2014/main" id="{4E7E7B75-D579-9783-4839-A8E83311C0D1}"/>
                </a:ext>
              </a:extLst>
            </p:cNvPr>
            <p:cNvSpPr txBox="1">
              <a:spLocks noChangeArrowheads="1"/>
            </p:cNvSpPr>
            <p:nvPr/>
          </p:nvSpPr>
          <p:spPr bwMode="auto">
            <a:xfrm>
              <a:off x="6934200" y="5943600"/>
              <a:ext cx="118694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600"/>
                <a:t>real ≠ ideal</a:t>
              </a:r>
            </a:p>
          </p:txBody>
        </p:sp>
        <p:sp>
          <p:nvSpPr>
            <p:cNvPr id="52234" name="TextBox 58">
              <a:extLst>
                <a:ext uri="{FF2B5EF4-FFF2-40B4-BE49-F238E27FC236}">
                  <a16:creationId xmlns:a16="http://schemas.microsoft.com/office/drawing/2014/main" id="{65F946DE-728C-7BED-FE8E-835748CA8CBB}"/>
                </a:ext>
              </a:extLst>
            </p:cNvPr>
            <p:cNvSpPr txBox="1">
              <a:spLocks noChangeArrowheads="1"/>
            </p:cNvSpPr>
            <p:nvPr/>
          </p:nvSpPr>
          <p:spPr bwMode="auto">
            <a:xfrm>
              <a:off x="5054243" y="5943600"/>
              <a:ext cx="118694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600"/>
                <a:t>real ≠ ideal</a:t>
              </a:r>
            </a:p>
          </p:txBody>
        </p:sp>
        <p:sp>
          <p:nvSpPr>
            <p:cNvPr id="52235" name="TextBox 59">
              <a:extLst>
                <a:ext uri="{FF2B5EF4-FFF2-40B4-BE49-F238E27FC236}">
                  <a16:creationId xmlns:a16="http://schemas.microsoft.com/office/drawing/2014/main" id="{8FAA090E-F526-F728-7A0F-3977C120C1CF}"/>
                </a:ext>
              </a:extLst>
            </p:cNvPr>
            <p:cNvSpPr txBox="1">
              <a:spLocks noChangeArrowheads="1"/>
            </p:cNvSpPr>
            <p:nvPr/>
          </p:nvSpPr>
          <p:spPr bwMode="auto">
            <a:xfrm>
              <a:off x="3149243" y="5986046"/>
              <a:ext cx="11941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600"/>
                <a:t>real ≠ ideal</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113669"/>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113670"/>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grpId="0" nodeType="afterEffect">
                                  <p:stCondLst>
                                    <p:cond delay="1000"/>
                                  </p:stCondLst>
                                  <p:childTnLst>
                                    <p:set>
                                      <p:cBhvr>
                                        <p:cTn id="12" dur="1" fill="hold">
                                          <p:stCondLst>
                                            <p:cond delay="0"/>
                                          </p:stCondLst>
                                        </p:cTn>
                                        <p:tgtEl>
                                          <p:spTgt spid="1136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9" grpId="0"/>
      <p:bldP spid="11367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3">
            <a:extLst>
              <a:ext uri="{FF2B5EF4-FFF2-40B4-BE49-F238E27FC236}">
                <a16:creationId xmlns:a16="http://schemas.microsoft.com/office/drawing/2014/main" id="{94CA32C3-FA77-BE0E-16AB-A5E2575EBF46}"/>
              </a:ext>
            </a:extLst>
          </p:cNvPr>
          <p:cNvSpPr txBox="1">
            <a:spLocks noChangeArrowheads="1"/>
          </p:cNvSpPr>
          <p:nvPr/>
        </p:nvSpPr>
        <p:spPr bwMode="auto">
          <a:xfrm>
            <a:off x="228600" y="434975"/>
            <a:ext cx="2057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cs typeface="Arial" panose="020B0604020202020204" pitchFamily="34" charset="0"/>
              </a:rPr>
              <a:t>Figure 10.3</a:t>
            </a:r>
          </a:p>
        </p:txBody>
      </p:sp>
      <p:sp>
        <p:nvSpPr>
          <p:cNvPr id="53251" name="Text Box 10">
            <a:extLst>
              <a:ext uri="{FF2B5EF4-FFF2-40B4-BE49-F238E27FC236}">
                <a16:creationId xmlns:a16="http://schemas.microsoft.com/office/drawing/2014/main" id="{25BFA195-2850-FEE0-A9C6-B7DFBFC2E855}"/>
              </a:ext>
            </a:extLst>
          </p:cNvPr>
          <p:cNvSpPr txBox="1">
            <a:spLocks noChangeArrowheads="1"/>
          </p:cNvSpPr>
          <p:nvPr/>
        </p:nvSpPr>
        <p:spPr bwMode="auto">
          <a:xfrm>
            <a:off x="2209800" y="434975"/>
            <a:ext cx="6096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b="1"/>
              <a:t>The single molecular shape of the linear electron-group arrangement.</a:t>
            </a:r>
          </a:p>
        </p:txBody>
      </p:sp>
      <p:grpSp>
        <p:nvGrpSpPr>
          <p:cNvPr id="2" name="Group 19">
            <a:extLst>
              <a:ext uri="{FF2B5EF4-FFF2-40B4-BE49-F238E27FC236}">
                <a16:creationId xmlns:a16="http://schemas.microsoft.com/office/drawing/2014/main" id="{DB3267C7-E2A6-BB86-9A1A-C89D47DE25B9}"/>
              </a:ext>
            </a:extLst>
          </p:cNvPr>
          <p:cNvGrpSpPr>
            <a:grpSpLocks/>
          </p:cNvGrpSpPr>
          <p:nvPr/>
        </p:nvGrpSpPr>
        <p:grpSpPr bwMode="auto">
          <a:xfrm>
            <a:off x="1263650" y="3576638"/>
            <a:ext cx="4679950" cy="2657475"/>
            <a:chOff x="624" y="2253"/>
            <a:chExt cx="2948" cy="1674"/>
          </a:xfrm>
        </p:grpSpPr>
        <p:pic>
          <p:nvPicPr>
            <p:cNvPr id="53259" name="Picture 6">
              <a:extLst>
                <a:ext uri="{FF2B5EF4-FFF2-40B4-BE49-F238E27FC236}">
                  <a16:creationId xmlns:a16="http://schemas.microsoft.com/office/drawing/2014/main" id="{05FA2903-FFC6-5250-1ABD-D68DDED2BA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5" y="2253"/>
              <a:ext cx="2338" cy="1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60" name="Text Box 9">
              <a:extLst>
                <a:ext uri="{FF2B5EF4-FFF2-40B4-BE49-F238E27FC236}">
                  <a16:creationId xmlns:a16="http://schemas.microsoft.com/office/drawing/2014/main" id="{938F40BC-3588-74CA-986A-C563CABD8595}"/>
                </a:ext>
              </a:extLst>
            </p:cNvPr>
            <p:cNvSpPr txBox="1">
              <a:spLocks noChangeArrowheads="1"/>
            </p:cNvSpPr>
            <p:nvPr/>
          </p:nvSpPr>
          <p:spPr bwMode="auto">
            <a:xfrm>
              <a:off x="624" y="3696"/>
              <a:ext cx="29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This key refers to Figures 10.3 through 10.8.</a:t>
              </a:r>
            </a:p>
          </p:txBody>
        </p:sp>
      </p:grpSp>
      <p:pic>
        <p:nvPicPr>
          <p:cNvPr id="18443" name="Picture 11">
            <a:extLst>
              <a:ext uri="{FF2B5EF4-FFF2-40B4-BE49-F238E27FC236}">
                <a16:creationId xmlns:a16="http://schemas.microsoft.com/office/drawing/2014/main" id="{980FFAEE-A1DE-1A94-332A-6F36ABAA55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975" y="1371600"/>
            <a:ext cx="2736850" cy="206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18">
            <a:extLst>
              <a:ext uri="{FF2B5EF4-FFF2-40B4-BE49-F238E27FC236}">
                <a16:creationId xmlns:a16="http://schemas.microsoft.com/office/drawing/2014/main" id="{A674DD71-D9EA-0715-4504-C11579E9B953}"/>
              </a:ext>
            </a:extLst>
          </p:cNvPr>
          <p:cNvGrpSpPr>
            <a:grpSpLocks/>
          </p:cNvGrpSpPr>
          <p:nvPr/>
        </p:nvGrpSpPr>
        <p:grpSpPr bwMode="auto">
          <a:xfrm>
            <a:off x="5334000" y="1419225"/>
            <a:ext cx="3048000" cy="2482850"/>
            <a:chOff x="3360" y="872"/>
            <a:chExt cx="1920" cy="1564"/>
          </a:xfrm>
        </p:grpSpPr>
        <p:sp>
          <p:nvSpPr>
            <p:cNvPr id="53256" name="Text Box 11">
              <a:extLst>
                <a:ext uri="{FF2B5EF4-FFF2-40B4-BE49-F238E27FC236}">
                  <a16:creationId xmlns:a16="http://schemas.microsoft.com/office/drawing/2014/main" id="{F177C5CB-A73C-3381-6F52-104CA87BBF2D}"/>
                </a:ext>
              </a:extLst>
            </p:cNvPr>
            <p:cNvSpPr txBox="1">
              <a:spLocks noChangeArrowheads="1"/>
            </p:cNvSpPr>
            <p:nvPr/>
          </p:nvSpPr>
          <p:spPr bwMode="auto">
            <a:xfrm>
              <a:off x="3696" y="1994"/>
              <a:ext cx="129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a:t>Examples:</a:t>
              </a:r>
            </a:p>
            <a:p>
              <a:r>
                <a:rPr lang="en-US" altLang="en-US" sz="2000"/>
                <a:t>CS</a:t>
              </a:r>
              <a:r>
                <a:rPr lang="en-US" altLang="en-US" sz="2000" baseline="-25000"/>
                <a:t>2</a:t>
              </a:r>
              <a:r>
                <a:rPr lang="en-US" altLang="en-US" sz="2000"/>
                <a:t>, HCN, BeF</a:t>
              </a:r>
              <a:r>
                <a:rPr lang="en-US" altLang="en-US" sz="2000" baseline="-25000"/>
                <a:t>2</a:t>
              </a:r>
              <a:endParaRPr lang="en-US" altLang="en-US" sz="2000"/>
            </a:p>
          </p:txBody>
        </p:sp>
        <p:sp>
          <p:nvSpPr>
            <p:cNvPr id="53257" name="Text Box 10">
              <a:extLst>
                <a:ext uri="{FF2B5EF4-FFF2-40B4-BE49-F238E27FC236}">
                  <a16:creationId xmlns:a16="http://schemas.microsoft.com/office/drawing/2014/main" id="{C1999408-4C43-4C7F-1ADE-66336A02F199}"/>
                </a:ext>
              </a:extLst>
            </p:cNvPr>
            <p:cNvSpPr txBox="1">
              <a:spLocks noChangeArrowheads="1"/>
            </p:cNvSpPr>
            <p:nvPr/>
          </p:nvSpPr>
          <p:spPr bwMode="auto">
            <a:xfrm>
              <a:off x="3456" y="872"/>
              <a:ext cx="3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AX</a:t>
              </a:r>
              <a:r>
                <a:rPr lang="en-US" altLang="en-US" sz="2000" b="1" baseline="-25000"/>
                <a:t>2</a:t>
              </a:r>
              <a:endParaRPr lang="en-US" altLang="en-US" sz="2000" b="1"/>
            </a:p>
          </p:txBody>
        </p:sp>
        <p:pic>
          <p:nvPicPr>
            <p:cNvPr id="53258" name="Picture 13">
              <a:extLst>
                <a:ext uri="{FF2B5EF4-FFF2-40B4-BE49-F238E27FC236}">
                  <a16:creationId xmlns:a16="http://schemas.microsoft.com/office/drawing/2014/main" id="{D4DB934C-4FEB-DCE7-1284-B102088EFE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60" y="1127"/>
              <a:ext cx="1920"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3255" name="Rectangle 9">
            <a:extLst>
              <a:ext uri="{FF2B5EF4-FFF2-40B4-BE49-F238E27FC236}">
                <a16:creationId xmlns:a16="http://schemas.microsoft.com/office/drawing/2014/main" id="{5E9CBB27-9616-B28A-32EF-E0831C856220}"/>
              </a:ext>
            </a:extLst>
          </p:cNvPr>
          <p:cNvSpPr>
            <a:spLocks noChangeArrowheads="1"/>
          </p:cNvSpPr>
          <p:nvPr/>
        </p:nvSpPr>
        <p:spPr bwMode="auto">
          <a:xfrm>
            <a:off x="2389188" y="1174750"/>
            <a:ext cx="4365625"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800"/>
              <a:t> Copyright © The McGraw-Hill Companies, Inc. Permission required for reproduction or display.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1000"/>
                                  </p:stCondLst>
                                  <p:childTnLst>
                                    <p:set>
                                      <p:cBhvr>
                                        <p:cTn id="6" dur="1" fill="hold">
                                          <p:stCondLst>
                                            <p:cond delay="0"/>
                                          </p:stCondLst>
                                        </p:cTn>
                                        <p:tgtEl>
                                          <p:spTgt spid="18443"/>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3"/>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a:extLst>
              <a:ext uri="{FF2B5EF4-FFF2-40B4-BE49-F238E27FC236}">
                <a16:creationId xmlns:a16="http://schemas.microsoft.com/office/drawing/2014/main" id="{871E0F7B-67C0-7668-79E2-F3DB46ACAE40}"/>
              </a:ext>
            </a:extLst>
          </p:cNvPr>
          <p:cNvSpPr txBox="1">
            <a:spLocks noChangeArrowheads="1"/>
          </p:cNvSpPr>
          <p:nvPr/>
        </p:nvSpPr>
        <p:spPr bwMode="auto">
          <a:xfrm>
            <a:off x="381000" y="441325"/>
            <a:ext cx="152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cs typeface="Arial" panose="020B0604020202020204" pitchFamily="34" charset="0"/>
              </a:rPr>
              <a:t>Figure 10.4</a:t>
            </a:r>
          </a:p>
        </p:txBody>
      </p:sp>
      <p:sp>
        <p:nvSpPr>
          <p:cNvPr id="55299" name="Text Box 8">
            <a:extLst>
              <a:ext uri="{FF2B5EF4-FFF2-40B4-BE49-F238E27FC236}">
                <a16:creationId xmlns:a16="http://schemas.microsoft.com/office/drawing/2014/main" id="{94AD6815-E2C9-8087-6C99-3CA61255A3AF}"/>
              </a:ext>
            </a:extLst>
          </p:cNvPr>
          <p:cNvSpPr txBox="1">
            <a:spLocks noChangeArrowheads="1"/>
          </p:cNvSpPr>
          <p:nvPr/>
        </p:nvSpPr>
        <p:spPr bwMode="auto">
          <a:xfrm>
            <a:off x="2362200" y="441325"/>
            <a:ext cx="6019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b="1"/>
              <a:t>The two molecular shapes of the trigonal planar electron-group arrangement.</a:t>
            </a:r>
          </a:p>
        </p:txBody>
      </p:sp>
      <p:pic>
        <p:nvPicPr>
          <p:cNvPr id="19473" name="Picture 17">
            <a:extLst>
              <a:ext uri="{FF2B5EF4-FFF2-40B4-BE49-F238E27FC236}">
                <a16:creationId xmlns:a16="http://schemas.microsoft.com/office/drawing/2014/main" id="{5FA7EE41-480E-E285-4263-E6A613C754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460500"/>
            <a:ext cx="2286000"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6">
            <a:extLst>
              <a:ext uri="{FF2B5EF4-FFF2-40B4-BE49-F238E27FC236}">
                <a16:creationId xmlns:a16="http://schemas.microsoft.com/office/drawing/2014/main" id="{96EA887B-3690-A7D1-62C0-8C38168CA696}"/>
              </a:ext>
            </a:extLst>
          </p:cNvPr>
          <p:cNvGrpSpPr>
            <a:grpSpLocks/>
          </p:cNvGrpSpPr>
          <p:nvPr/>
        </p:nvGrpSpPr>
        <p:grpSpPr bwMode="auto">
          <a:xfrm>
            <a:off x="838200" y="4162425"/>
            <a:ext cx="5638800" cy="1922463"/>
            <a:chOff x="838200" y="4162425"/>
            <a:chExt cx="5638800" cy="1922463"/>
          </a:xfrm>
        </p:grpSpPr>
        <p:sp>
          <p:nvSpPr>
            <p:cNvPr id="55307" name="Text Box 21">
              <a:extLst>
                <a:ext uri="{FF2B5EF4-FFF2-40B4-BE49-F238E27FC236}">
                  <a16:creationId xmlns:a16="http://schemas.microsoft.com/office/drawing/2014/main" id="{D643A966-A28B-C7DB-8405-EC9478121E71}"/>
                </a:ext>
              </a:extLst>
            </p:cNvPr>
            <p:cNvSpPr txBox="1">
              <a:spLocks noChangeArrowheads="1"/>
            </p:cNvSpPr>
            <p:nvPr/>
          </p:nvSpPr>
          <p:spPr bwMode="auto">
            <a:xfrm>
              <a:off x="838200" y="4162425"/>
              <a:ext cx="8001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AX</a:t>
              </a:r>
              <a:r>
                <a:rPr lang="en-US" altLang="en-US" sz="2000" b="1" baseline="-25000"/>
                <a:t>2</a:t>
              </a:r>
              <a:r>
                <a:rPr lang="en-US" altLang="en-US" sz="2000" b="1"/>
                <a:t>E</a:t>
              </a:r>
            </a:p>
          </p:txBody>
        </p:sp>
        <p:grpSp>
          <p:nvGrpSpPr>
            <p:cNvPr id="55308" name="Group 14">
              <a:extLst>
                <a:ext uri="{FF2B5EF4-FFF2-40B4-BE49-F238E27FC236}">
                  <a16:creationId xmlns:a16="http://schemas.microsoft.com/office/drawing/2014/main" id="{BC8B291F-79D1-1418-B334-DD1B696567D8}"/>
                </a:ext>
              </a:extLst>
            </p:cNvPr>
            <p:cNvGrpSpPr>
              <a:grpSpLocks/>
            </p:cNvGrpSpPr>
            <p:nvPr/>
          </p:nvGrpSpPr>
          <p:grpSpPr bwMode="auto">
            <a:xfrm>
              <a:off x="1604963" y="4343400"/>
              <a:ext cx="4872037" cy="1741488"/>
              <a:chOff x="1604963" y="4343400"/>
              <a:chExt cx="4872037" cy="1741488"/>
            </a:xfrm>
          </p:grpSpPr>
          <p:pic>
            <p:nvPicPr>
              <p:cNvPr id="55309" name="Picture 22">
                <a:extLst>
                  <a:ext uri="{FF2B5EF4-FFF2-40B4-BE49-F238E27FC236}">
                    <a16:creationId xmlns:a16="http://schemas.microsoft.com/office/drawing/2014/main" id="{5DD5EEDA-E64E-EACB-64E0-4065526D6A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4963" y="4343400"/>
                <a:ext cx="1970088" cy="174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10" name="Text Box 19">
                <a:extLst>
                  <a:ext uri="{FF2B5EF4-FFF2-40B4-BE49-F238E27FC236}">
                    <a16:creationId xmlns:a16="http://schemas.microsoft.com/office/drawing/2014/main" id="{00CD90FC-4A75-086D-F771-F4B887F17FEF}"/>
                  </a:ext>
                </a:extLst>
              </p:cNvPr>
              <p:cNvSpPr txBox="1">
                <a:spLocks noChangeArrowheads="1"/>
              </p:cNvSpPr>
              <p:nvPr/>
            </p:nvSpPr>
            <p:spPr bwMode="auto">
              <a:xfrm>
                <a:off x="3733800" y="4800600"/>
                <a:ext cx="2743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a:t>Examples:</a:t>
                </a:r>
              </a:p>
              <a:p>
                <a:r>
                  <a:rPr lang="en-US" altLang="en-US" sz="2000"/>
                  <a:t>SO</a:t>
                </a:r>
                <a:r>
                  <a:rPr lang="en-US" altLang="en-US" sz="2000" baseline="-25000"/>
                  <a:t>2</a:t>
                </a:r>
                <a:r>
                  <a:rPr lang="en-US" altLang="en-US" sz="2000"/>
                  <a:t>, O</a:t>
                </a:r>
                <a:r>
                  <a:rPr lang="en-US" altLang="en-US" sz="2000" baseline="-25000"/>
                  <a:t>3</a:t>
                </a:r>
                <a:r>
                  <a:rPr lang="en-US" altLang="en-US" sz="2000"/>
                  <a:t>, PbCl</a:t>
                </a:r>
                <a:r>
                  <a:rPr lang="en-US" altLang="en-US" sz="2000" baseline="-25000"/>
                  <a:t>2</a:t>
                </a:r>
                <a:r>
                  <a:rPr lang="en-US" altLang="en-US" sz="2000"/>
                  <a:t>, SnBr</a:t>
                </a:r>
                <a:r>
                  <a:rPr lang="en-US" altLang="en-US" sz="2000" baseline="-25000"/>
                  <a:t>2</a:t>
                </a:r>
                <a:r>
                  <a:rPr lang="en-US" altLang="en-US" sz="2000"/>
                  <a:t> </a:t>
                </a:r>
              </a:p>
            </p:txBody>
          </p:sp>
        </p:grpSp>
      </p:grpSp>
      <p:sp>
        <p:nvSpPr>
          <p:cNvPr id="55302" name="Rectangle 9">
            <a:extLst>
              <a:ext uri="{FF2B5EF4-FFF2-40B4-BE49-F238E27FC236}">
                <a16:creationId xmlns:a16="http://schemas.microsoft.com/office/drawing/2014/main" id="{A370D7A7-E13D-43A9-05D3-ED2D8F33ECE5}"/>
              </a:ext>
            </a:extLst>
          </p:cNvPr>
          <p:cNvSpPr>
            <a:spLocks noChangeArrowheads="1"/>
          </p:cNvSpPr>
          <p:nvPr/>
        </p:nvSpPr>
        <p:spPr bwMode="auto">
          <a:xfrm>
            <a:off x="2389188" y="1263650"/>
            <a:ext cx="4365625"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800"/>
              <a:t> Copyright © The McGraw-Hill Companies, Inc. Permission required for reproduction or display. </a:t>
            </a:r>
          </a:p>
        </p:txBody>
      </p:sp>
      <p:grpSp>
        <p:nvGrpSpPr>
          <p:cNvPr id="4" name="Group 15">
            <a:extLst>
              <a:ext uri="{FF2B5EF4-FFF2-40B4-BE49-F238E27FC236}">
                <a16:creationId xmlns:a16="http://schemas.microsoft.com/office/drawing/2014/main" id="{01DEF615-0571-EBC8-8B5C-973D4CCA1409}"/>
              </a:ext>
            </a:extLst>
          </p:cNvPr>
          <p:cNvGrpSpPr>
            <a:grpSpLocks/>
          </p:cNvGrpSpPr>
          <p:nvPr/>
        </p:nvGrpSpPr>
        <p:grpSpPr bwMode="auto">
          <a:xfrm>
            <a:off x="3886200" y="1419225"/>
            <a:ext cx="4724400" cy="2092325"/>
            <a:chOff x="3886200" y="1419225"/>
            <a:chExt cx="4724400" cy="2092325"/>
          </a:xfrm>
        </p:grpSpPr>
        <p:pic>
          <p:nvPicPr>
            <p:cNvPr id="55304" name="Picture 18">
              <a:extLst>
                <a:ext uri="{FF2B5EF4-FFF2-40B4-BE49-F238E27FC236}">
                  <a16:creationId xmlns:a16="http://schemas.microsoft.com/office/drawing/2014/main" id="{04223F67-58B7-C5CD-6A79-BC5579B0B0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43350" y="1600200"/>
              <a:ext cx="2095500" cy="191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5" name="Text Box 16">
              <a:extLst>
                <a:ext uri="{FF2B5EF4-FFF2-40B4-BE49-F238E27FC236}">
                  <a16:creationId xmlns:a16="http://schemas.microsoft.com/office/drawing/2014/main" id="{99539026-6E3B-E4E0-5834-FA5D289F3C2D}"/>
                </a:ext>
              </a:extLst>
            </p:cNvPr>
            <p:cNvSpPr txBox="1">
              <a:spLocks noChangeArrowheads="1"/>
            </p:cNvSpPr>
            <p:nvPr/>
          </p:nvSpPr>
          <p:spPr bwMode="auto">
            <a:xfrm>
              <a:off x="3886200" y="1419225"/>
              <a:ext cx="630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AX</a:t>
              </a:r>
              <a:r>
                <a:rPr lang="en-US" altLang="en-US" sz="2000" b="1" baseline="-25000"/>
                <a:t>3</a:t>
              </a:r>
              <a:endParaRPr lang="en-US" altLang="en-US" sz="2000" b="1"/>
            </a:p>
          </p:txBody>
        </p:sp>
        <p:sp>
          <p:nvSpPr>
            <p:cNvPr id="55306" name="Text Box 18">
              <a:extLst>
                <a:ext uri="{FF2B5EF4-FFF2-40B4-BE49-F238E27FC236}">
                  <a16:creationId xmlns:a16="http://schemas.microsoft.com/office/drawing/2014/main" id="{873298BB-47B8-9BAB-9588-66C52B835965}"/>
                </a:ext>
              </a:extLst>
            </p:cNvPr>
            <p:cNvSpPr txBox="1">
              <a:spLocks noChangeArrowheads="1"/>
            </p:cNvSpPr>
            <p:nvPr/>
          </p:nvSpPr>
          <p:spPr bwMode="auto">
            <a:xfrm>
              <a:off x="5867400" y="2117725"/>
              <a:ext cx="2743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a:t>Examples:</a:t>
              </a:r>
            </a:p>
            <a:p>
              <a:r>
                <a:rPr lang="en-US" altLang="en-US" sz="2000"/>
                <a:t>SO</a:t>
              </a:r>
              <a:r>
                <a:rPr lang="en-US" altLang="en-US" sz="2000" baseline="-25000"/>
                <a:t>3</a:t>
              </a:r>
              <a:r>
                <a:rPr lang="en-US" altLang="en-US" sz="2000"/>
                <a:t>, BF</a:t>
              </a:r>
              <a:r>
                <a:rPr lang="en-US" altLang="en-US" sz="2000" baseline="-25000"/>
                <a:t>3</a:t>
              </a:r>
              <a:r>
                <a:rPr lang="en-US" altLang="en-US" sz="2000"/>
                <a:t>, NO</a:t>
              </a:r>
              <a:r>
                <a:rPr lang="en-US" altLang="en-US" sz="2000" baseline="-25000"/>
                <a:t>3</a:t>
              </a:r>
              <a:r>
                <a:rPr lang="en-US" altLang="en-US" sz="2000" baseline="30000"/>
                <a:t>–</a:t>
              </a:r>
              <a:r>
                <a:rPr lang="en-US" altLang="en-US" sz="2000"/>
                <a:t>, CO</a:t>
              </a:r>
              <a:r>
                <a:rPr lang="en-US" altLang="en-US" sz="2000" baseline="-25000"/>
                <a:t>3</a:t>
              </a:r>
              <a:r>
                <a:rPr lang="en-US" altLang="en-US" sz="2000" baseline="30000"/>
                <a:t>2–</a:t>
              </a:r>
              <a:r>
                <a:rPr lang="en-US" altLang="en-US" sz="2000"/>
                <a:t>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1000"/>
                                  </p:stCondLst>
                                  <p:childTnLst>
                                    <p:set>
                                      <p:cBhvr>
                                        <p:cTn id="6" dur="1" fill="hold">
                                          <p:stCondLst>
                                            <p:cond delay="0"/>
                                          </p:stCondLst>
                                        </p:cTn>
                                        <p:tgtEl>
                                          <p:spTgt spid="19473"/>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4"/>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a:extLst>
              <a:ext uri="{FF2B5EF4-FFF2-40B4-BE49-F238E27FC236}">
                <a16:creationId xmlns:a16="http://schemas.microsoft.com/office/drawing/2014/main" id="{65F00330-1048-F254-968C-1F665D366CA2}"/>
              </a:ext>
            </a:extLst>
          </p:cNvPr>
          <p:cNvSpPr txBox="1">
            <a:spLocks noChangeArrowheads="1"/>
          </p:cNvSpPr>
          <p:nvPr/>
        </p:nvSpPr>
        <p:spPr bwMode="auto">
          <a:xfrm>
            <a:off x="1600200" y="609600"/>
            <a:ext cx="5867400" cy="519113"/>
          </a:xfrm>
          <a:prstGeom prst="rect">
            <a:avLst/>
          </a:prstGeom>
          <a:gradFill rotWithShape="1">
            <a:gsLst>
              <a:gs pos="0">
                <a:srgbClr val="990000">
                  <a:alpha val="35001"/>
                </a:srgbClr>
              </a:gs>
              <a:gs pos="100000">
                <a:srgbClr val="47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800" b="1"/>
              <a:t>Factors Affecting Bond Angles</a:t>
            </a:r>
          </a:p>
        </p:txBody>
      </p:sp>
      <p:grpSp>
        <p:nvGrpSpPr>
          <p:cNvPr id="2" name="Group 77">
            <a:extLst>
              <a:ext uri="{FF2B5EF4-FFF2-40B4-BE49-F238E27FC236}">
                <a16:creationId xmlns:a16="http://schemas.microsoft.com/office/drawing/2014/main" id="{DAA4D16A-208E-890C-FFEF-1DE0E141CF24}"/>
              </a:ext>
            </a:extLst>
          </p:cNvPr>
          <p:cNvGrpSpPr>
            <a:grpSpLocks/>
          </p:cNvGrpSpPr>
          <p:nvPr/>
        </p:nvGrpSpPr>
        <p:grpSpPr bwMode="auto">
          <a:xfrm>
            <a:off x="609600" y="1371600"/>
            <a:ext cx="7696200" cy="2286000"/>
            <a:chOff x="384" y="864"/>
            <a:chExt cx="4848" cy="1440"/>
          </a:xfrm>
        </p:grpSpPr>
        <p:sp>
          <p:nvSpPr>
            <p:cNvPr id="57352" name="Text Box 18">
              <a:extLst>
                <a:ext uri="{FF2B5EF4-FFF2-40B4-BE49-F238E27FC236}">
                  <a16:creationId xmlns:a16="http://schemas.microsoft.com/office/drawing/2014/main" id="{0C59B77C-ECC5-A0CA-34CC-B361F1148A98}"/>
                </a:ext>
              </a:extLst>
            </p:cNvPr>
            <p:cNvSpPr txBox="1">
              <a:spLocks noChangeArrowheads="1"/>
            </p:cNvSpPr>
            <p:nvPr/>
          </p:nvSpPr>
          <p:spPr bwMode="auto">
            <a:xfrm>
              <a:off x="2160" y="1248"/>
              <a:ext cx="3072"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A lone pair repels bonding pairs more strongly than bonding pairs repel each other. This decreases the angle between the bonding pairs.</a:t>
              </a:r>
            </a:p>
          </p:txBody>
        </p:sp>
        <p:sp>
          <p:nvSpPr>
            <p:cNvPr id="57353" name="Text Box 17">
              <a:extLst>
                <a:ext uri="{FF2B5EF4-FFF2-40B4-BE49-F238E27FC236}">
                  <a16:creationId xmlns:a16="http://schemas.microsoft.com/office/drawing/2014/main" id="{ED9ED085-0E14-4413-4388-85D8CBDCDC40}"/>
                </a:ext>
              </a:extLst>
            </p:cNvPr>
            <p:cNvSpPr txBox="1">
              <a:spLocks noChangeArrowheads="1"/>
            </p:cNvSpPr>
            <p:nvPr/>
          </p:nvSpPr>
          <p:spPr bwMode="auto">
            <a:xfrm>
              <a:off x="384" y="864"/>
              <a:ext cx="23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Nonbonding (Lone) Pairs</a:t>
              </a:r>
            </a:p>
          </p:txBody>
        </p:sp>
        <p:graphicFrame>
          <p:nvGraphicFramePr>
            <p:cNvPr id="57354" name="Object 74">
              <a:extLst>
                <a:ext uri="{FF2B5EF4-FFF2-40B4-BE49-F238E27FC236}">
                  <a16:creationId xmlns:a16="http://schemas.microsoft.com/office/drawing/2014/main" id="{97A2BCE5-AD42-0600-60F3-D3DD1EB44D57}"/>
                </a:ext>
              </a:extLst>
            </p:cNvPr>
            <p:cNvGraphicFramePr>
              <a:graphicFrameLocks noChangeAspect="1"/>
            </p:cNvGraphicFramePr>
            <p:nvPr/>
          </p:nvGraphicFramePr>
          <p:xfrm>
            <a:off x="960" y="1248"/>
            <a:ext cx="789" cy="1056"/>
          </p:xfrm>
          <a:graphic>
            <a:graphicData uri="http://schemas.openxmlformats.org/presentationml/2006/ole">
              <mc:AlternateContent xmlns:mc="http://schemas.openxmlformats.org/markup-compatibility/2006">
                <mc:Choice xmlns:v="urn:schemas-microsoft-com:vml" Requires="v">
                  <p:oleObj r:id="rId3" imgW="838200" imgH="1117600" progId="">
                    <p:embed/>
                  </p:oleObj>
                </mc:Choice>
                <mc:Fallback>
                  <p:oleObj r:id="rId3" imgW="838200" imgH="1117600" progId="">
                    <p:embed/>
                    <p:pic>
                      <p:nvPicPr>
                        <p:cNvPr id="0" name="Object 7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 y="1248"/>
                          <a:ext cx="789" cy="10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nvGrpSpPr>
          <p:cNvPr id="3" name="Group 78">
            <a:extLst>
              <a:ext uri="{FF2B5EF4-FFF2-40B4-BE49-F238E27FC236}">
                <a16:creationId xmlns:a16="http://schemas.microsoft.com/office/drawing/2014/main" id="{5DD579F0-8882-B228-C885-69906EAE6606}"/>
              </a:ext>
            </a:extLst>
          </p:cNvPr>
          <p:cNvGrpSpPr>
            <a:grpSpLocks/>
          </p:cNvGrpSpPr>
          <p:nvPr/>
        </p:nvGrpSpPr>
        <p:grpSpPr bwMode="auto">
          <a:xfrm>
            <a:off x="609600" y="3810000"/>
            <a:ext cx="7848600" cy="2273300"/>
            <a:chOff x="384" y="2400"/>
            <a:chExt cx="4944" cy="1432"/>
          </a:xfrm>
        </p:grpSpPr>
        <p:sp>
          <p:nvSpPr>
            <p:cNvPr id="57349" name="Text Box 4">
              <a:extLst>
                <a:ext uri="{FF2B5EF4-FFF2-40B4-BE49-F238E27FC236}">
                  <a16:creationId xmlns:a16="http://schemas.microsoft.com/office/drawing/2014/main" id="{48E03336-404F-2875-7CC7-CAC9C2F1E548}"/>
                </a:ext>
              </a:extLst>
            </p:cNvPr>
            <p:cNvSpPr txBox="1">
              <a:spLocks noChangeArrowheads="1"/>
            </p:cNvSpPr>
            <p:nvPr/>
          </p:nvSpPr>
          <p:spPr bwMode="auto">
            <a:xfrm>
              <a:off x="384" y="2400"/>
              <a:ext cx="1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Double Bonds</a:t>
              </a:r>
            </a:p>
          </p:txBody>
        </p:sp>
        <p:graphicFrame>
          <p:nvGraphicFramePr>
            <p:cNvPr id="57350" name="Object 75">
              <a:extLst>
                <a:ext uri="{FF2B5EF4-FFF2-40B4-BE49-F238E27FC236}">
                  <a16:creationId xmlns:a16="http://schemas.microsoft.com/office/drawing/2014/main" id="{E65B1B5E-0253-4464-897A-89F1B23E47BD}"/>
                </a:ext>
              </a:extLst>
            </p:cNvPr>
            <p:cNvGraphicFramePr>
              <a:graphicFrameLocks noChangeAspect="1"/>
            </p:cNvGraphicFramePr>
            <p:nvPr/>
          </p:nvGraphicFramePr>
          <p:xfrm>
            <a:off x="624" y="2784"/>
            <a:ext cx="1440" cy="1048"/>
          </p:xfrm>
          <a:graphic>
            <a:graphicData uri="http://schemas.openxmlformats.org/presentationml/2006/ole">
              <mc:AlternateContent xmlns:mc="http://schemas.openxmlformats.org/markup-compatibility/2006">
                <mc:Choice xmlns:v="urn:schemas-microsoft-com:vml" Requires="v">
                  <p:oleObj r:id="rId5" imgW="1447800" imgH="1054100" progId="">
                    <p:embed/>
                  </p:oleObj>
                </mc:Choice>
                <mc:Fallback>
                  <p:oleObj r:id="rId5" imgW="1447800" imgH="1054100" progId="">
                    <p:embed/>
                    <p:pic>
                      <p:nvPicPr>
                        <p:cNvPr id="0" name="Object 7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 y="2784"/>
                          <a:ext cx="1440" cy="10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7351" name="Text Box 18">
              <a:extLst>
                <a:ext uri="{FF2B5EF4-FFF2-40B4-BE49-F238E27FC236}">
                  <a16:creationId xmlns:a16="http://schemas.microsoft.com/office/drawing/2014/main" id="{6053970F-5428-84DF-9276-35FBB88A1F14}"/>
                </a:ext>
              </a:extLst>
            </p:cNvPr>
            <p:cNvSpPr txBox="1">
              <a:spLocks noChangeArrowheads="1"/>
            </p:cNvSpPr>
            <p:nvPr/>
          </p:nvSpPr>
          <p:spPr bwMode="auto">
            <a:xfrm>
              <a:off x="2256" y="2880"/>
              <a:ext cx="3072"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A double bond has greater electron density than a single bond, and repels the single bond electrons more than they repel each other.</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a:extLst>
              <a:ext uri="{FF2B5EF4-FFF2-40B4-BE49-F238E27FC236}">
                <a16:creationId xmlns:a16="http://schemas.microsoft.com/office/drawing/2014/main" id="{98CC4ED7-18CF-C550-FEB6-DABAAB7FD23B}"/>
              </a:ext>
            </a:extLst>
          </p:cNvPr>
          <p:cNvSpPr txBox="1">
            <a:spLocks noChangeArrowheads="1"/>
          </p:cNvSpPr>
          <p:nvPr/>
        </p:nvSpPr>
        <p:spPr bwMode="auto">
          <a:xfrm>
            <a:off x="685800" y="381000"/>
            <a:ext cx="2057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cs typeface="Arial" panose="020B0604020202020204" pitchFamily="34" charset="0"/>
              </a:rPr>
              <a:t>Figure 10.5</a:t>
            </a:r>
          </a:p>
        </p:txBody>
      </p:sp>
      <p:sp>
        <p:nvSpPr>
          <p:cNvPr id="59395" name="Text Box 9">
            <a:extLst>
              <a:ext uri="{FF2B5EF4-FFF2-40B4-BE49-F238E27FC236}">
                <a16:creationId xmlns:a16="http://schemas.microsoft.com/office/drawing/2014/main" id="{E12998AE-D862-8AA6-F7DA-42D68CBA61AD}"/>
              </a:ext>
            </a:extLst>
          </p:cNvPr>
          <p:cNvSpPr txBox="1">
            <a:spLocks noChangeArrowheads="1"/>
          </p:cNvSpPr>
          <p:nvPr/>
        </p:nvSpPr>
        <p:spPr bwMode="auto">
          <a:xfrm>
            <a:off x="2743200" y="381000"/>
            <a:ext cx="5562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b="1"/>
              <a:t>The three molecular shapes of the tetrahedral electron-group arrangement.</a:t>
            </a:r>
          </a:p>
        </p:txBody>
      </p:sp>
      <p:pic>
        <p:nvPicPr>
          <p:cNvPr id="21518" name="Picture 14">
            <a:extLst>
              <a:ext uri="{FF2B5EF4-FFF2-40B4-BE49-F238E27FC236}">
                <a16:creationId xmlns:a16="http://schemas.microsoft.com/office/drawing/2014/main" id="{4AB34365-EA08-C128-A52F-2B473679C6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538" y="1295400"/>
            <a:ext cx="1939925" cy="216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26">
            <a:extLst>
              <a:ext uri="{FF2B5EF4-FFF2-40B4-BE49-F238E27FC236}">
                <a16:creationId xmlns:a16="http://schemas.microsoft.com/office/drawing/2014/main" id="{4FE97471-B7C2-3925-BD98-CD2C3CE51AC5}"/>
              </a:ext>
            </a:extLst>
          </p:cNvPr>
          <p:cNvGrpSpPr>
            <a:grpSpLocks/>
          </p:cNvGrpSpPr>
          <p:nvPr/>
        </p:nvGrpSpPr>
        <p:grpSpPr bwMode="auto">
          <a:xfrm>
            <a:off x="3810000" y="1219200"/>
            <a:ext cx="4038600" cy="2286000"/>
            <a:chOff x="2400" y="768"/>
            <a:chExt cx="2544" cy="1440"/>
          </a:xfrm>
        </p:grpSpPr>
        <p:sp>
          <p:nvSpPr>
            <p:cNvPr id="59407" name="Text Box 11">
              <a:extLst>
                <a:ext uri="{FF2B5EF4-FFF2-40B4-BE49-F238E27FC236}">
                  <a16:creationId xmlns:a16="http://schemas.microsoft.com/office/drawing/2014/main" id="{84C45B7A-9877-CF56-B974-E17FC9E3A071}"/>
                </a:ext>
              </a:extLst>
            </p:cNvPr>
            <p:cNvSpPr txBox="1">
              <a:spLocks noChangeArrowheads="1"/>
            </p:cNvSpPr>
            <p:nvPr/>
          </p:nvSpPr>
          <p:spPr bwMode="auto">
            <a:xfrm>
              <a:off x="3936" y="1104"/>
              <a:ext cx="1008"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a:t>Examples:</a:t>
              </a:r>
            </a:p>
            <a:p>
              <a:r>
                <a:rPr lang="en-US" altLang="en-US" sz="2000"/>
                <a:t>CH</a:t>
              </a:r>
              <a:r>
                <a:rPr lang="en-US" altLang="en-US" sz="2000" baseline="-25000"/>
                <a:t>4</a:t>
              </a:r>
              <a:r>
                <a:rPr lang="en-US" altLang="en-US" sz="2000"/>
                <a:t>, SiCl</a:t>
              </a:r>
              <a:r>
                <a:rPr lang="en-US" altLang="en-US" sz="2000" baseline="-25000"/>
                <a:t>4</a:t>
              </a:r>
              <a:r>
                <a:rPr lang="en-US" altLang="en-US" sz="2000"/>
                <a:t>, SO</a:t>
              </a:r>
              <a:r>
                <a:rPr lang="en-US" altLang="en-US" sz="2000" baseline="-25000"/>
                <a:t>4</a:t>
              </a:r>
              <a:r>
                <a:rPr lang="en-US" altLang="en-US" sz="2000" baseline="30000"/>
                <a:t>2–</a:t>
              </a:r>
              <a:r>
                <a:rPr lang="en-US" altLang="en-US" sz="2000"/>
                <a:t>, ClO</a:t>
              </a:r>
              <a:r>
                <a:rPr lang="en-US" altLang="en-US" sz="2000" baseline="-25000"/>
                <a:t>4</a:t>
              </a:r>
              <a:r>
                <a:rPr lang="en-US" altLang="en-US" sz="2000" baseline="30000"/>
                <a:t>–</a:t>
              </a:r>
              <a:endParaRPr lang="en-US" altLang="en-US" sz="2000"/>
            </a:p>
          </p:txBody>
        </p:sp>
        <p:pic>
          <p:nvPicPr>
            <p:cNvPr id="59408" name="Picture 15">
              <a:extLst>
                <a:ext uri="{FF2B5EF4-FFF2-40B4-BE49-F238E27FC236}">
                  <a16:creationId xmlns:a16="http://schemas.microsoft.com/office/drawing/2014/main" id="{A4706F6E-1DAB-CD5C-361B-0AE35B6671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8" y="768"/>
              <a:ext cx="1163" cy="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09" name="Text Box 13">
              <a:extLst>
                <a:ext uri="{FF2B5EF4-FFF2-40B4-BE49-F238E27FC236}">
                  <a16:creationId xmlns:a16="http://schemas.microsoft.com/office/drawing/2014/main" id="{729C1BBE-D220-5C89-B175-794EE646E7E6}"/>
                </a:ext>
              </a:extLst>
            </p:cNvPr>
            <p:cNvSpPr txBox="1">
              <a:spLocks noChangeArrowheads="1"/>
            </p:cNvSpPr>
            <p:nvPr/>
          </p:nvSpPr>
          <p:spPr bwMode="auto">
            <a:xfrm>
              <a:off x="2400" y="894"/>
              <a:ext cx="3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AX</a:t>
              </a:r>
              <a:r>
                <a:rPr lang="en-US" altLang="en-US" sz="2000" b="1" baseline="-25000"/>
                <a:t>4</a:t>
              </a:r>
              <a:endParaRPr lang="en-US" altLang="en-US" sz="2000" b="1"/>
            </a:p>
          </p:txBody>
        </p:sp>
      </p:grpSp>
      <p:grpSp>
        <p:nvGrpSpPr>
          <p:cNvPr id="3" name="Group 25">
            <a:extLst>
              <a:ext uri="{FF2B5EF4-FFF2-40B4-BE49-F238E27FC236}">
                <a16:creationId xmlns:a16="http://schemas.microsoft.com/office/drawing/2014/main" id="{E675EAEB-04AA-AE9B-347C-1A19E363C294}"/>
              </a:ext>
            </a:extLst>
          </p:cNvPr>
          <p:cNvGrpSpPr>
            <a:grpSpLocks/>
          </p:cNvGrpSpPr>
          <p:nvPr/>
        </p:nvGrpSpPr>
        <p:grpSpPr bwMode="auto">
          <a:xfrm>
            <a:off x="954088" y="3933825"/>
            <a:ext cx="3236912" cy="2390775"/>
            <a:chOff x="601" y="2478"/>
            <a:chExt cx="2039" cy="1506"/>
          </a:xfrm>
        </p:grpSpPr>
        <p:pic>
          <p:nvPicPr>
            <p:cNvPr id="59404" name="Picture 18">
              <a:extLst>
                <a:ext uri="{FF2B5EF4-FFF2-40B4-BE49-F238E27FC236}">
                  <a16:creationId xmlns:a16="http://schemas.microsoft.com/office/drawing/2014/main" id="{82C97DCA-39C7-42FF-D4B2-BB2CAD4C6B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 y="2592"/>
              <a:ext cx="1162" cy="1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05" name="Text Box 17">
              <a:extLst>
                <a:ext uri="{FF2B5EF4-FFF2-40B4-BE49-F238E27FC236}">
                  <a16:creationId xmlns:a16="http://schemas.microsoft.com/office/drawing/2014/main" id="{4CE32F2C-FA23-3FE9-C1AC-DBBBAD7C1E6B}"/>
                </a:ext>
              </a:extLst>
            </p:cNvPr>
            <p:cNvSpPr txBox="1">
              <a:spLocks noChangeArrowheads="1"/>
            </p:cNvSpPr>
            <p:nvPr/>
          </p:nvSpPr>
          <p:spPr bwMode="auto">
            <a:xfrm>
              <a:off x="1200" y="2478"/>
              <a:ext cx="5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AX</a:t>
              </a:r>
              <a:r>
                <a:rPr lang="en-US" altLang="en-US" sz="2000" b="1" baseline="-25000"/>
                <a:t>3</a:t>
              </a:r>
              <a:r>
                <a:rPr lang="en-US" altLang="en-US" sz="2000" b="1"/>
                <a:t>E</a:t>
              </a:r>
            </a:p>
          </p:txBody>
        </p:sp>
        <p:sp>
          <p:nvSpPr>
            <p:cNvPr id="59406" name="Text Box 12">
              <a:extLst>
                <a:ext uri="{FF2B5EF4-FFF2-40B4-BE49-F238E27FC236}">
                  <a16:creationId xmlns:a16="http://schemas.microsoft.com/office/drawing/2014/main" id="{639666DB-DC57-CCB4-3B50-3308DCB12CC5}"/>
                </a:ext>
              </a:extLst>
            </p:cNvPr>
            <p:cNvSpPr txBox="1">
              <a:spLocks noChangeArrowheads="1"/>
            </p:cNvSpPr>
            <p:nvPr/>
          </p:nvSpPr>
          <p:spPr bwMode="auto">
            <a:xfrm>
              <a:off x="1680" y="2928"/>
              <a:ext cx="960"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a:t>Examples:</a:t>
              </a:r>
            </a:p>
            <a:p>
              <a:r>
                <a:rPr lang="en-US" altLang="en-US" sz="2000"/>
                <a:t>NH</a:t>
              </a:r>
              <a:r>
                <a:rPr lang="en-US" altLang="en-US" sz="2000" baseline="-25000"/>
                <a:t>3</a:t>
              </a:r>
              <a:r>
                <a:rPr lang="en-US" altLang="en-US" sz="2000"/>
                <a:t>, PF</a:t>
              </a:r>
              <a:r>
                <a:rPr lang="en-US" altLang="en-US" sz="2000" baseline="-25000"/>
                <a:t>3</a:t>
              </a:r>
              <a:endParaRPr lang="en-US" altLang="en-US" sz="2000"/>
            </a:p>
            <a:p>
              <a:r>
                <a:rPr lang="en-US" altLang="en-US" sz="2000"/>
                <a:t>ClO</a:t>
              </a:r>
              <a:r>
                <a:rPr lang="en-US" altLang="en-US" sz="2000" baseline="-25000"/>
                <a:t>3</a:t>
              </a:r>
              <a:r>
                <a:rPr lang="en-US" altLang="en-US" sz="2000" baseline="30000"/>
                <a:t>–</a:t>
              </a:r>
              <a:r>
                <a:rPr lang="en-US" altLang="en-US" sz="2000"/>
                <a:t>, H</a:t>
              </a:r>
              <a:r>
                <a:rPr lang="en-US" altLang="en-US" sz="2000" baseline="-25000"/>
                <a:t>3</a:t>
              </a:r>
              <a:r>
                <a:rPr lang="en-US" altLang="en-US" sz="2000"/>
                <a:t>O</a:t>
              </a:r>
              <a:r>
                <a:rPr lang="en-US" altLang="en-US" sz="2000" baseline="30000"/>
                <a:t>+</a:t>
              </a:r>
              <a:endParaRPr lang="en-US" altLang="en-US" sz="2000"/>
            </a:p>
          </p:txBody>
        </p:sp>
      </p:grpSp>
      <p:grpSp>
        <p:nvGrpSpPr>
          <p:cNvPr id="4" name="Group 24">
            <a:extLst>
              <a:ext uri="{FF2B5EF4-FFF2-40B4-BE49-F238E27FC236}">
                <a16:creationId xmlns:a16="http://schemas.microsoft.com/office/drawing/2014/main" id="{90F658B6-574D-E7A5-6D42-63350CEFA7F3}"/>
              </a:ext>
            </a:extLst>
          </p:cNvPr>
          <p:cNvGrpSpPr>
            <a:grpSpLocks/>
          </p:cNvGrpSpPr>
          <p:nvPr/>
        </p:nvGrpSpPr>
        <p:grpSpPr bwMode="auto">
          <a:xfrm>
            <a:off x="4765675" y="3933825"/>
            <a:ext cx="3997325" cy="2314575"/>
            <a:chOff x="3002" y="2478"/>
            <a:chExt cx="2518" cy="1458"/>
          </a:xfrm>
        </p:grpSpPr>
        <p:sp>
          <p:nvSpPr>
            <p:cNvPr id="59401" name="Text Box 13">
              <a:extLst>
                <a:ext uri="{FF2B5EF4-FFF2-40B4-BE49-F238E27FC236}">
                  <a16:creationId xmlns:a16="http://schemas.microsoft.com/office/drawing/2014/main" id="{B2FE4B0A-EB59-4155-F022-905447011037}"/>
                </a:ext>
              </a:extLst>
            </p:cNvPr>
            <p:cNvSpPr txBox="1">
              <a:spLocks noChangeArrowheads="1"/>
            </p:cNvSpPr>
            <p:nvPr/>
          </p:nvSpPr>
          <p:spPr bwMode="auto">
            <a:xfrm>
              <a:off x="4272" y="2928"/>
              <a:ext cx="1248"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a:t>Examples:</a:t>
              </a:r>
            </a:p>
            <a:p>
              <a:r>
                <a:rPr lang="en-US" altLang="en-US" sz="2000"/>
                <a:t>H</a:t>
              </a:r>
              <a:r>
                <a:rPr lang="en-US" altLang="en-US" sz="2000" baseline="-25000"/>
                <a:t>2</a:t>
              </a:r>
              <a:r>
                <a:rPr lang="en-US" altLang="en-US" sz="2000"/>
                <a:t>O, OF</a:t>
              </a:r>
              <a:r>
                <a:rPr lang="en-US" altLang="en-US" sz="2000" baseline="-25000"/>
                <a:t>2</a:t>
              </a:r>
              <a:r>
                <a:rPr lang="en-US" altLang="en-US" sz="2000"/>
                <a:t>, SCl</a:t>
              </a:r>
              <a:r>
                <a:rPr lang="en-US" altLang="en-US" sz="2000" baseline="-25000"/>
                <a:t>2</a:t>
              </a:r>
              <a:endParaRPr lang="en-US" altLang="en-US" sz="2000"/>
            </a:p>
          </p:txBody>
        </p:sp>
        <p:pic>
          <p:nvPicPr>
            <p:cNvPr id="59402" name="Picture 19">
              <a:extLst>
                <a:ext uri="{FF2B5EF4-FFF2-40B4-BE49-F238E27FC236}">
                  <a16:creationId xmlns:a16="http://schemas.microsoft.com/office/drawing/2014/main" id="{6B3F1CFA-D88E-855C-22C8-D523853127D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02" y="2592"/>
              <a:ext cx="1111" cy="1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03" name="Text Box 16">
              <a:extLst>
                <a:ext uri="{FF2B5EF4-FFF2-40B4-BE49-F238E27FC236}">
                  <a16:creationId xmlns:a16="http://schemas.microsoft.com/office/drawing/2014/main" id="{89B698F4-72A9-3A1E-CFBE-17CF684BCB7F}"/>
                </a:ext>
              </a:extLst>
            </p:cNvPr>
            <p:cNvSpPr txBox="1">
              <a:spLocks noChangeArrowheads="1"/>
            </p:cNvSpPr>
            <p:nvPr/>
          </p:nvSpPr>
          <p:spPr bwMode="auto">
            <a:xfrm>
              <a:off x="3744" y="2478"/>
              <a:ext cx="5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AX</a:t>
              </a:r>
              <a:r>
                <a:rPr lang="en-US" altLang="en-US" sz="2000" b="1" baseline="-25000"/>
                <a:t>2</a:t>
              </a:r>
              <a:r>
                <a:rPr lang="en-US" altLang="en-US" sz="2000" b="1"/>
                <a:t>E</a:t>
              </a:r>
              <a:r>
                <a:rPr lang="en-US" altLang="en-US" sz="2000" b="1" baseline="-25000"/>
                <a:t>2</a:t>
              </a:r>
              <a:endParaRPr lang="en-US" altLang="en-US" sz="2000" b="1"/>
            </a:p>
          </p:txBody>
        </p:sp>
      </p:grpSp>
      <p:sp>
        <p:nvSpPr>
          <p:cNvPr id="59400" name="Rectangle 9">
            <a:extLst>
              <a:ext uri="{FF2B5EF4-FFF2-40B4-BE49-F238E27FC236}">
                <a16:creationId xmlns:a16="http://schemas.microsoft.com/office/drawing/2014/main" id="{5AC5527F-AC76-4CAC-303D-CF39DBB070CA}"/>
              </a:ext>
            </a:extLst>
          </p:cNvPr>
          <p:cNvSpPr>
            <a:spLocks noChangeArrowheads="1"/>
          </p:cNvSpPr>
          <p:nvPr/>
        </p:nvSpPr>
        <p:spPr bwMode="auto">
          <a:xfrm>
            <a:off x="1981200" y="1077913"/>
            <a:ext cx="4364038"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800"/>
              <a:t> Copyright © The McGraw-Hill Companies, Inc. Permission required for reproduction or display.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1000"/>
                                  </p:stCondLst>
                                  <p:childTnLst>
                                    <p:set>
                                      <p:cBhvr>
                                        <p:cTn id="6" dur="1" fill="hold">
                                          <p:stCondLst>
                                            <p:cond delay="0"/>
                                          </p:stCondLst>
                                        </p:cTn>
                                        <p:tgtEl>
                                          <p:spTgt spid="21518"/>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2"/>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3"/>
                                        </p:tgtEl>
                                        <p:attrNameLst>
                                          <p:attrName>style.visibility</p:attrName>
                                        </p:attrNameLst>
                                      </p:cBhvr>
                                      <p:to>
                                        <p:strVal val="visible"/>
                                      </p:to>
                                    </p:set>
                                  </p:childTnLst>
                                </p:cTn>
                              </p:par>
                            </p:childTnLst>
                          </p:cTn>
                        </p:par>
                        <p:par>
                          <p:cTn id="13" fill="hold" nodeType="afterGroup">
                            <p:stCondLst>
                              <p:cond delay="3000"/>
                            </p:stCondLst>
                            <p:childTnLst>
                              <p:par>
                                <p:cTn id="14" presetID="1" presetClass="entr" presetSubtype="0" fill="hold" nodeType="afterEffect">
                                  <p:stCondLst>
                                    <p:cond delay="100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a:extLst>
              <a:ext uri="{FF2B5EF4-FFF2-40B4-BE49-F238E27FC236}">
                <a16:creationId xmlns:a16="http://schemas.microsoft.com/office/drawing/2014/main" id="{785CF280-4708-09FF-3BEE-86FEF6074EDE}"/>
              </a:ext>
            </a:extLst>
          </p:cNvPr>
          <p:cNvSpPr txBox="1">
            <a:spLocks noChangeArrowheads="1"/>
          </p:cNvSpPr>
          <p:nvPr/>
        </p:nvSpPr>
        <p:spPr bwMode="auto">
          <a:xfrm>
            <a:off x="533400" y="762000"/>
            <a:ext cx="2057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cs typeface="Arial" panose="020B0604020202020204" pitchFamily="34" charset="0"/>
              </a:rPr>
              <a:t>Figure 10.6</a:t>
            </a:r>
          </a:p>
        </p:txBody>
      </p:sp>
      <p:grpSp>
        <p:nvGrpSpPr>
          <p:cNvPr id="2" name="Group 10">
            <a:extLst>
              <a:ext uri="{FF2B5EF4-FFF2-40B4-BE49-F238E27FC236}">
                <a16:creationId xmlns:a16="http://schemas.microsoft.com/office/drawing/2014/main" id="{C1F31B8A-DCD2-18C9-0649-152572503AA3}"/>
              </a:ext>
            </a:extLst>
          </p:cNvPr>
          <p:cNvGrpSpPr>
            <a:grpSpLocks/>
          </p:cNvGrpSpPr>
          <p:nvPr/>
        </p:nvGrpSpPr>
        <p:grpSpPr bwMode="auto">
          <a:xfrm>
            <a:off x="304800" y="1739900"/>
            <a:ext cx="4446588" cy="3352800"/>
            <a:chOff x="192" y="1112"/>
            <a:chExt cx="2801" cy="2112"/>
          </a:xfrm>
        </p:grpSpPr>
        <p:pic>
          <p:nvPicPr>
            <p:cNvPr id="61455" name="Picture 3">
              <a:extLst>
                <a:ext uri="{FF2B5EF4-FFF2-40B4-BE49-F238E27FC236}">
                  <a16:creationId xmlns:a16="http://schemas.microsoft.com/office/drawing/2014/main" id="{12AA4757-AC9C-D700-7740-9C3FBC2723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 y="1112"/>
              <a:ext cx="1826" cy="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56" name="Picture 8">
              <a:extLst>
                <a:ext uri="{FF2B5EF4-FFF2-40B4-BE49-F238E27FC236}">
                  <a16:creationId xmlns:a16="http://schemas.microsoft.com/office/drawing/2014/main" id="{B8DC81DA-C913-6706-33C5-0AFCBE3ED2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4" y="1152"/>
              <a:ext cx="929" cy="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 name="Group 17">
            <a:extLst>
              <a:ext uri="{FF2B5EF4-FFF2-40B4-BE49-F238E27FC236}">
                <a16:creationId xmlns:a16="http://schemas.microsoft.com/office/drawing/2014/main" id="{8F973ABB-6B30-9754-C0B3-4077D2F863EE}"/>
              </a:ext>
            </a:extLst>
          </p:cNvPr>
          <p:cNvGrpSpPr>
            <a:grpSpLocks/>
          </p:cNvGrpSpPr>
          <p:nvPr/>
        </p:nvGrpSpPr>
        <p:grpSpPr bwMode="auto">
          <a:xfrm>
            <a:off x="4267200" y="1752600"/>
            <a:ext cx="4575175" cy="3690938"/>
            <a:chOff x="2688" y="1104"/>
            <a:chExt cx="2882" cy="2325"/>
          </a:xfrm>
        </p:grpSpPr>
        <p:pic>
          <p:nvPicPr>
            <p:cNvPr id="61453" name="Picture 5">
              <a:extLst>
                <a:ext uri="{FF2B5EF4-FFF2-40B4-BE49-F238E27FC236}">
                  <a16:creationId xmlns:a16="http://schemas.microsoft.com/office/drawing/2014/main" id="{4F7E0089-D7DA-AA7B-29C9-A99EE20250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4" y="1104"/>
              <a:ext cx="1826" cy="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54" name="Picture 9">
              <a:extLst>
                <a:ext uri="{FF2B5EF4-FFF2-40B4-BE49-F238E27FC236}">
                  <a16:creationId xmlns:a16="http://schemas.microsoft.com/office/drawing/2014/main" id="{427FB63B-42B0-E6F9-AD07-95FCB9CE03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88" y="2496"/>
              <a:ext cx="941" cy="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250" name="Picture 10">
            <a:extLst>
              <a:ext uri="{FF2B5EF4-FFF2-40B4-BE49-F238E27FC236}">
                <a16:creationId xmlns:a16="http://schemas.microsoft.com/office/drawing/2014/main" id="{E3E5D194-9581-D415-D7FB-89FAE01C99F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14800" y="3429000"/>
            <a:ext cx="10969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6" name="Text Box 11">
            <a:extLst>
              <a:ext uri="{FF2B5EF4-FFF2-40B4-BE49-F238E27FC236}">
                <a16:creationId xmlns:a16="http://schemas.microsoft.com/office/drawing/2014/main" id="{3BE3BBA9-675C-4505-19B1-7FEFE6017D88}"/>
              </a:ext>
            </a:extLst>
          </p:cNvPr>
          <p:cNvSpPr txBox="1">
            <a:spLocks noChangeArrowheads="1"/>
          </p:cNvSpPr>
          <p:nvPr/>
        </p:nvSpPr>
        <p:spPr bwMode="auto">
          <a:xfrm>
            <a:off x="2362200" y="762000"/>
            <a:ext cx="6400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Lewis structures do not indicate molecular shape.</a:t>
            </a:r>
          </a:p>
        </p:txBody>
      </p:sp>
      <p:grpSp>
        <p:nvGrpSpPr>
          <p:cNvPr id="4" name="Group 16">
            <a:extLst>
              <a:ext uri="{FF2B5EF4-FFF2-40B4-BE49-F238E27FC236}">
                <a16:creationId xmlns:a16="http://schemas.microsoft.com/office/drawing/2014/main" id="{67ACD145-9AF5-A07B-B5F8-91DAE594CEF5}"/>
              </a:ext>
            </a:extLst>
          </p:cNvPr>
          <p:cNvGrpSpPr>
            <a:grpSpLocks/>
          </p:cNvGrpSpPr>
          <p:nvPr/>
        </p:nvGrpSpPr>
        <p:grpSpPr bwMode="auto">
          <a:xfrm>
            <a:off x="2057400" y="5334000"/>
            <a:ext cx="1784350" cy="595313"/>
            <a:chOff x="1296" y="3360"/>
            <a:chExt cx="1124" cy="375"/>
          </a:xfrm>
        </p:grpSpPr>
        <p:sp>
          <p:nvSpPr>
            <p:cNvPr id="61451" name="Line 11">
              <a:extLst>
                <a:ext uri="{FF2B5EF4-FFF2-40B4-BE49-F238E27FC236}">
                  <a16:creationId xmlns:a16="http://schemas.microsoft.com/office/drawing/2014/main" id="{0F644886-4784-72AE-11F7-6CFAD2FDC07C}"/>
                </a:ext>
              </a:extLst>
            </p:cNvPr>
            <p:cNvSpPr>
              <a:spLocks noChangeShapeType="1"/>
            </p:cNvSpPr>
            <p:nvPr/>
          </p:nvSpPr>
          <p:spPr bwMode="auto">
            <a:xfrm>
              <a:off x="1296" y="3360"/>
              <a:ext cx="1104" cy="0"/>
            </a:xfrm>
            <a:prstGeom prst="line">
              <a:avLst/>
            </a:prstGeom>
            <a:noFill/>
            <a:ln w="38100">
              <a:solidFill>
                <a:schemeClr val="tx1"/>
              </a:solidFill>
              <a:round/>
              <a:headEnd/>
              <a:tailEnd type="triangle" w="lg" len="med"/>
            </a:ln>
            <a:extLst>
              <a:ext uri="{909E8E84-426E-40DD-AFC4-6F175D3DCCD1}">
                <a14:hiddenFill xmlns:a14="http://schemas.microsoft.com/office/drawing/2010/main">
                  <a:noFill/>
                </a14:hiddenFill>
              </a:ext>
            </a:extLst>
          </p:spPr>
          <p:txBody>
            <a:bodyPr>
              <a:spAutoFit/>
            </a:bodyPr>
            <a:lstStyle/>
            <a:p>
              <a:endParaRPr lang="en-US"/>
            </a:p>
          </p:txBody>
        </p:sp>
        <p:sp>
          <p:nvSpPr>
            <p:cNvPr id="61452" name="Text Box 12">
              <a:extLst>
                <a:ext uri="{FF2B5EF4-FFF2-40B4-BE49-F238E27FC236}">
                  <a16:creationId xmlns:a16="http://schemas.microsoft.com/office/drawing/2014/main" id="{59A9BB47-91D6-6EC6-C647-E67467C42C3A}"/>
                </a:ext>
              </a:extLst>
            </p:cNvPr>
            <p:cNvSpPr txBox="1">
              <a:spLocks noChangeArrowheads="1"/>
            </p:cNvSpPr>
            <p:nvPr/>
          </p:nvSpPr>
          <p:spPr bwMode="auto">
            <a:xfrm>
              <a:off x="1296" y="3504"/>
              <a:ext cx="11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twist to the right</a:t>
              </a:r>
            </a:p>
          </p:txBody>
        </p:sp>
      </p:grpSp>
      <p:grpSp>
        <p:nvGrpSpPr>
          <p:cNvPr id="5" name="Group 15">
            <a:extLst>
              <a:ext uri="{FF2B5EF4-FFF2-40B4-BE49-F238E27FC236}">
                <a16:creationId xmlns:a16="http://schemas.microsoft.com/office/drawing/2014/main" id="{EC1AF8C1-3B87-2431-4F74-FD6CE17804C9}"/>
              </a:ext>
            </a:extLst>
          </p:cNvPr>
          <p:cNvGrpSpPr>
            <a:grpSpLocks/>
          </p:cNvGrpSpPr>
          <p:nvPr/>
        </p:nvGrpSpPr>
        <p:grpSpPr bwMode="auto">
          <a:xfrm>
            <a:off x="6096000" y="5334000"/>
            <a:ext cx="1752600" cy="595313"/>
            <a:chOff x="3840" y="3360"/>
            <a:chExt cx="1104" cy="375"/>
          </a:xfrm>
        </p:grpSpPr>
        <p:sp>
          <p:nvSpPr>
            <p:cNvPr id="61449" name="Line 13">
              <a:extLst>
                <a:ext uri="{FF2B5EF4-FFF2-40B4-BE49-F238E27FC236}">
                  <a16:creationId xmlns:a16="http://schemas.microsoft.com/office/drawing/2014/main" id="{38A0715F-7049-16B8-FE46-B8D1B29042B8}"/>
                </a:ext>
              </a:extLst>
            </p:cNvPr>
            <p:cNvSpPr>
              <a:spLocks noChangeShapeType="1"/>
            </p:cNvSpPr>
            <p:nvPr/>
          </p:nvSpPr>
          <p:spPr bwMode="auto">
            <a:xfrm flipH="1">
              <a:off x="3840" y="3360"/>
              <a:ext cx="1104" cy="0"/>
            </a:xfrm>
            <a:prstGeom prst="line">
              <a:avLst/>
            </a:prstGeom>
            <a:noFill/>
            <a:ln w="38100">
              <a:solidFill>
                <a:schemeClr val="tx1"/>
              </a:solidFill>
              <a:round/>
              <a:headEnd/>
              <a:tailEnd type="triangle" w="lg" len="med"/>
            </a:ln>
            <a:extLst>
              <a:ext uri="{909E8E84-426E-40DD-AFC4-6F175D3DCCD1}">
                <a14:hiddenFill xmlns:a14="http://schemas.microsoft.com/office/drawing/2010/main">
                  <a:noFill/>
                </a14:hiddenFill>
              </a:ext>
            </a:extLst>
          </p:spPr>
          <p:txBody>
            <a:bodyPr>
              <a:spAutoFit/>
            </a:bodyPr>
            <a:lstStyle/>
            <a:p>
              <a:endParaRPr lang="en-US"/>
            </a:p>
          </p:txBody>
        </p:sp>
        <p:sp>
          <p:nvSpPr>
            <p:cNvPr id="61450" name="Text Box 14">
              <a:extLst>
                <a:ext uri="{FF2B5EF4-FFF2-40B4-BE49-F238E27FC236}">
                  <a16:creationId xmlns:a16="http://schemas.microsoft.com/office/drawing/2014/main" id="{BEF9CD68-D9E0-47E6-2FF3-6949633D107E}"/>
                </a:ext>
              </a:extLst>
            </p:cNvPr>
            <p:cNvSpPr txBox="1">
              <a:spLocks noChangeArrowheads="1"/>
            </p:cNvSpPr>
            <p:nvPr/>
          </p:nvSpPr>
          <p:spPr bwMode="auto">
            <a:xfrm>
              <a:off x="3840" y="3504"/>
              <a:ext cx="10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twist to the left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4"/>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10250"/>
                                        </p:tgtEl>
                                        <p:attrNameLst>
                                          <p:attrName>style.visibility</p:attrName>
                                        </p:attrNameLst>
                                      </p:cBhvr>
                                      <p:to>
                                        <p:strVal val="visible"/>
                                      </p:to>
                                    </p:set>
                                  </p:childTnLst>
                                </p:cTn>
                              </p:par>
                            </p:childTnLst>
                          </p:cTn>
                        </p:par>
                        <p:par>
                          <p:cTn id="13" fill="hold" nodeType="afterGroup">
                            <p:stCondLst>
                              <p:cond delay="3000"/>
                            </p:stCondLst>
                            <p:childTnLst>
                              <p:par>
                                <p:cTn id="14" presetID="1" presetClass="entr" presetSubtype="0" fill="hold" nodeType="afterEffect">
                                  <p:stCondLst>
                                    <p:cond delay="1000"/>
                                  </p:stCondLst>
                                  <p:childTnLst>
                                    <p:set>
                                      <p:cBhvr>
                                        <p:cTn id="15" dur="1" fill="hold">
                                          <p:stCondLst>
                                            <p:cond delay="0"/>
                                          </p:stCondLst>
                                        </p:cTn>
                                        <p:tgtEl>
                                          <p:spTgt spid="3"/>
                                        </p:tgtEl>
                                        <p:attrNameLst>
                                          <p:attrName>style.visibility</p:attrName>
                                        </p:attrNameLst>
                                      </p:cBhvr>
                                      <p:to>
                                        <p:strVal val="visible"/>
                                      </p:to>
                                    </p:set>
                                  </p:childTnLst>
                                </p:cTn>
                              </p:par>
                            </p:childTnLst>
                          </p:cTn>
                        </p:par>
                        <p:par>
                          <p:cTn id="16" fill="hold" nodeType="afterGroup">
                            <p:stCondLst>
                              <p:cond delay="4000"/>
                            </p:stCondLst>
                            <p:childTnLst>
                              <p:par>
                                <p:cTn id="17" presetID="1" presetClass="entr" presetSubtype="0" fill="hold" nodeType="afterEffect">
                                  <p:stCondLst>
                                    <p:cond delay="100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a:extLst>
              <a:ext uri="{FF2B5EF4-FFF2-40B4-BE49-F238E27FC236}">
                <a16:creationId xmlns:a16="http://schemas.microsoft.com/office/drawing/2014/main" id="{2CC58A22-06E1-B4DD-3C6F-4DDD381348D2}"/>
              </a:ext>
            </a:extLst>
          </p:cNvPr>
          <p:cNvSpPr txBox="1">
            <a:spLocks noChangeArrowheads="1"/>
          </p:cNvSpPr>
          <p:nvPr/>
        </p:nvSpPr>
        <p:spPr bwMode="auto">
          <a:xfrm>
            <a:off x="381000" y="381000"/>
            <a:ext cx="2057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cs typeface="Arial" panose="020B0604020202020204" pitchFamily="34" charset="0"/>
              </a:rPr>
              <a:t>Figure 10.7</a:t>
            </a:r>
          </a:p>
        </p:txBody>
      </p:sp>
      <p:sp>
        <p:nvSpPr>
          <p:cNvPr id="63491" name="Text Box 11">
            <a:extLst>
              <a:ext uri="{FF2B5EF4-FFF2-40B4-BE49-F238E27FC236}">
                <a16:creationId xmlns:a16="http://schemas.microsoft.com/office/drawing/2014/main" id="{F23D6853-F0EE-6E1F-B985-16D96419D1BF}"/>
              </a:ext>
            </a:extLst>
          </p:cNvPr>
          <p:cNvSpPr txBox="1">
            <a:spLocks noChangeArrowheads="1"/>
          </p:cNvSpPr>
          <p:nvPr/>
        </p:nvSpPr>
        <p:spPr bwMode="auto">
          <a:xfrm>
            <a:off x="1981200" y="381000"/>
            <a:ext cx="6858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b="1"/>
              <a:t>The four molecular shapes of the trigonal bipyramidal electron-group arrangement.</a:t>
            </a:r>
          </a:p>
        </p:txBody>
      </p:sp>
      <p:pic>
        <p:nvPicPr>
          <p:cNvPr id="23568" name="Picture 16">
            <a:extLst>
              <a:ext uri="{FF2B5EF4-FFF2-40B4-BE49-F238E27FC236}">
                <a16:creationId xmlns:a16="http://schemas.microsoft.com/office/drawing/2014/main" id="{CA82C677-C4C1-60C9-FB27-6FDFC1B191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339850"/>
            <a:ext cx="2362200" cy="205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24">
            <a:extLst>
              <a:ext uri="{FF2B5EF4-FFF2-40B4-BE49-F238E27FC236}">
                <a16:creationId xmlns:a16="http://schemas.microsoft.com/office/drawing/2014/main" id="{32AB9C03-84F6-8C96-3E86-0C18D4717CCD}"/>
              </a:ext>
            </a:extLst>
          </p:cNvPr>
          <p:cNvGrpSpPr>
            <a:grpSpLocks/>
          </p:cNvGrpSpPr>
          <p:nvPr/>
        </p:nvGrpSpPr>
        <p:grpSpPr bwMode="auto">
          <a:xfrm>
            <a:off x="2908300" y="1266825"/>
            <a:ext cx="2959100" cy="2571750"/>
            <a:chOff x="1832" y="816"/>
            <a:chExt cx="1864" cy="1620"/>
          </a:xfrm>
        </p:grpSpPr>
        <p:sp>
          <p:nvSpPr>
            <p:cNvPr id="63507" name="Text Box 15">
              <a:extLst>
                <a:ext uri="{FF2B5EF4-FFF2-40B4-BE49-F238E27FC236}">
                  <a16:creationId xmlns:a16="http://schemas.microsoft.com/office/drawing/2014/main" id="{EFE77CEE-F033-163A-2B6E-1F5076DC5F64}"/>
                </a:ext>
              </a:extLst>
            </p:cNvPr>
            <p:cNvSpPr txBox="1">
              <a:spLocks noChangeArrowheads="1"/>
            </p:cNvSpPr>
            <p:nvPr/>
          </p:nvSpPr>
          <p:spPr bwMode="auto">
            <a:xfrm>
              <a:off x="2256" y="816"/>
              <a:ext cx="3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AX</a:t>
              </a:r>
              <a:r>
                <a:rPr lang="en-US" altLang="en-US" sz="2000" b="1" baseline="-25000"/>
                <a:t>5</a:t>
              </a:r>
              <a:endParaRPr lang="en-US" altLang="en-US" sz="2000" b="1"/>
            </a:p>
          </p:txBody>
        </p:sp>
        <p:pic>
          <p:nvPicPr>
            <p:cNvPr id="63508" name="Picture 17">
              <a:extLst>
                <a:ext uri="{FF2B5EF4-FFF2-40B4-BE49-F238E27FC236}">
                  <a16:creationId xmlns:a16="http://schemas.microsoft.com/office/drawing/2014/main" id="{80984E54-8902-176C-92FB-F8BEDEE4A2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2" y="1104"/>
              <a:ext cx="1568" cy="1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509" name="Text Box 12">
              <a:extLst>
                <a:ext uri="{FF2B5EF4-FFF2-40B4-BE49-F238E27FC236}">
                  <a16:creationId xmlns:a16="http://schemas.microsoft.com/office/drawing/2014/main" id="{6439F7BE-368B-EBA9-ABC0-188A8FBD34FF}"/>
                </a:ext>
              </a:extLst>
            </p:cNvPr>
            <p:cNvSpPr txBox="1">
              <a:spLocks noChangeArrowheads="1"/>
            </p:cNvSpPr>
            <p:nvPr/>
          </p:nvSpPr>
          <p:spPr bwMode="auto">
            <a:xfrm>
              <a:off x="2880" y="864"/>
              <a:ext cx="816"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800"/>
                <a:t>Examples:</a:t>
              </a:r>
            </a:p>
            <a:p>
              <a:r>
                <a:rPr lang="en-US" altLang="en-US" sz="1800"/>
                <a:t>PF</a:t>
              </a:r>
              <a:r>
                <a:rPr lang="en-US" altLang="en-US" sz="1800" baseline="-25000"/>
                <a:t>5</a:t>
              </a:r>
              <a:r>
                <a:rPr lang="en-US" altLang="en-US" sz="1800"/>
                <a:t>,</a:t>
              </a:r>
              <a:r>
                <a:rPr lang="en-US" altLang="en-US" sz="1800" baseline="-25000"/>
                <a:t> </a:t>
              </a:r>
              <a:r>
                <a:rPr lang="en-US" altLang="en-US" sz="1800"/>
                <a:t>AsF</a:t>
              </a:r>
              <a:r>
                <a:rPr lang="en-US" altLang="en-US" sz="1800" baseline="-25000"/>
                <a:t>5</a:t>
              </a:r>
              <a:r>
                <a:rPr lang="en-US" altLang="en-US" sz="1800"/>
                <a:t>,</a:t>
              </a:r>
              <a:r>
                <a:rPr lang="en-US" altLang="en-US" sz="1800" baseline="-25000"/>
                <a:t> </a:t>
              </a:r>
            </a:p>
            <a:p>
              <a:r>
                <a:rPr lang="en-US" altLang="en-US" sz="1800"/>
                <a:t>SOF</a:t>
              </a:r>
              <a:r>
                <a:rPr lang="en-US" altLang="en-US" sz="1800" baseline="-25000"/>
                <a:t>4</a:t>
              </a:r>
              <a:endParaRPr lang="en-US" altLang="en-US" sz="1800"/>
            </a:p>
          </p:txBody>
        </p:sp>
      </p:grpSp>
      <p:grpSp>
        <p:nvGrpSpPr>
          <p:cNvPr id="3" name="Group 25">
            <a:extLst>
              <a:ext uri="{FF2B5EF4-FFF2-40B4-BE49-F238E27FC236}">
                <a16:creationId xmlns:a16="http://schemas.microsoft.com/office/drawing/2014/main" id="{FDECF121-6940-BA5A-6E0C-AAA1B29FF3A5}"/>
              </a:ext>
            </a:extLst>
          </p:cNvPr>
          <p:cNvGrpSpPr>
            <a:grpSpLocks/>
          </p:cNvGrpSpPr>
          <p:nvPr/>
        </p:nvGrpSpPr>
        <p:grpSpPr bwMode="auto">
          <a:xfrm>
            <a:off x="5802313" y="1266825"/>
            <a:ext cx="2884487" cy="2695575"/>
            <a:chOff x="3655" y="798"/>
            <a:chExt cx="1817" cy="1698"/>
          </a:xfrm>
        </p:grpSpPr>
        <p:pic>
          <p:nvPicPr>
            <p:cNvPr id="63504" name="Picture 19">
              <a:extLst>
                <a:ext uri="{FF2B5EF4-FFF2-40B4-BE49-F238E27FC236}">
                  <a16:creationId xmlns:a16="http://schemas.microsoft.com/office/drawing/2014/main" id="{7DA27C57-D734-B07F-9A0B-3A96745B94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5" y="1008"/>
              <a:ext cx="1287" cy="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505" name="Text Box 13">
              <a:extLst>
                <a:ext uri="{FF2B5EF4-FFF2-40B4-BE49-F238E27FC236}">
                  <a16:creationId xmlns:a16="http://schemas.microsoft.com/office/drawing/2014/main" id="{80A27FF0-8463-C42A-CEBE-400560DCC414}"/>
                </a:ext>
              </a:extLst>
            </p:cNvPr>
            <p:cNvSpPr txBox="1">
              <a:spLocks noChangeArrowheads="1"/>
            </p:cNvSpPr>
            <p:nvPr/>
          </p:nvSpPr>
          <p:spPr bwMode="auto">
            <a:xfrm>
              <a:off x="4608" y="864"/>
              <a:ext cx="86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800"/>
                <a:t>Examples:</a:t>
              </a:r>
            </a:p>
            <a:p>
              <a:r>
                <a:rPr lang="en-US" altLang="en-US" sz="1800"/>
                <a:t>SF</a:t>
              </a:r>
              <a:r>
                <a:rPr lang="en-US" altLang="en-US" sz="1800" baseline="-25000"/>
                <a:t>4</a:t>
              </a:r>
              <a:r>
                <a:rPr lang="en-US" altLang="en-US" sz="1800"/>
                <a:t>,</a:t>
              </a:r>
              <a:r>
                <a:rPr lang="en-US" altLang="en-US" sz="1800" baseline="-25000"/>
                <a:t> </a:t>
              </a:r>
              <a:r>
                <a:rPr lang="en-US" altLang="en-US" sz="1800"/>
                <a:t>XeO</a:t>
              </a:r>
              <a:r>
                <a:rPr lang="en-US" altLang="en-US" sz="1800" baseline="-25000"/>
                <a:t>2</a:t>
              </a:r>
              <a:r>
                <a:rPr lang="en-US" altLang="en-US" sz="1800"/>
                <a:t>F</a:t>
              </a:r>
              <a:r>
                <a:rPr lang="en-US" altLang="en-US" sz="1800" baseline="-25000"/>
                <a:t>2</a:t>
              </a:r>
              <a:endParaRPr lang="en-US" altLang="en-US" sz="1800"/>
            </a:p>
            <a:p>
              <a:r>
                <a:rPr lang="en-US" altLang="en-US" sz="1800">
                  <a:latin typeface="Times" panose="02020603050405020304" pitchFamily="18" charset="0"/>
                </a:rPr>
                <a:t>I</a:t>
              </a:r>
              <a:r>
                <a:rPr lang="en-US" altLang="en-US" sz="1800"/>
                <a:t>F</a:t>
              </a:r>
              <a:r>
                <a:rPr lang="en-US" altLang="en-US" sz="1800" baseline="-25000"/>
                <a:t>4</a:t>
              </a:r>
              <a:r>
                <a:rPr lang="en-US" altLang="en-US" sz="1800" baseline="30000"/>
                <a:t>+</a:t>
              </a:r>
              <a:r>
                <a:rPr lang="en-US" altLang="en-US" sz="1800" b="1"/>
                <a:t>,</a:t>
              </a:r>
              <a:r>
                <a:rPr lang="en-US" altLang="en-US" sz="1800" b="1" baseline="30000"/>
                <a:t> </a:t>
              </a:r>
              <a:r>
                <a:rPr lang="en-US" altLang="en-US" sz="1800">
                  <a:latin typeface="Times" panose="02020603050405020304" pitchFamily="18" charset="0"/>
                </a:rPr>
                <a:t>I</a:t>
              </a:r>
              <a:r>
                <a:rPr lang="en-US" altLang="en-US" sz="1800"/>
                <a:t>O</a:t>
              </a:r>
              <a:r>
                <a:rPr lang="en-US" altLang="en-US" sz="1800" baseline="-25000"/>
                <a:t>2</a:t>
              </a:r>
              <a:r>
                <a:rPr lang="en-US" altLang="en-US" sz="1800"/>
                <a:t>F</a:t>
              </a:r>
              <a:r>
                <a:rPr lang="en-US" altLang="en-US" sz="1800" baseline="-25000"/>
                <a:t>2</a:t>
              </a:r>
              <a:r>
                <a:rPr lang="en-US" altLang="en-US" sz="1800" baseline="30000"/>
                <a:t>–</a:t>
              </a:r>
            </a:p>
          </p:txBody>
        </p:sp>
        <p:sp>
          <p:nvSpPr>
            <p:cNvPr id="63506" name="Text Box 18">
              <a:extLst>
                <a:ext uri="{FF2B5EF4-FFF2-40B4-BE49-F238E27FC236}">
                  <a16:creationId xmlns:a16="http://schemas.microsoft.com/office/drawing/2014/main" id="{EFF3E06C-EE0F-E1B1-C3E2-B84425318A45}"/>
                </a:ext>
              </a:extLst>
            </p:cNvPr>
            <p:cNvSpPr txBox="1">
              <a:spLocks noChangeArrowheads="1"/>
            </p:cNvSpPr>
            <p:nvPr/>
          </p:nvSpPr>
          <p:spPr bwMode="auto">
            <a:xfrm>
              <a:off x="3888" y="798"/>
              <a:ext cx="5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AX</a:t>
              </a:r>
              <a:r>
                <a:rPr lang="en-US" altLang="en-US" sz="2000" b="1" baseline="-25000"/>
                <a:t>4</a:t>
              </a:r>
              <a:r>
                <a:rPr lang="en-US" altLang="en-US" sz="2000" b="1"/>
                <a:t>E</a:t>
              </a:r>
            </a:p>
          </p:txBody>
        </p:sp>
      </p:grpSp>
      <p:grpSp>
        <p:nvGrpSpPr>
          <p:cNvPr id="4" name="Group 27">
            <a:extLst>
              <a:ext uri="{FF2B5EF4-FFF2-40B4-BE49-F238E27FC236}">
                <a16:creationId xmlns:a16="http://schemas.microsoft.com/office/drawing/2014/main" id="{55F76D6C-5717-7F11-AF9F-E8A6E134E4B5}"/>
              </a:ext>
            </a:extLst>
          </p:cNvPr>
          <p:cNvGrpSpPr>
            <a:grpSpLocks/>
          </p:cNvGrpSpPr>
          <p:nvPr/>
        </p:nvGrpSpPr>
        <p:grpSpPr bwMode="auto">
          <a:xfrm>
            <a:off x="1192213" y="3857625"/>
            <a:ext cx="2770187" cy="2543175"/>
            <a:chOff x="751" y="2430"/>
            <a:chExt cx="1745" cy="1602"/>
          </a:xfrm>
        </p:grpSpPr>
        <p:pic>
          <p:nvPicPr>
            <p:cNvPr id="63501" name="Picture 21">
              <a:extLst>
                <a:ext uri="{FF2B5EF4-FFF2-40B4-BE49-F238E27FC236}">
                  <a16:creationId xmlns:a16="http://schemas.microsoft.com/office/drawing/2014/main" id="{D43A98A3-8866-4FA8-776D-B025B0E0E2D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1" y="2640"/>
              <a:ext cx="1303" cy="1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502" name="Text Box 20">
              <a:extLst>
                <a:ext uri="{FF2B5EF4-FFF2-40B4-BE49-F238E27FC236}">
                  <a16:creationId xmlns:a16="http://schemas.microsoft.com/office/drawing/2014/main" id="{DC794977-CA6D-17D4-5DE1-CD7CA2D2C310}"/>
                </a:ext>
              </a:extLst>
            </p:cNvPr>
            <p:cNvSpPr txBox="1">
              <a:spLocks noChangeArrowheads="1"/>
            </p:cNvSpPr>
            <p:nvPr/>
          </p:nvSpPr>
          <p:spPr bwMode="auto">
            <a:xfrm>
              <a:off x="912" y="2430"/>
              <a:ext cx="5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AX</a:t>
              </a:r>
              <a:r>
                <a:rPr lang="en-US" altLang="en-US" sz="2000" b="1" baseline="-25000"/>
                <a:t>3</a:t>
              </a:r>
              <a:r>
                <a:rPr lang="en-US" altLang="en-US" sz="2000" b="1"/>
                <a:t>E</a:t>
              </a:r>
              <a:r>
                <a:rPr lang="en-US" altLang="en-US" sz="2000" b="1" baseline="-25000"/>
                <a:t>2</a:t>
              </a:r>
              <a:endParaRPr lang="en-US" altLang="en-US" sz="2000" b="1"/>
            </a:p>
          </p:txBody>
        </p:sp>
        <p:sp>
          <p:nvSpPr>
            <p:cNvPr id="63503" name="Text Box 14">
              <a:extLst>
                <a:ext uri="{FF2B5EF4-FFF2-40B4-BE49-F238E27FC236}">
                  <a16:creationId xmlns:a16="http://schemas.microsoft.com/office/drawing/2014/main" id="{2E4427B8-0452-7F6D-0075-CE7BBB56D58A}"/>
                </a:ext>
              </a:extLst>
            </p:cNvPr>
            <p:cNvSpPr txBox="1">
              <a:spLocks noChangeArrowheads="1"/>
            </p:cNvSpPr>
            <p:nvPr/>
          </p:nvSpPr>
          <p:spPr bwMode="auto">
            <a:xfrm>
              <a:off x="1632" y="2736"/>
              <a:ext cx="86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800"/>
                <a:t>Examples:</a:t>
              </a:r>
            </a:p>
            <a:p>
              <a:r>
                <a:rPr lang="en-US" altLang="en-US" sz="1800"/>
                <a:t>ClF</a:t>
              </a:r>
              <a:r>
                <a:rPr lang="en-US" altLang="en-US" sz="1800" baseline="-25000"/>
                <a:t>3</a:t>
              </a:r>
              <a:r>
                <a:rPr lang="en-US" altLang="en-US" sz="1800"/>
                <a:t>,</a:t>
              </a:r>
              <a:r>
                <a:rPr lang="en-US" altLang="en-US" sz="1800" baseline="-25000"/>
                <a:t> </a:t>
              </a:r>
              <a:r>
                <a:rPr lang="en-US" altLang="en-US" sz="1800"/>
                <a:t>BrF</a:t>
              </a:r>
              <a:r>
                <a:rPr lang="en-US" altLang="en-US" sz="1800" baseline="-25000"/>
                <a:t>3</a:t>
              </a:r>
              <a:endParaRPr lang="en-US" altLang="en-US" sz="1800"/>
            </a:p>
          </p:txBody>
        </p:sp>
      </p:grpSp>
      <p:grpSp>
        <p:nvGrpSpPr>
          <p:cNvPr id="5" name="Group 28">
            <a:extLst>
              <a:ext uri="{FF2B5EF4-FFF2-40B4-BE49-F238E27FC236}">
                <a16:creationId xmlns:a16="http://schemas.microsoft.com/office/drawing/2014/main" id="{1E4E6397-5486-D503-FBFF-C7CAEA7BC615}"/>
              </a:ext>
            </a:extLst>
          </p:cNvPr>
          <p:cNvGrpSpPr>
            <a:grpSpLocks/>
          </p:cNvGrpSpPr>
          <p:nvPr/>
        </p:nvGrpSpPr>
        <p:grpSpPr bwMode="auto">
          <a:xfrm>
            <a:off x="4297363" y="3857625"/>
            <a:ext cx="3094037" cy="2505075"/>
            <a:chOff x="2707" y="2430"/>
            <a:chExt cx="1949" cy="1578"/>
          </a:xfrm>
        </p:grpSpPr>
        <p:sp>
          <p:nvSpPr>
            <p:cNvPr id="63498" name="Text Box 22">
              <a:extLst>
                <a:ext uri="{FF2B5EF4-FFF2-40B4-BE49-F238E27FC236}">
                  <a16:creationId xmlns:a16="http://schemas.microsoft.com/office/drawing/2014/main" id="{E979DE09-89B2-E5AD-537D-D8D321C346D5}"/>
                </a:ext>
              </a:extLst>
            </p:cNvPr>
            <p:cNvSpPr txBox="1">
              <a:spLocks noChangeArrowheads="1"/>
            </p:cNvSpPr>
            <p:nvPr/>
          </p:nvSpPr>
          <p:spPr bwMode="auto">
            <a:xfrm>
              <a:off x="2899" y="2430"/>
              <a:ext cx="5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AX</a:t>
              </a:r>
              <a:r>
                <a:rPr lang="en-US" altLang="en-US" sz="2000" b="1" baseline="-25000"/>
                <a:t>2</a:t>
              </a:r>
              <a:r>
                <a:rPr lang="en-US" altLang="en-US" sz="2000" b="1"/>
                <a:t>E</a:t>
              </a:r>
              <a:r>
                <a:rPr lang="en-US" altLang="en-US" sz="2000" b="1" baseline="-25000"/>
                <a:t>3</a:t>
              </a:r>
              <a:endParaRPr lang="en-US" altLang="en-US" sz="2000" b="1"/>
            </a:p>
          </p:txBody>
        </p:sp>
        <p:pic>
          <p:nvPicPr>
            <p:cNvPr id="63499" name="Picture 23">
              <a:extLst>
                <a:ext uri="{FF2B5EF4-FFF2-40B4-BE49-F238E27FC236}">
                  <a16:creationId xmlns:a16="http://schemas.microsoft.com/office/drawing/2014/main" id="{9E78612B-ADC3-3977-4C6F-4AFB31C7464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07" y="2664"/>
              <a:ext cx="1258" cy="1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500" name="Text Box 15">
              <a:extLst>
                <a:ext uri="{FF2B5EF4-FFF2-40B4-BE49-F238E27FC236}">
                  <a16:creationId xmlns:a16="http://schemas.microsoft.com/office/drawing/2014/main" id="{EBE2AC96-4684-6D5F-70AD-AC696CDC8F25}"/>
                </a:ext>
              </a:extLst>
            </p:cNvPr>
            <p:cNvSpPr txBox="1">
              <a:spLocks noChangeArrowheads="1"/>
            </p:cNvSpPr>
            <p:nvPr/>
          </p:nvSpPr>
          <p:spPr bwMode="auto">
            <a:xfrm>
              <a:off x="3744" y="2736"/>
              <a:ext cx="91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800"/>
                <a:t>Examples:</a:t>
              </a:r>
            </a:p>
            <a:p>
              <a:r>
                <a:rPr lang="en-US" altLang="en-US" sz="1800"/>
                <a:t>XeF</a:t>
              </a:r>
              <a:r>
                <a:rPr lang="en-US" altLang="en-US" sz="1800" baseline="-25000"/>
                <a:t>2</a:t>
              </a:r>
              <a:r>
                <a:rPr lang="en-US" altLang="en-US" sz="1800"/>
                <a:t>,</a:t>
              </a:r>
              <a:r>
                <a:rPr lang="en-US" altLang="en-US" sz="1800" baseline="-25000"/>
                <a:t> </a:t>
              </a:r>
              <a:r>
                <a:rPr lang="en-US" altLang="en-US" sz="1800">
                  <a:latin typeface="Times" panose="02020603050405020304" pitchFamily="18" charset="0"/>
                </a:rPr>
                <a:t>I</a:t>
              </a:r>
              <a:r>
                <a:rPr lang="en-US" altLang="en-US" sz="1800" baseline="-25000"/>
                <a:t>3</a:t>
              </a:r>
              <a:r>
                <a:rPr lang="en-US" altLang="en-US" sz="1800" baseline="30000"/>
                <a:t>–</a:t>
              </a:r>
              <a:r>
                <a:rPr lang="en-US" altLang="en-US" sz="1800" b="1"/>
                <a:t>,</a:t>
              </a:r>
              <a:r>
                <a:rPr lang="en-US" altLang="en-US" sz="1800" b="1" baseline="30000"/>
                <a:t> </a:t>
              </a:r>
              <a:r>
                <a:rPr lang="en-US" altLang="en-US" sz="1800">
                  <a:latin typeface="Times" panose="02020603050405020304" pitchFamily="18" charset="0"/>
                </a:rPr>
                <a:t>I</a:t>
              </a:r>
              <a:r>
                <a:rPr lang="en-US" altLang="en-US" sz="1800"/>
                <a:t>F</a:t>
              </a:r>
              <a:r>
                <a:rPr lang="en-US" altLang="en-US" sz="1800" baseline="-25000"/>
                <a:t>2</a:t>
              </a:r>
              <a:r>
                <a:rPr lang="en-US" altLang="en-US" sz="1800" baseline="30000"/>
                <a:t>–</a:t>
              </a:r>
              <a:endParaRPr lang="en-US" altLang="en-US" sz="1800"/>
            </a:p>
          </p:txBody>
        </p:sp>
      </p:grpSp>
      <p:sp>
        <p:nvSpPr>
          <p:cNvPr id="63497" name="Rectangle 9">
            <a:extLst>
              <a:ext uri="{FF2B5EF4-FFF2-40B4-BE49-F238E27FC236}">
                <a16:creationId xmlns:a16="http://schemas.microsoft.com/office/drawing/2014/main" id="{D4CCD77A-85E9-C0E7-740F-7A6788BFA755}"/>
              </a:ext>
            </a:extLst>
          </p:cNvPr>
          <p:cNvSpPr>
            <a:spLocks noChangeArrowheads="1"/>
          </p:cNvSpPr>
          <p:nvPr/>
        </p:nvSpPr>
        <p:spPr bwMode="auto">
          <a:xfrm>
            <a:off x="2274888" y="1135063"/>
            <a:ext cx="4364037"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800"/>
              <a:t> Copyright © The McGraw-Hill Companies, Inc. Permission required for reproduction or display.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1000"/>
                                  </p:stCondLst>
                                  <p:childTnLst>
                                    <p:set>
                                      <p:cBhvr>
                                        <p:cTn id="6" dur="1" fill="hold">
                                          <p:stCondLst>
                                            <p:cond delay="0"/>
                                          </p:stCondLst>
                                        </p:cTn>
                                        <p:tgtEl>
                                          <p:spTgt spid="23568"/>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2"/>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3"/>
                                        </p:tgtEl>
                                        <p:attrNameLst>
                                          <p:attrName>style.visibility</p:attrName>
                                        </p:attrNameLst>
                                      </p:cBhvr>
                                      <p:to>
                                        <p:strVal val="visible"/>
                                      </p:to>
                                    </p:set>
                                  </p:childTnLst>
                                </p:cTn>
                              </p:par>
                            </p:childTnLst>
                          </p:cTn>
                        </p:par>
                        <p:par>
                          <p:cTn id="13" fill="hold" nodeType="afterGroup">
                            <p:stCondLst>
                              <p:cond delay="3000"/>
                            </p:stCondLst>
                            <p:childTnLst>
                              <p:par>
                                <p:cTn id="14" presetID="1" presetClass="entr" presetSubtype="0" fill="hold" nodeType="afterEffect">
                                  <p:stCondLst>
                                    <p:cond delay="1000"/>
                                  </p:stCondLst>
                                  <p:childTnLst>
                                    <p:set>
                                      <p:cBhvr>
                                        <p:cTn id="15" dur="1" fill="hold">
                                          <p:stCondLst>
                                            <p:cond delay="0"/>
                                          </p:stCondLst>
                                        </p:cTn>
                                        <p:tgtEl>
                                          <p:spTgt spid="4"/>
                                        </p:tgtEl>
                                        <p:attrNameLst>
                                          <p:attrName>style.visibility</p:attrName>
                                        </p:attrNameLst>
                                      </p:cBhvr>
                                      <p:to>
                                        <p:strVal val="visible"/>
                                      </p:to>
                                    </p:set>
                                  </p:childTnLst>
                                </p:cTn>
                              </p:par>
                            </p:childTnLst>
                          </p:cTn>
                        </p:par>
                        <p:par>
                          <p:cTn id="16" fill="hold" nodeType="afterGroup">
                            <p:stCondLst>
                              <p:cond delay="4000"/>
                            </p:stCondLst>
                            <p:childTnLst>
                              <p:par>
                                <p:cTn id="17" presetID="1" presetClass="entr" presetSubtype="0" fill="hold" nodeType="afterEffect">
                                  <p:stCondLst>
                                    <p:cond delay="100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a:extLst>
              <a:ext uri="{FF2B5EF4-FFF2-40B4-BE49-F238E27FC236}">
                <a16:creationId xmlns:a16="http://schemas.microsoft.com/office/drawing/2014/main" id="{B9B470BF-2581-3646-2337-61474880745F}"/>
              </a:ext>
            </a:extLst>
          </p:cNvPr>
          <p:cNvSpPr txBox="1">
            <a:spLocks noChangeArrowheads="1"/>
          </p:cNvSpPr>
          <p:nvPr/>
        </p:nvSpPr>
        <p:spPr bwMode="auto">
          <a:xfrm>
            <a:off x="1600200" y="609600"/>
            <a:ext cx="5867400" cy="519113"/>
          </a:xfrm>
          <a:prstGeom prst="rect">
            <a:avLst/>
          </a:prstGeom>
          <a:gradFill rotWithShape="1">
            <a:gsLst>
              <a:gs pos="0">
                <a:srgbClr val="990000">
                  <a:alpha val="35001"/>
                </a:srgbClr>
              </a:gs>
              <a:gs pos="100000">
                <a:srgbClr val="47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800" b="1"/>
              <a:t>Axial and Equatorial Positions</a:t>
            </a:r>
          </a:p>
        </p:txBody>
      </p:sp>
      <p:sp>
        <p:nvSpPr>
          <p:cNvPr id="114693" name="Text Box 5">
            <a:extLst>
              <a:ext uri="{FF2B5EF4-FFF2-40B4-BE49-F238E27FC236}">
                <a16:creationId xmlns:a16="http://schemas.microsoft.com/office/drawing/2014/main" id="{C6D075A6-D30A-FA8B-B061-E7F0DCF40CA0}"/>
              </a:ext>
            </a:extLst>
          </p:cNvPr>
          <p:cNvSpPr txBox="1">
            <a:spLocks noChangeArrowheads="1"/>
          </p:cNvSpPr>
          <p:nvPr/>
        </p:nvSpPr>
        <p:spPr bwMode="auto">
          <a:xfrm>
            <a:off x="381000" y="5105400"/>
            <a:ext cx="8077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Where possible, lone pairs in a five electron-group system occupy </a:t>
            </a:r>
            <a:r>
              <a:rPr lang="en-US" altLang="en-US" b="1" i="1"/>
              <a:t>equatorial</a:t>
            </a:r>
            <a:r>
              <a:rPr lang="en-US" altLang="en-US"/>
              <a:t> positions.</a:t>
            </a:r>
          </a:p>
        </p:txBody>
      </p:sp>
      <p:sp>
        <p:nvSpPr>
          <p:cNvPr id="114695" name="Text Box 7">
            <a:extLst>
              <a:ext uri="{FF2B5EF4-FFF2-40B4-BE49-F238E27FC236}">
                <a16:creationId xmlns:a16="http://schemas.microsoft.com/office/drawing/2014/main" id="{6CACC77F-6DDA-036B-7B29-F78174BA9F35}"/>
              </a:ext>
            </a:extLst>
          </p:cNvPr>
          <p:cNvSpPr txBox="1">
            <a:spLocks noChangeArrowheads="1"/>
          </p:cNvSpPr>
          <p:nvPr/>
        </p:nvSpPr>
        <p:spPr bwMode="auto">
          <a:xfrm>
            <a:off x="685800" y="1447800"/>
            <a:ext cx="8077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A five electron-group system has two different positions for electron groups, and two ideal bond angles.</a:t>
            </a:r>
          </a:p>
        </p:txBody>
      </p:sp>
      <p:graphicFrame>
        <p:nvGraphicFramePr>
          <p:cNvPr id="114696" name="Object 8">
            <a:extLst>
              <a:ext uri="{FF2B5EF4-FFF2-40B4-BE49-F238E27FC236}">
                <a16:creationId xmlns:a16="http://schemas.microsoft.com/office/drawing/2014/main" id="{C7ABB09E-770F-4482-26E1-479AF3C69988}"/>
              </a:ext>
            </a:extLst>
          </p:cNvPr>
          <p:cNvGraphicFramePr>
            <a:graphicFrameLocks noChangeAspect="1"/>
          </p:cNvGraphicFramePr>
          <p:nvPr/>
        </p:nvGraphicFramePr>
        <p:xfrm>
          <a:off x="457200" y="2590800"/>
          <a:ext cx="4343400" cy="2339975"/>
        </p:xfrm>
        <a:graphic>
          <a:graphicData uri="http://schemas.openxmlformats.org/presentationml/2006/ole">
            <mc:AlternateContent xmlns:mc="http://schemas.openxmlformats.org/markup-compatibility/2006">
              <mc:Choice xmlns:v="urn:schemas-microsoft-com:vml" Requires="v">
                <p:oleObj r:id="rId2" imgW="2146300" imgH="1155700" progId="">
                  <p:embed/>
                </p:oleObj>
              </mc:Choice>
              <mc:Fallback>
                <p:oleObj r:id="rId2" imgW="2146300" imgH="1155700" progId="">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590800"/>
                        <a:ext cx="4343400" cy="2339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14697" name="Rectangle 9">
            <a:extLst>
              <a:ext uri="{FF2B5EF4-FFF2-40B4-BE49-F238E27FC236}">
                <a16:creationId xmlns:a16="http://schemas.microsoft.com/office/drawing/2014/main" id="{F3DA9887-2A2C-54AD-5CFD-AABFD9068BC7}"/>
              </a:ext>
            </a:extLst>
          </p:cNvPr>
          <p:cNvSpPr>
            <a:spLocks noChangeArrowheads="1"/>
          </p:cNvSpPr>
          <p:nvPr/>
        </p:nvSpPr>
        <p:spPr bwMode="auto">
          <a:xfrm>
            <a:off x="3657600" y="2514600"/>
            <a:ext cx="5029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Equatorial-equatorial repulsions are weaker than axial-equatorial repulsions.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695"/>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1000"/>
                                  </p:stCondLst>
                                  <p:childTnLst>
                                    <p:set>
                                      <p:cBhvr>
                                        <p:cTn id="9" dur="1" fill="hold">
                                          <p:stCondLst>
                                            <p:cond delay="0"/>
                                          </p:stCondLst>
                                        </p:cTn>
                                        <p:tgtEl>
                                          <p:spTgt spid="114696"/>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grpId="0" nodeType="afterEffect">
                                  <p:stCondLst>
                                    <p:cond delay="1000"/>
                                  </p:stCondLst>
                                  <p:childTnLst>
                                    <p:set>
                                      <p:cBhvr>
                                        <p:cTn id="12" dur="1" fill="hold">
                                          <p:stCondLst>
                                            <p:cond delay="0"/>
                                          </p:stCondLst>
                                        </p:cTn>
                                        <p:tgtEl>
                                          <p:spTgt spid="114697"/>
                                        </p:tgtEl>
                                        <p:attrNameLst>
                                          <p:attrName>style.visibility</p:attrName>
                                        </p:attrNameLst>
                                      </p:cBhvr>
                                      <p:to>
                                        <p:strVal val="visible"/>
                                      </p:to>
                                    </p:set>
                                  </p:childTnLst>
                                </p:cTn>
                              </p:par>
                            </p:childTnLst>
                          </p:cTn>
                        </p:par>
                        <p:par>
                          <p:cTn id="13" fill="hold" nodeType="afterGroup">
                            <p:stCondLst>
                              <p:cond delay="2000"/>
                            </p:stCondLst>
                            <p:childTnLst>
                              <p:par>
                                <p:cTn id="14" presetID="1" presetClass="entr" presetSubtype="0" fill="hold" grpId="0" nodeType="afterEffect">
                                  <p:stCondLst>
                                    <p:cond delay="1000"/>
                                  </p:stCondLst>
                                  <p:childTnLst>
                                    <p:set>
                                      <p:cBhvr>
                                        <p:cTn id="15" dur="1" fill="hold">
                                          <p:stCondLst>
                                            <p:cond delay="0"/>
                                          </p:stCondLst>
                                        </p:cTn>
                                        <p:tgtEl>
                                          <p:spTgt spid="1146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3" grpId="0"/>
      <p:bldP spid="114695" grpId="0"/>
      <p:bldP spid="11469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a:extLst>
              <a:ext uri="{FF2B5EF4-FFF2-40B4-BE49-F238E27FC236}">
                <a16:creationId xmlns:a16="http://schemas.microsoft.com/office/drawing/2014/main" id="{27EAC7F2-7A20-A4EE-203D-C7FF73BBA880}"/>
              </a:ext>
            </a:extLst>
          </p:cNvPr>
          <p:cNvSpPr txBox="1">
            <a:spLocks noChangeArrowheads="1"/>
          </p:cNvSpPr>
          <p:nvPr/>
        </p:nvSpPr>
        <p:spPr bwMode="auto">
          <a:xfrm>
            <a:off x="457200" y="304800"/>
            <a:ext cx="2057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cs typeface="Arial" panose="020B0604020202020204" pitchFamily="34" charset="0"/>
              </a:rPr>
              <a:t>Figure 10.8</a:t>
            </a:r>
          </a:p>
        </p:txBody>
      </p:sp>
      <p:sp>
        <p:nvSpPr>
          <p:cNvPr id="66563" name="Text Box 9">
            <a:extLst>
              <a:ext uri="{FF2B5EF4-FFF2-40B4-BE49-F238E27FC236}">
                <a16:creationId xmlns:a16="http://schemas.microsoft.com/office/drawing/2014/main" id="{76B488F3-679F-CE87-0AA6-4252F13EAA6E}"/>
              </a:ext>
            </a:extLst>
          </p:cNvPr>
          <p:cNvSpPr txBox="1">
            <a:spLocks noChangeArrowheads="1"/>
          </p:cNvSpPr>
          <p:nvPr/>
        </p:nvSpPr>
        <p:spPr bwMode="auto">
          <a:xfrm>
            <a:off x="2209800" y="304800"/>
            <a:ext cx="6781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b="1"/>
              <a:t>The three molecular shapes of the octahedral electron-group arrangement.</a:t>
            </a:r>
          </a:p>
        </p:txBody>
      </p:sp>
      <p:pic>
        <p:nvPicPr>
          <p:cNvPr id="24589" name="Picture 13">
            <a:extLst>
              <a:ext uri="{FF2B5EF4-FFF2-40B4-BE49-F238E27FC236}">
                <a16:creationId xmlns:a16="http://schemas.microsoft.com/office/drawing/2014/main" id="{2706A118-4B24-25B2-DB9E-148E9A0B32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800" y="1295400"/>
            <a:ext cx="1874838"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21">
            <a:extLst>
              <a:ext uri="{FF2B5EF4-FFF2-40B4-BE49-F238E27FC236}">
                <a16:creationId xmlns:a16="http://schemas.microsoft.com/office/drawing/2014/main" id="{96940746-CF67-0661-538F-30A738088BFA}"/>
              </a:ext>
            </a:extLst>
          </p:cNvPr>
          <p:cNvGrpSpPr>
            <a:grpSpLocks/>
          </p:cNvGrpSpPr>
          <p:nvPr/>
        </p:nvGrpSpPr>
        <p:grpSpPr bwMode="auto">
          <a:xfrm>
            <a:off x="3810000" y="1447800"/>
            <a:ext cx="3962400" cy="2284413"/>
            <a:chOff x="2400" y="912"/>
            <a:chExt cx="2496" cy="1439"/>
          </a:xfrm>
        </p:grpSpPr>
        <p:sp>
          <p:nvSpPr>
            <p:cNvPr id="66574" name="Text Box 12">
              <a:extLst>
                <a:ext uri="{FF2B5EF4-FFF2-40B4-BE49-F238E27FC236}">
                  <a16:creationId xmlns:a16="http://schemas.microsoft.com/office/drawing/2014/main" id="{FFFC74B9-084D-1D49-3977-86B6BF0C15C7}"/>
                </a:ext>
              </a:extLst>
            </p:cNvPr>
            <p:cNvSpPr txBox="1">
              <a:spLocks noChangeArrowheads="1"/>
            </p:cNvSpPr>
            <p:nvPr/>
          </p:nvSpPr>
          <p:spPr bwMode="auto">
            <a:xfrm>
              <a:off x="4032" y="1200"/>
              <a:ext cx="8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a:t>Examples:</a:t>
              </a:r>
            </a:p>
            <a:p>
              <a:r>
                <a:rPr lang="en-US" altLang="en-US" sz="2000"/>
                <a:t>SF</a:t>
              </a:r>
              <a:r>
                <a:rPr lang="en-US" altLang="en-US" sz="2000" baseline="-25000"/>
                <a:t>6</a:t>
              </a:r>
              <a:r>
                <a:rPr lang="en-US" altLang="en-US" sz="2000"/>
                <a:t>,</a:t>
              </a:r>
              <a:r>
                <a:rPr lang="en-US" altLang="en-US" sz="2000" baseline="-25000"/>
                <a:t> </a:t>
              </a:r>
              <a:r>
                <a:rPr lang="en-US" altLang="en-US" sz="2000">
                  <a:latin typeface="Times" panose="02020603050405020304" pitchFamily="18" charset="0"/>
                </a:rPr>
                <a:t>I</a:t>
              </a:r>
              <a:r>
                <a:rPr lang="en-US" altLang="en-US" sz="2000"/>
                <a:t>OF</a:t>
              </a:r>
              <a:r>
                <a:rPr lang="en-US" altLang="en-US" sz="2000" baseline="-25000"/>
                <a:t>5</a:t>
              </a:r>
              <a:endParaRPr lang="en-US" altLang="en-US" sz="2000"/>
            </a:p>
          </p:txBody>
        </p:sp>
        <p:pic>
          <p:nvPicPr>
            <p:cNvPr id="66575" name="Picture 15">
              <a:extLst>
                <a:ext uri="{FF2B5EF4-FFF2-40B4-BE49-F238E27FC236}">
                  <a16:creationId xmlns:a16="http://schemas.microsoft.com/office/drawing/2014/main" id="{350D1393-2587-F18E-A3E7-43B8DFD9C2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0" y="912"/>
              <a:ext cx="1325" cy="1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76" name="Text Box 14">
              <a:extLst>
                <a:ext uri="{FF2B5EF4-FFF2-40B4-BE49-F238E27FC236}">
                  <a16:creationId xmlns:a16="http://schemas.microsoft.com/office/drawing/2014/main" id="{513E39DA-CB75-8496-40ED-F9E29590C75E}"/>
                </a:ext>
              </a:extLst>
            </p:cNvPr>
            <p:cNvSpPr txBox="1">
              <a:spLocks noChangeArrowheads="1"/>
            </p:cNvSpPr>
            <p:nvPr/>
          </p:nvSpPr>
          <p:spPr bwMode="auto">
            <a:xfrm>
              <a:off x="2400" y="942"/>
              <a:ext cx="3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AX</a:t>
              </a:r>
              <a:r>
                <a:rPr lang="en-US" altLang="en-US" sz="2000" b="1" baseline="-25000"/>
                <a:t>6</a:t>
              </a:r>
              <a:endParaRPr lang="en-US" altLang="en-US" sz="2000" b="1"/>
            </a:p>
          </p:txBody>
        </p:sp>
      </p:grpSp>
      <p:grpSp>
        <p:nvGrpSpPr>
          <p:cNvPr id="3" name="Group 23">
            <a:extLst>
              <a:ext uri="{FF2B5EF4-FFF2-40B4-BE49-F238E27FC236}">
                <a16:creationId xmlns:a16="http://schemas.microsoft.com/office/drawing/2014/main" id="{FC933946-8564-AEF3-9080-C9534086936E}"/>
              </a:ext>
            </a:extLst>
          </p:cNvPr>
          <p:cNvGrpSpPr>
            <a:grpSpLocks/>
          </p:cNvGrpSpPr>
          <p:nvPr/>
        </p:nvGrpSpPr>
        <p:grpSpPr bwMode="auto">
          <a:xfrm>
            <a:off x="685800" y="3810000"/>
            <a:ext cx="3962400" cy="2514600"/>
            <a:chOff x="432" y="2400"/>
            <a:chExt cx="2496" cy="1584"/>
          </a:xfrm>
        </p:grpSpPr>
        <p:pic>
          <p:nvPicPr>
            <p:cNvPr id="66571" name="Picture 19">
              <a:extLst>
                <a:ext uri="{FF2B5EF4-FFF2-40B4-BE49-F238E27FC236}">
                  <a16:creationId xmlns:a16="http://schemas.microsoft.com/office/drawing/2014/main" id="{6911AA2C-A17E-E15D-E2A2-C6130D6BEB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2" y="2400"/>
              <a:ext cx="1394" cy="1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72" name="Text Box 18">
              <a:extLst>
                <a:ext uri="{FF2B5EF4-FFF2-40B4-BE49-F238E27FC236}">
                  <a16:creationId xmlns:a16="http://schemas.microsoft.com/office/drawing/2014/main" id="{8C6E26F4-2990-D9FD-8C23-D13A3D45D8DA}"/>
                </a:ext>
              </a:extLst>
            </p:cNvPr>
            <p:cNvSpPr txBox="1">
              <a:spLocks noChangeArrowheads="1"/>
            </p:cNvSpPr>
            <p:nvPr/>
          </p:nvSpPr>
          <p:spPr bwMode="auto">
            <a:xfrm>
              <a:off x="432" y="2526"/>
              <a:ext cx="5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AX</a:t>
              </a:r>
              <a:r>
                <a:rPr lang="en-US" altLang="en-US" sz="2000" b="1" baseline="-25000"/>
                <a:t>5</a:t>
              </a:r>
              <a:r>
                <a:rPr lang="en-US" altLang="en-US" sz="2000" b="1"/>
                <a:t>E</a:t>
              </a:r>
            </a:p>
          </p:txBody>
        </p:sp>
        <p:sp>
          <p:nvSpPr>
            <p:cNvPr id="66573" name="Text Box 13">
              <a:extLst>
                <a:ext uri="{FF2B5EF4-FFF2-40B4-BE49-F238E27FC236}">
                  <a16:creationId xmlns:a16="http://schemas.microsoft.com/office/drawing/2014/main" id="{298C3784-FCF2-EA15-12F4-AD31A1616D5F}"/>
                </a:ext>
              </a:extLst>
            </p:cNvPr>
            <p:cNvSpPr txBox="1">
              <a:spLocks noChangeArrowheads="1"/>
            </p:cNvSpPr>
            <p:nvPr/>
          </p:nvSpPr>
          <p:spPr bwMode="auto">
            <a:xfrm>
              <a:off x="1920" y="3264"/>
              <a:ext cx="1008"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a:t>Examples:</a:t>
              </a:r>
            </a:p>
            <a:p>
              <a:r>
                <a:rPr lang="en-US" altLang="en-US" sz="2000"/>
                <a:t>BrF</a:t>
              </a:r>
              <a:r>
                <a:rPr lang="en-US" altLang="en-US" sz="2000" baseline="-25000"/>
                <a:t>5</a:t>
              </a:r>
              <a:r>
                <a:rPr lang="en-US" altLang="en-US" sz="2000"/>
                <a:t>, TeF</a:t>
              </a:r>
              <a:r>
                <a:rPr lang="en-US" altLang="en-US" sz="2000" baseline="-25000"/>
                <a:t>5</a:t>
              </a:r>
              <a:r>
                <a:rPr lang="en-US" altLang="en-US" sz="2000" baseline="30000"/>
                <a:t>–</a:t>
              </a:r>
              <a:r>
                <a:rPr lang="en-US" altLang="en-US" sz="2000" b="1"/>
                <a:t>, </a:t>
              </a:r>
            </a:p>
            <a:p>
              <a:r>
                <a:rPr lang="en-US" altLang="en-US" sz="2000"/>
                <a:t>XeOF</a:t>
              </a:r>
              <a:r>
                <a:rPr lang="en-US" altLang="en-US" sz="2000" baseline="-25000"/>
                <a:t>4</a:t>
              </a:r>
            </a:p>
          </p:txBody>
        </p:sp>
      </p:grpSp>
      <p:grpSp>
        <p:nvGrpSpPr>
          <p:cNvPr id="4" name="Group 24">
            <a:extLst>
              <a:ext uri="{FF2B5EF4-FFF2-40B4-BE49-F238E27FC236}">
                <a16:creationId xmlns:a16="http://schemas.microsoft.com/office/drawing/2014/main" id="{2FCA85CD-D44B-2DA6-0F85-410E3228F87D}"/>
              </a:ext>
            </a:extLst>
          </p:cNvPr>
          <p:cNvGrpSpPr>
            <a:grpSpLocks/>
          </p:cNvGrpSpPr>
          <p:nvPr/>
        </p:nvGrpSpPr>
        <p:grpSpPr bwMode="auto">
          <a:xfrm>
            <a:off x="4343400" y="3886200"/>
            <a:ext cx="4114800" cy="2286000"/>
            <a:chOff x="2736" y="2448"/>
            <a:chExt cx="2592" cy="1440"/>
          </a:xfrm>
        </p:grpSpPr>
        <p:pic>
          <p:nvPicPr>
            <p:cNvPr id="66568" name="Picture 22">
              <a:extLst>
                <a:ext uri="{FF2B5EF4-FFF2-40B4-BE49-F238E27FC236}">
                  <a16:creationId xmlns:a16="http://schemas.microsoft.com/office/drawing/2014/main" id="{44B7D3DC-C2BA-0CEF-55CB-710C126BD6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50" y="2448"/>
              <a:ext cx="1282" cy="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9" name="Text Box 17">
              <a:extLst>
                <a:ext uri="{FF2B5EF4-FFF2-40B4-BE49-F238E27FC236}">
                  <a16:creationId xmlns:a16="http://schemas.microsoft.com/office/drawing/2014/main" id="{12C645E8-8385-2275-DAFB-EB21D64C2DB8}"/>
                </a:ext>
              </a:extLst>
            </p:cNvPr>
            <p:cNvSpPr txBox="1">
              <a:spLocks noChangeArrowheads="1"/>
            </p:cNvSpPr>
            <p:nvPr/>
          </p:nvSpPr>
          <p:spPr bwMode="auto">
            <a:xfrm>
              <a:off x="2736" y="2526"/>
              <a:ext cx="5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AX</a:t>
              </a:r>
              <a:r>
                <a:rPr lang="en-US" altLang="en-US" sz="2000" b="1" baseline="-25000"/>
                <a:t>4</a:t>
              </a:r>
              <a:r>
                <a:rPr lang="en-US" altLang="en-US" sz="2000" b="1"/>
                <a:t>E</a:t>
              </a:r>
              <a:r>
                <a:rPr lang="en-US" altLang="en-US" sz="2000" b="1" baseline="-25000"/>
                <a:t>2</a:t>
              </a:r>
              <a:endParaRPr lang="en-US" altLang="en-US" sz="2000" b="1"/>
            </a:p>
          </p:txBody>
        </p:sp>
        <p:sp>
          <p:nvSpPr>
            <p:cNvPr id="66570" name="Text Box 14">
              <a:extLst>
                <a:ext uri="{FF2B5EF4-FFF2-40B4-BE49-F238E27FC236}">
                  <a16:creationId xmlns:a16="http://schemas.microsoft.com/office/drawing/2014/main" id="{8CFEB5BD-3DF9-D7A8-3726-ECCCD04711FB}"/>
                </a:ext>
              </a:extLst>
            </p:cNvPr>
            <p:cNvSpPr txBox="1">
              <a:spLocks noChangeArrowheads="1"/>
            </p:cNvSpPr>
            <p:nvPr/>
          </p:nvSpPr>
          <p:spPr bwMode="auto">
            <a:xfrm>
              <a:off x="4416" y="3312"/>
              <a:ext cx="91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a:t>Examples:</a:t>
              </a:r>
            </a:p>
            <a:p>
              <a:r>
                <a:rPr lang="en-US" altLang="en-US" sz="2000"/>
                <a:t>XeF</a:t>
              </a:r>
              <a:r>
                <a:rPr lang="en-US" altLang="en-US" sz="2000" baseline="-25000"/>
                <a:t>4</a:t>
              </a:r>
              <a:r>
                <a:rPr lang="en-US" altLang="en-US" sz="2000"/>
                <a:t>, </a:t>
              </a:r>
              <a:r>
                <a:rPr lang="en-US" altLang="en-US" sz="2000">
                  <a:latin typeface="Times" panose="02020603050405020304" pitchFamily="18" charset="0"/>
                </a:rPr>
                <a:t>I</a:t>
              </a:r>
              <a:r>
                <a:rPr lang="en-US" altLang="en-US" sz="2000"/>
                <a:t>Cl</a:t>
              </a:r>
              <a:r>
                <a:rPr lang="en-US" altLang="en-US" sz="2000" baseline="-25000"/>
                <a:t>4</a:t>
              </a:r>
              <a:r>
                <a:rPr lang="en-US" altLang="en-US" sz="2000" baseline="30000"/>
                <a:t>–</a:t>
              </a:r>
              <a:endParaRPr lang="en-US" altLang="en-US" sz="20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1000"/>
                                  </p:stCondLst>
                                  <p:childTnLst>
                                    <p:set>
                                      <p:cBhvr>
                                        <p:cTn id="6" dur="1" fill="hold">
                                          <p:stCondLst>
                                            <p:cond delay="0"/>
                                          </p:stCondLst>
                                        </p:cTn>
                                        <p:tgtEl>
                                          <p:spTgt spid="24589"/>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2"/>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3"/>
                                        </p:tgtEl>
                                        <p:attrNameLst>
                                          <p:attrName>style.visibility</p:attrName>
                                        </p:attrNameLst>
                                      </p:cBhvr>
                                      <p:to>
                                        <p:strVal val="visible"/>
                                      </p:to>
                                    </p:set>
                                  </p:childTnLst>
                                </p:cTn>
                              </p:par>
                            </p:childTnLst>
                          </p:cTn>
                        </p:par>
                        <p:par>
                          <p:cTn id="13" fill="hold" nodeType="afterGroup">
                            <p:stCondLst>
                              <p:cond delay="3000"/>
                            </p:stCondLst>
                            <p:childTnLst>
                              <p:par>
                                <p:cTn id="14" presetID="1" presetClass="entr" presetSubtype="0" fill="hold" nodeType="afterEffect">
                                  <p:stCondLst>
                                    <p:cond delay="100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6" descr="siL40183_10_09.jpg">
            <a:extLst>
              <a:ext uri="{FF2B5EF4-FFF2-40B4-BE49-F238E27FC236}">
                <a16:creationId xmlns:a16="http://schemas.microsoft.com/office/drawing/2014/main" id="{95BB5418-94BA-F4CB-0991-C4CB6CF9D49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295400"/>
            <a:ext cx="7162800" cy="448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8611" name="Group 4">
            <a:extLst>
              <a:ext uri="{FF2B5EF4-FFF2-40B4-BE49-F238E27FC236}">
                <a16:creationId xmlns:a16="http://schemas.microsoft.com/office/drawing/2014/main" id="{40CD841A-563E-4AB5-AB6E-49DF54DB64BB}"/>
              </a:ext>
            </a:extLst>
          </p:cNvPr>
          <p:cNvGrpSpPr>
            <a:grpSpLocks/>
          </p:cNvGrpSpPr>
          <p:nvPr/>
        </p:nvGrpSpPr>
        <p:grpSpPr bwMode="auto">
          <a:xfrm>
            <a:off x="381000" y="457200"/>
            <a:ext cx="8305800" cy="701675"/>
            <a:chOff x="381000" y="214313"/>
            <a:chExt cx="8305800" cy="701675"/>
          </a:xfrm>
        </p:grpSpPr>
        <p:sp>
          <p:nvSpPr>
            <p:cNvPr id="68612" name="Text Box 2">
              <a:extLst>
                <a:ext uri="{FF2B5EF4-FFF2-40B4-BE49-F238E27FC236}">
                  <a16:creationId xmlns:a16="http://schemas.microsoft.com/office/drawing/2014/main" id="{187564B9-C24A-A3E4-FDDE-CB1A23D035C8}"/>
                </a:ext>
              </a:extLst>
            </p:cNvPr>
            <p:cNvSpPr txBox="1">
              <a:spLocks noChangeArrowheads="1"/>
            </p:cNvSpPr>
            <p:nvPr/>
          </p:nvSpPr>
          <p:spPr bwMode="auto">
            <a:xfrm>
              <a:off x="381000" y="214313"/>
              <a:ext cx="190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cs typeface="Arial" panose="020B0604020202020204" pitchFamily="34" charset="0"/>
                </a:rPr>
                <a:t>Figure 10.9</a:t>
              </a:r>
            </a:p>
          </p:txBody>
        </p:sp>
        <p:sp>
          <p:nvSpPr>
            <p:cNvPr id="68613" name="Text Box 3">
              <a:extLst>
                <a:ext uri="{FF2B5EF4-FFF2-40B4-BE49-F238E27FC236}">
                  <a16:creationId xmlns:a16="http://schemas.microsoft.com/office/drawing/2014/main" id="{BF3BC8DA-4220-7D42-350D-8E8937070328}"/>
                </a:ext>
              </a:extLst>
            </p:cNvPr>
            <p:cNvSpPr txBox="1">
              <a:spLocks noChangeArrowheads="1"/>
            </p:cNvSpPr>
            <p:nvPr/>
          </p:nvSpPr>
          <p:spPr bwMode="auto">
            <a:xfrm>
              <a:off x="2133600" y="214313"/>
              <a:ext cx="6553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b="1"/>
                <a:t>Molecular shapes for central atoms in Period 2 and in higher periods.</a:t>
              </a: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634" name="Group 4">
            <a:extLst>
              <a:ext uri="{FF2B5EF4-FFF2-40B4-BE49-F238E27FC236}">
                <a16:creationId xmlns:a16="http://schemas.microsoft.com/office/drawing/2014/main" id="{EB807708-D52A-8228-507E-B49CD2F117CB}"/>
              </a:ext>
            </a:extLst>
          </p:cNvPr>
          <p:cNvGrpSpPr>
            <a:grpSpLocks/>
          </p:cNvGrpSpPr>
          <p:nvPr/>
        </p:nvGrpSpPr>
        <p:grpSpPr bwMode="auto">
          <a:xfrm>
            <a:off x="381000" y="533400"/>
            <a:ext cx="8305800" cy="701675"/>
            <a:chOff x="381000" y="381000"/>
            <a:chExt cx="8305800" cy="701675"/>
          </a:xfrm>
        </p:grpSpPr>
        <p:sp>
          <p:nvSpPr>
            <p:cNvPr id="69636" name="Text Box 2">
              <a:extLst>
                <a:ext uri="{FF2B5EF4-FFF2-40B4-BE49-F238E27FC236}">
                  <a16:creationId xmlns:a16="http://schemas.microsoft.com/office/drawing/2014/main" id="{726C76B1-559F-89BF-8C14-71AC4A493E0D}"/>
                </a:ext>
              </a:extLst>
            </p:cNvPr>
            <p:cNvSpPr txBox="1">
              <a:spLocks noChangeArrowheads="1"/>
            </p:cNvSpPr>
            <p:nvPr/>
          </p:nvSpPr>
          <p:spPr bwMode="auto">
            <a:xfrm>
              <a:off x="381000" y="381000"/>
              <a:ext cx="1752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cs typeface="Arial" panose="020B0604020202020204" pitchFamily="34" charset="0"/>
                </a:rPr>
                <a:t>Figure 10.10</a:t>
              </a:r>
            </a:p>
          </p:txBody>
        </p:sp>
        <p:sp>
          <p:nvSpPr>
            <p:cNvPr id="69637" name="Text Box 3">
              <a:extLst>
                <a:ext uri="{FF2B5EF4-FFF2-40B4-BE49-F238E27FC236}">
                  <a16:creationId xmlns:a16="http://schemas.microsoft.com/office/drawing/2014/main" id="{5BB98326-A2D7-A7E9-CEB8-FF0356683FEB}"/>
                </a:ext>
              </a:extLst>
            </p:cNvPr>
            <p:cNvSpPr txBox="1">
              <a:spLocks noChangeArrowheads="1"/>
            </p:cNvSpPr>
            <p:nvPr/>
          </p:nvSpPr>
          <p:spPr bwMode="auto">
            <a:xfrm>
              <a:off x="2209800" y="381000"/>
              <a:ext cx="6477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2000" b="1"/>
                <a:t>A summary of common molecular shapes with two to six electron groups.</a:t>
              </a:r>
            </a:p>
          </p:txBody>
        </p:sp>
      </p:grpSp>
      <p:pic>
        <p:nvPicPr>
          <p:cNvPr id="69635" name="Picture 7" descr="siL40183_10_10.jpg">
            <a:extLst>
              <a:ext uri="{FF2B5EF4-FFF2-40B4-BE49-F238E27FC236}">
                <a16:creationId xmlns:a16="http://schemas.microsoft.com/office/drawing/2014/main" id="{D17C56EE-E2AC-864E-93E4-0943F9CB18F6}"/>
              </a:ext>
            </a:extLst>
          </p:cNvPr>
          <p:cNvPicPr>
            <a:picLocks noChangeAspect="1"/>
          </p:cNvPicPr>
          <p:nvPr/>
        </p:nvPicPr>
        <p:blipFill>
          <a:blip r:embed="rId2">
            <a:extLst>
              <a:ext uri="{28A0092B-C50C-407E-A947-70E740481C1C}">
                <a14:useLocalDpi xmlns:a14="http://schemas.microsoft.com/office/drawing/2010/main" val="0"/>
              </a:ext>
            </a:extLst>
          </a:blip>
          <a:srcRect b="50000"/>
          <a:stretch>
            <a:fillRect/>
          </a:stretch>
        </p:blipFill>
        <p:spPr bwMode="auto">
          <a:xfrm>
            <a:off x="228600" y="1447800"/>
            <a:ext cx="8401050" cy="410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a:extLst>
              <a:ext uri="{FF2B5EF4-FFF2-40B4-BE49-F238E27FC236}">
                <a16:creationId xmlns:a16="http://schemas.microsoft.com/office/drawing/2014/main" id="{CC93B686-CC7A-CC6F-174D-DCDD48B09FF2}"/>
              </a:ext>
            </a:extLst>
          </p:cNvPr>
          <p:cNvSpPr txBox="1">
            <a:spLocks noChangeArrowheads="1"/>
          </p:cNvSpPr>
          <p:nvPr/>
        </p:nvSpPr>
        <p:spPr bwMode="auto">
          <a:xfrm>
            <a:off x="381000" y="381000"/>
            <a:ext cx="3810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cs typeface="Arial" panose="020B0604020202020204" pitchFamily="34" charset="0"/>
              </a:rPr>
              <a:t>Figure 10.10 continued</a:t>
            </a:r>
          </a:p>
        </p:txBody>
      </p:sp>
      <p:pic>
        <p:nvPicPr>
          <p:cNvPr id="70659" name="Picture 5" descr="02.jpg">
            <a:extLst>
              <a:ext uri="{FF2B5EF4-FFF2-40B4-BE49-F238E27FC236}">
                <a16:creationId xmlns:a16="http://schemas.microsoft.com/office/drawing/2014/main" id="{7E43381D-DCAF-9D19-CEC5-ECF2B2D45B6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266825"/>
            <a:ext cx="8686800"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a:extLst>
              <a:ext uri="{FF2B5EF4-FFF2-40B4-BE49-F238E27FC236}">
                <a16:creationId xmlns:a16="http://schemas.microsoft.com/office/drawing/2014/main" id="{44BE5BBF-3BEA-BC36-7C83-BC432ABA750C}"/>
              </a:ext>
            </a:extLst>
          </p:cNvPr>
          <p:cNvSpPr txBox="1">
            <a:spLocks noChangeArrowheads="1"/>
          </p:cNvSpPr>
          <p:nvPr/>
        </p:nvSpPr>
        <p:spPr bwMode="auto">
          <a:xfrm>
            <a:off x="387350" y="381000"/>
            <a:ext cx="1665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b="1"/>
              <a:t>Figure 10.11</a:t>
            </a:r>
          </a:p>
        </p:txBody>
      </p:sp>
      <p:sp>
        <p:nvSpPr>
          <p:cNvPr id="72707" name="Text Box 3">
            <a:extLst>
              <a:ext uri="{FF2B5EF4-FFF2-40B4-BE49-F238E27FC236}">
                <a16:creationId xmlns:a16="http://schemas.microsoft.com/office/drawing/2014/main" id="{A5AA362E-8441-8F42-D227-76D4396BC651}"/>
              </a:ext>
            </a:extLst>
          </p:cNvPr>
          <p:cNvSpPr txBox="1">
            <a:spLocks noChangeArrowheads="1"/>
          </p:cNvSpPr>
          <p:nvPr/>
        </p:nvSpPr>
        <p:spPr bwMode="auto">
          <a:xfrm>
            <a:off x="2209800" y="381000"/>
            <a:ext cx="6629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b="1"/>
              <a:t>The four steps in converting a molecular formula to a molecular shape</a:t>
            </a:r>
          </a:p>
        </p:txBody>
      </p:sp>
      <p:sp>
        <p:nvSpPr>
          <p:cNvPr id="117764" name="AutoShape 4">
            <a:extLst>
              <a:ext uri="{FF2B5EF4-FFF2-40B4-BE49-F238E27FC236}">
                <a16:creationId xmlns:a16="http://schemas.microsoft.com/office/drawing/2014/main" id="{BA9DC3B7-73A6-3E0F-2FB9-8E0667AFF7A4}"/>
              </a:ext>
            </a:extLst>
          </p:cNvPr>
          <p:cNvSpPr>
            <a:spLocks noChangeArrowheads="1"/>
          </p:cNvSpPr>
          <p:nvPr/>
        </p:nvSpPr>
        <p:spPr bwMode="auto">
          <a:xfrm>
            <a:off x="381000" y="1295400"/>
            <a:ext cx="1447800" cy="796925"/>
          </a:xfrm>
          <a:prstGeom prst="roundRect">
            <a:avLst>
              <a:gd name="adj" fmla="val 16667"/>
            </a:avLst>
          </a:prstGeom>
          <a:solidFill>
            <a:srgbClr val="99CCFF">
              <a:alpha val="39999"/>
            </a:srgbClr>
          </a:solidFill>
          <a:ln w="28575">
            <a:solidFill>
              <a:srgbClr val="99CCFF"/>
            </a:solidFill>
            <a:round/>
            <a:headEnd/>
            <a:tailEnd/>
          </a:ln>
        </p:spPr>
        <p:txBody>
          <a:bodyPr lIns="45720" rIns="45720" anchor="ct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b="1"/>
              <a:t>Molecular Formula</a:t>
            </a:r>
          </a:p>
        </p:txBody>
      </p:sp>
      <p:grpSp>
        <p:nvGrpSpPr>
          <p:cNvPr id="2" name="Group 43">
            <a:extLst>
              <a:ext uri="{FF2B5EF4-FFF2-40B4-BE49-F238E27FC236}">
                <a16:creationId xmlns:a16="http://schemas.microsoft.com/office/drawing/2014/main" id="{39F7CCA2-4877-B835-8C1B-6F5A903CA9E2}"/>
              </a:ext>
            </a:extLst>
          </p:cNvPr>
          <p:cNvGrpSpPr>
            <a:grpSpLocks/>
          </p:cNvGrpSpPr>
          <p:nvPr/>
        </p:nvGrpSpPr>
        <p:grpSpPr bwMode="auto">
          <a:xfrm>
            <a:off x="2743200" y="2209800"/>
            <a:ext cx="4114800" cy="2200275"/>
            <a:chOff x="1728" y="1392"/>
            <a:chExt cx="2592" cy="1386"/>
          </a:xfrm>
        </p:grpSpPr>
        <p:sp>
          <p:nvSpPr>
            <p:cNvPr id="72727" name="AutoShape 8">
              <a:extLst>
                <a:ext uri="{FF2B5EF4-FFF2-40B4-BE49-F238E27FC236}">
                  <a16:creationId xmlns:a16="http://schemas.microsoft.com/office/drawing/2014/main" id="{FD159DE8-7A49-F884-D9B5-6F223DA93417}"/>
                </a:ext>
              </a:extLst>
            </p:cNvPr>
            <p:cNvSpPr>
              <a:spLocks noChangeArrowheads="1"/>
            </p:cNvSpPr>
            <p:nvPr/>
          </p:nvSpPr>
          <p:spPr bwMode="auto">
            <a:xfrm rot="5400000">
              <a:off x="1992" y="1608"/>
              <a:ext cx="432" cy="480"/>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50 w 21600"/>
                <a:gd name="T13" fmla="*/ 2925 h 21600"/>
                <a:gd name="T14" fmla="*/ 18250 w 21600"/>
                <a:gd name="T15" fmla="*/ 9225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72728" name="Text Box 14">
              <a:extLst>
                <a:ext uri="{FF2B5EF4-FFF2-40B4-BE49-F238E27FC236}">
                  <a16:creationId xmlns:a16="http://schemas.microsoft.com/office/drawing/2014/main" id="{7FED360E-3448-2CB5-FC33-B711EAA4DC10}"/>
                </a:ext>
              </a:extLst>
            </p:cNvPr>
            <p:cNvSpPr txBox="1">
              <a:spLocks noChangeArrowheads="1"/>
            </p:cNvSpPr>
            <p:nvPr/>
          </p:nvSpPr>
          <p:spPr bwMode="auto">
            <a:xfrm>
              <a:off x="2544" y="1392"/>
              <a:ext cx="177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800" i="1"/>
                <a:t>Count </a:t>
              </a:r>
              <a:r>
                <a:rPr lang="en-US" altLang="en-US" sz="1800" b="1" i="1"/>
                <a:t>all</a:t>
              </a:r>
              <a:r>
                <a:rPr lang="en-US" altLang="en-US" sz="1800" i="1"/>
                <a:t> e</a:t>
              </a:r>
              <a:r>
                <a:rPr lang="en-US" altLang="en-US" sz="1800" i="1" baseline="30000"/>
                <a:t>-</a:t>
              </a:r>
              <a:r>
                <a:rPr lang="en-US" altLang="en-US" sz="1800" i="1"/>
                <a:t> groups around central atom (A).</a:t>
              </a:r>
            </a:p>
          </p:txBody>
        </p:sp>
        <p:sp>
          <p:nvSpPr>
            <p:cNvPr id="72729" name="Rectangle 15">
              <a:extLst>
                <a:ext uri="{FF2B5EF4-FFF2-40B4-BE49-F238E27FC236}">
                  <a16:creationId xmlns:a16="http://schemas.microsoft.com/office/drawing/2014/main" id="{40CBA22C-B34A-05C9-8771-C5EDADF77EAE}"/>
                </a:ext>
              </a:extLst>
            </p:cNvPr>
            <p:cNvSpPr>
              <a:spLocks noChangeArrowheads="1"/>
            </p:cNvSpPr>
            <p:nvPr/>
          </p:nvSpPr>
          <p:spPr bwMode="auto">
            <a:xfrm>
              <a:off x="2016" y="1392"/>
              <a:ext cx="5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b="1"/>
                <a:t>Step 2</a:t>
              </a:r>
              <a:endParaRPr lang="en-US" altLang="en-US" sz="2000"/>
            </a:p>
          </p:txBody>
        </p:sp>
        <p:sp>
          <p:nvSpPr>
            <p:cNvPr id="72730" name="AutoShape 17">
              <a:extLst>
                <a:ext uri="{FF2B5EF4-FFF2-40B4-BE49-F238E27FC236}">
                  <a16:creationId xmlns:a16="http://schemas.microsoft.com/office/drawing/2014/main" id="{F829D03E-B05F-C720-CCA3-87F733CFA8EE}"/>
                </a:ext>
              </a:extLst>
            </p:cNvPr>
            <p:cNvSpPr>
              <a:spLocks noChangeArrowheads="1"/>
            </p:cNvSpPr>
            <p:nvPr/>
          </p:nvSpPr>
          <p:spPr bwMode="auto">
            <a:xfrm>
              <a:off x="1728" y="2064"/>
              <a:ext cx="1162" cy="714"/>
            </a:xfrm>
            <a:prstGeom prst="roundRect">
              <a:avLst>
                <a:gd name="adj" fmla="val 16667"/>
              </a:avLst>
            </a:prstGeom>
            <a:solidFill>
              <a:srgbClr val="99CCFF">
                <a:alpha val="39999"/>
              </a:srgbClr>
            </a:solidFill>
            <a:ln w="28575">
              <a:solidFill>
                <a:srgbClr val="99CCFF"/>
              </a:solidFill>
              <a:round/>
              <a:headEnd/>
              <a:tailEnd/>
            </a:ln>
          </p:spPr>
          <p:txBody>
            <a:bodyPr lIns="45720" rIns="45720" anchor="ct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b="1"/>
                <a:t>Electron-group arrangement</a:t>
              </a:r>
            </a:p>
          </p:txBody>
        </p:sp>
      </p:grpSp>
      <p:grpSp>
        <p:nvGrpSpPr>
          <p:cNvPr id="3" name="Group 42">
            <a:extLst>
              <a:ext uri="{FF2B5EF4-FFF2-40B4-BE49-F238E27FC236}">
                <a16:creationId xmlns:a16="http://schemas.microsoft.com/office/drawing/2014/main" id="{CF60D234-BB3A-0F17-4F4B-F1C4732C5019}"/>
              </a:ext>
            </a:extLst>
          </p:cNvPr>
          <p:cNvGrpSpPr>
            <a:grpSpLocks/>
          </p:cNvGrpSpPr>
          <p:nvPr/>
        </p:nvGrpSpPr>
        <p:grpSpPr bwMode="auto">
          <a:xfrm>
            <a:off x="5410200" y="4267200"/>
            <a:ext cx="3581400" cy="2168525"/>
            <a:chOff x="3408" y="2688"/>
            <a:chExt cx="2256" cy="1366"/>
          </a:xfrm>
        </p:grpSpPr>
        <p:sp>
          <p:nvSpPr>
            <p:cNvPr id="72722" name="AutoShape 25">
              <a:extLst>
                <a:ext uri="{FF2B5EF4-FFF2-40B4-BE49-F238E27FC236}">
                  <a16:creationId xmlns:a16="http://schemas.microsoft.com/office/drawing/2014/main" id="{2E154AF7-830C-9196-05F0-8724A72338AA}"/>
                </a:ext>
              </a:extLst>
            </p:cNvPr>
            <p:cNvSpPr>
              <a:spLocks noChangeArrowheads="1"/>
            </p:cNvSpPr>
            <p:nvPr/>
          </p:nvSpPr>
          <p:spPr bwMode="auto">
            <a:xfrm rot="5400000">
              <a:off x="3720" y="3096"/>
              <a:ext cx="432" cy="480"/>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50 w 21600"/>
                <a:gd name="T13" fmla="*/ 2925 h 21600"/>
                <a:gd name="T14" fmla="*/ 18250 w 21600"/>
                <a:gd name="T15" fmla="*/ 9225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72723" name="AutoShape 28">
              <a:extLst>
                <a:ext uri="{FF2B5EF4-FFF2-40B4-BE49-F238E27FC236}">
                  <a16:creationId xmlns:a16="http://schemas.microsoft.com/office/drawing/2014/main" id="{D311607C-34EA-6D07-62FD-785D1CB39C28}"/>
                </a:ext>
              </a:extLst>
            </p:cNvPr>
            <p:cNvSpPr>
              <a:spLocks noChangeArrowheads="1"/>
            </p:cNvSpPr>
            <p:nvPr/>
          </p:nvSpPr>
          <p:spPr bwMode="auto">
            <a:xfrm>
              <a:off x="3408" y="3552"/>
              <a:ext cx="1420" cy="502"/>
            </a:xfrm>
            <a:prstGeom prst="roundRect">
              <a:avLst>
                <a:gd name="adj" fmla="val 16667"/>
              </a:avLst>
            </a:prstGeom>
            <a:solidFill>
              <a:srgbClr val="339966">
                <a:alpha val="20000"/>
              </a:srgbClr>
            </a:solidFill>
            <a:ln w="28575">
              <a:solidFill>
                <a:srgbClr val="339966"/>
              </a:solidFill>
              <a:round/>
              <a:headEnd/>
              <a:tailEnd/>
            </a:ln>
          </p:spPr>
          <p:txBody>
            <a:bodyPr lIns="45720" rIns="45720" anchor="ct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b="1"/>
                <a:t>Molecular shape</a:t>
              </a:r>
            </a:p>
            <a:p>
              <a:pPr algn="ctr"/>
              <a:r>
                <a:rPr lang="en-US" altLang="en-US" sz="2000" b="1"/>
                <a:t>(AX</a:t>
              </a:r>
              <a:r>
                <a:rPr lang="en-US" altLang="en-US" sz="2000" b="1" i="1" baseline="-25000"/>
                <a:t>m</a:t>
              </a:r>
              <a:r>
                <a:rPr lang="en-US" altLang="en-US" sz="2000" b="1"/>
                <a:t>E</a:t>
              </a:r>
              <a:r>
                <a:rPr lang="en-US" altLang="en-US" sz="2000" b="1" i="1" baseline="-25000"/>
                <a:t>n</a:t>
              </a:r>
              <a:r>
                <a:rPr lang="en-US" altLang="en-US" sz="2000" b="1"/>
                <a:t>)</a:t>
              </a:r>
            </a:p>
          </p:txBody>
        </p:sp>
        <p:grpSp>
          <p:nvGrpSpPr>
            <p:cNvPr id="72724" name="Group 38">
              <a:extLst>
                <a:ext uri="{FF2B5EF4-FFF2-40B4-BE49-F238E27FC236}">
                  <a16:creationId xmlns:a16="http://schemas.microsoft.com/office/drawing/2014/main" id="{209730E8-BB8C-D6E5-1023-6D01B8644C55}"/>
                </a:ext>
              </a:extLst>
            </p:cNvPr>
            <p:cNvGrpSpPr>
              <a:grpSpLocks/>
            </p:cNvGrpSpPr>
            <p:nvPr/>
          </p:nvGrpSpPr>
          <p:grpSpPr bwMode="auto">
            <a:xfrm>
              <a:off x="3504" y="2688"/>
              <a:ext cx="2160" cy="587"/>
              <a:chOff x="3600" y="2822"/>
              <a:chExt cx="2160" cy="587"/>
            </a:xfrm>
          </p:grpSpPr>
          <p:sp>
            <p:nvSpPr>
              <p:cNvPr id="72725" name="Rectangle 31">
                <a:extLst>
                  <a:ext uri="{FF2B5EF4-FFF2-40B4-BE49-F238E27FC236}">
                    <a16:creationId xmlns:a16="http://schemas.microsoft.com/office/drawing/2014/main" id="{B795B4CB-775F-7A88-B979-6C1DA2DB9CD4}"/>
                  </a:ext>
                </a:extLst>
              </p:cNvPr>
              <p:cNvSpPr>
                <a:spLocks noChangeArrowheads="1"/>
              </p:cNvSpPr>
              <p:nvPr/>
            </p:nvSpPr>
            <p:spPr bwMode="auto">
              <a:xfrm>
                <a:off x="3600" y="2822"/>
                <a:ext cx="5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b="1"/>
                  <a:t>Step 4</a:t>
                </a:r>
                <a:endParaRPr lang="en-US" altLang="en-US" sz="2000"/>
              </a:p>
            </p:txBody>
          </p:sp>
          <p:sp>
            <p:nvSpPr>
              <p:cNvPr id="72726" name="Text Box 32">
                <a:extLst>
                  <a:ext uri="{FF2B5EF4-FFF2-40B4-BE49-F238E27FC236}">
                    <a16:creationId xmlns:a16="http://schemas.microsoft.com/office/drawing/2014/main" id="{1B357B5B-901A-BFA9-2706-8119EEBCCB1E}"/>
                  </a:ext>
                </a:extLst>
              </p:cNvPr>
              <p:cNvSpPr txBox="1">
                <a:spLocks noChangeArrowheads="1"/>
              </p:cNvSpPr>
              <p:nvPr/>
            </p:nvSpPr>
            <p:spPr bwMode="auto">
              <a:xfrm>
                <a:off x="4128" y="2832"/>
                <a:ext cx="1632"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800" i="1"/>
                  <a:t>Count bonding and nonbonding e</a:t>
                </a:r>
                <a:r>
                  <a:rPr lang="en-US" altLang="en-US" sz="1800" i="1" baseline="30000"/>
                  <a:t>-</a:t>
                </a:r>
                <a:r>
                  <a:rPr lang="en-US" altLang="en-US" sz="1800" i="1"/>
                  <a:t> groups separately.</a:t>
                </a:r>
              </a:p>
            </p:txBody>
          </p:sp>
        </p:grpSp>
      </p:grpSp>
      <p:grpSp>
        <p:nvGrpSpPr>
          <p:cNvPr id="5" name="Group 39">
            <a:extLst>
              <a:ext uri="{FF2B5EF4-FFF2-40B4-BE49-F238E27FC236}">
                <a16:creationId xmlns:a16="http://schemas.microsoft.com/office/drawing/2014/main" id="{E3FFB04E-4944-B41B-BC98-175C89D7E13C}"/>
              </a:ext>
            </a:extLst>
          </p:cNvPr>
          <p:cNvGrpSpPr>
            <a:grpSpLocks/>
          </p:cNvGrpSpPr>
          <p:nvPr/>
        </p:nvGrpSpPr>
        <p:grpSpPr bwMode="auto">
          <a:xfrm>
            <a:off x="1600200" y="1219200"/>
            <a:ext cx="3886200" cy="1863725"/>
            <a:chOff x="1008" y="768"/>
            <a:chExt cx="2448" cy="1174"/>
          </a:xfrm>
        </p:grpSpPr>
        <p:sp>
          <p:nvSpPr>
            <p:cNvPr id="72717" name="AutoShape 7">
              <a:extLst>
                <a:ext uri="{FF2B5EF4-FFF2-40B4-BE49-F238E27FC236}">
                  <a16:creationId xmlns:a16="http://schemas.microsoft.com/office/drawing/2014/main" id="{44941433-CD03-B500-BCFA-8C54D42780E8}"/>
                </a:ext>
              </a:extLst>
            </p:cNvPr>
            <p:cNvSpPr>
              <a:spLocks noChangeArrowheads="1"/>
            </p:cNvSpPr>
            <p:nvPr/>
          </p:nvSpPr>
          <p:spPr bwMode="auto">
            <a:xfrm>
              <a:off x="1008" y="1440"/>
              <a:ext cx="950" cy="502"/>
            </a:xfrm>
            <a:prstGeom prst="roundRect">
              <a:avLst>
                <a:gd name="adj" fmla="val 16667"/>
              </a:avLst>
            </a:prstGeom>
            <a:solidFill>
              <a:srgbClr val="99CCFF">
                <a:alpha val="39999"/>
              </a:srgbClr>
            </a:solidFill>
            <a:ln w="28575">
              <a:solidFill>
                <a:srgbClr val="99CCFF"/>
              </a:solidFill>
              <a:round/>
              <a:headEnd/>
              <a:tailEnd/>
            </a:ln>
          </p:spPr>
          <p:txBody>
            <a:bodyPr lIns="45720" rIns="45720" anchor="ct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b="1"/>
                <a:t>Lewis structure</a:t>
              </a:r>
            </a:p>
          </p:txBody>
        </p:sp>
        <p:grpSp>
          <p:nvGrpSpPr>
            <p:cNvPr id="72718" name="Group 35">
              <a:extLst>
                <a:ext uri="{FF2B5EF4-FFF2-40B4-BE49-F238E27FC236}">
                  <a16:creationId xmlns:a16="http://schemas.microsoft.com/office/drawing/2014/main" id="{B101652F-DEBF-6112-22B6-DFF958B2FE7F}"/>
                </a:ext>
              </a:extLst>
            </p:cNvPr>
            <p:cNvGrpSpPr>
              <a:grpSpLocks/>
            </p:cNvGrpSpPr>
            <p:nvPr/>
          </p:nvGrpSpPr>
          <p:grpSpPr bwMode="auto">
            <a:xfrm>
              <a:off x="1152" y="768"/>
              <a:ext cx="2304" cy="250"/>
              <a:chOff x="1152" y="768"/>
              <a:chExt cx="2304" cy="250"/>
            </a:xfrm>
          </p:grpSpPr>
          <p:sp>
            <p:nvSpPr>
              <p:cNvPr id="72720" name="Text Box 10">
                <a:extLst>
                  <a:ext uri="{FF2B5EF4-FFF2-40B4-BE49-F238E27FC236}">
                    <a16:creationId xmlns:a16="http://schemas.microsoft.com/office/drawing/2014/main" id="{CCA7FB41-F843-36F3-2704-C2996F8D518A}"/>
                  </a:ext>
                </a:extLst>
              </p:cNvPr>
              <p:cNvSpPr txBox="1">
                <a:spLocks noChangeArrowheads="1"/>
              </p:cNvSpPr>
              <p:nvPr/>
            </p:nvSpPr>
            <p:spPr bwMode="auto">
              <a:xfrm>
                <a:off x="1776" y="777"/>
                <a:ext cx="16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800" i="1"/>
                  <a:t>Draw Lewis structure.</a:t>
                </a:r>
              </a:p>
            </p:txBody>
          </p:sp>
          <p:sp>
            <p:nvSpPr>
              <p:cNvPr id="72721" name="Rectangle 11">
                <a:extLst>
                  <a:ext uri="{FF2B5EF4-FFF2-40B4-BE49-F238E27FC236}">
                    <a16:creationId xmlns:a16="http://schemas.microsoft.com/office/drawing/2014/main" id="{564E5683-2C7E-E029-4170-E495E5BE49B1}"/>
                  </a:ext>
                </a:extLst>
              </p:cNvPr>
              <p:cNvSpPr>
                <a:spLocks noChangeArrowheads="1"/>
              </p:cNvSpPr>
              <p:nvPr/>
            </p:nvSpPr>
            <p:spPr bwMode="auto">
              <a:xfrm>
                <a:off x="1152" y="768"/>
                <a:ext cx="5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b="1"/>
                  <a:t>Step 1</a:t>
                </a:r>
                <a:endParaRPr lang="en-US" altLang="en-US" sz="2000"/>
              </a:p>
            </p:txBody>
          </p:sp>
        </p:grpSp>
        <p:sp>
          <p:nvSpPr>
            <p:cNvPr id="72719" name="AutoShape 33">
              <a:extLst>
                <a:ext uri="{FF2B5EF4-FFF2-40B4-BE49-F238E27FC236}">
                  <a16:creationId xmlns:a16="http://schemas.microsoft.com/office/drawing/2014/main" id="{6800E326-405B-559C-D019-8C8E3C67C485}"/>
                </a:ext>
              </a:extLst>
            </p:cNvPr>
            <p:cNvSpPr>
              <a:spLocks noChangeArrowheads="1"/>
            </p:cNvSpPr>
            <p:nvPr/>
          </p:nvSpPr>
          <p:spPr bwMode="auto">
            <a:xfrm rot="5400000">
              <a:off x="1176" y="984"/>
              <a:ext cx="432" cy="480"/>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50 w 21600"/>
                <a:gd name="T13" fmla="*/ 2925 h 21600"/>
                <a:gd name="T14" fmla="*/ 18250 w 21600"/>
                <a:gd name="T15" fmla="*/ 9225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grpSp>
      <p:grpSp>
        <p:nvGrpSpPr>
          <p:cNvPr id="7" name="Group 44">
            <a:extLst>
              <a:ext uri="{FF2B5EF4-FFF2-40B4-BE49-F238E27FC236}">
                <a16:creationId xmlns:a16="http://schemas.microsoft.com/office/drawing/2014/main" id="{EB3ED952-C6BD-3307-C1C9-3704E0F52979}"/>
              </a:ext>
            </a:extLst>
          </p:cNvPr>
          <p:cNvGrpSpPr>
            <a:grpSpLocks/>
          </p:cNvGrpSpPr>
          <p:nvPr/>
        </p:nvGrpSpPr>
        <p:grpSpPr bwMode="auto">
          <a:xfrm>
            <a:off x="4343400" y="3352800"/>
            <a:ext cx="4267200" cy="2092325"/>
            <a:chOff x="2736" y="2112"/>
            <a:chExt cx="2688" cy="1318"/>
          </a:xfrm>
        </p:grpSpPr>
        <p:sp>
          <p:nvSpPr>
            <p:cNvPr id="72713" name="Text Box 21">
              <a:extLst>
                <a:ext uri="{FF2B5EF4-FFF2-40B4-BE49-F238E27FC236}">
                  <a16:creationId xmlns:a16="http://schemas.microsoft.com/office/drawing/2014/main" id="{BE977491-5823-9239-1BD7-4762E08481A2}"/>
                </a:ext>
              </a:extLst>
            </p:cNvPr>
            <p:cNvSpPr txBox="1">
              <a:spLocks noChangeArrowheads="1"/>
            </p:cNvSpPr>
            <p:nvPr/>
          </p:nvSpPr>
          <p:spPr bwMode="auto">
            <a:xfrm>
              <a:off x="3552" y="2112"/>
              <a:ext cx="187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800" i="1"/>
                <a:t>Note positions of any lone pairs and double bonds.</a:t>
              </a:r>
            </a:p>
          </p:txBody>
        </p:sp>
        <p:sp>
          <p:nvSpPr>
            <p:cNvPr id="72714" name="Rectangle 22">
              <a:extLst>
                <a:ext uri="{FF2B5EF4-FFF2-40B4-BE49-F238E27FC236}">
                  <a16:creationId xmlns:a16="http://schemas.microsoft.com/office/drawing/2014/main" id="{C527AC0E-9D84-7735-A674-1BDE074E707C}"/>
                </a:ext>
              </a:extLst>
            </p:cNvPr>
            <p:cNvSpPr>
              <a:spLocks noChangeArrowheads="1"/>
            </p:cNvSpPr>
            <p:nvPr/>
          </p:nvSpPr>
          <p:spPr bwMode="auto">
            <a:xfrm>
              <a:off x="2976" y="2112"/>
              <a:ext cx="5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b="1"/>
                <a:t>Step 3</a:t>
              </a:r>
              <a:endParaRPr lang="en-US" altLang="en-US" sz="2000"/>
            </a:p>
          </p:txBody>
        </p:sp>
        <p:sp>
          <p:nvSpPr>
            <p:cNvPr id="72715" name="AutoShape 24">
              <a:extLst>
                <a:ext uri="{FF2B5EF4-FFF2-40B4-BE49-F238E27FC236}">
                  <a16:creationId xmlns:a16="http://schemas.microsoft.com/office/drawing/2014/main" id="{605A68C0-C61F-59F0-6970-0B3507A8DD59}"/>
                </a:ext>
              </a:extLst>
            </p:cNvPr>
            <p:cNvSpPr>
              <a:spLocks noChangeArrowheads="1"/>
            </p:cNvSpPr>
            <p:nvPr/>
          </p:nvSpPr>
          <p:spPr bwMode="auto">
            <a:xfrm>
              <a:off x="2736" y="2928"/>
              <a:ext cx="960" cy="502"/>
            </a:xfrm>
            <a:prstGeom prst="roundRect">
              <a:avLst>
                <a:gd name="adj" fmla="val 16667"/>
              </a:avLst>
            </a:prstGeom>
            <a:solidFill>
              <a:srgbClr val="99CCFF">
                <a:alpha val="39999"/>
              </a:srgbClr>
            </a:solidFill>
            <a:ln w="28575">
              <a:solidFill>
                <a:srgbClr val="99CCFF"/>
              </a:solidFill>
              <a:round/>
              <a:headEnd/>
              <a:tailEnd/>
            </a:ln>
          </p:spPr>
          <p:txBody>
            <a:bodyPr lIns="45720" rIns="45720" anchor="ct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b="1"/>
                <a:t>Bond angles</a:t>
              </a:r>
            </a:p>
          </p:txBody>
        </p:sp>
        <p:sp>
          <p:nvSpPr>
            <p:cNvPr id="72716" name="AutoShape 34">
              <a:extLst>
                <a:ext uri="{FF2B5EF4-FFF2-40B4-BE49-F238E27FC236}">
                  <a16:creationId xmlns:a16="http://schemas.microsoft.com/office/drawing/2014/main" id="{D724C1F1-A854-D054-3C2E-F71470F4E1A1}"/>
                </a:ext>
              </a:extLst>
            </p:cNvPr>
            <p:cNvSpPr>
              <a:spLocks noChangeArrowheads="1"/>
            </p:cNvSpPr>
            <p:nvPr/>
          </p:nvSpPr>
          <p:spPr bwMode="auto">
            <a:xfrm rot="5400000">
              <a:off x="2832" y="2400"/>
              <a:ext cx="576" cy="480"/>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13 w 21600"/>
                <a:gd name="T13" fmla="*/ 2925 h 21600"/>
                <a:gd name="T14" fmla="*/ 18225 w 21600"/>
                <a:gd name="T15" fmla="*/ 9225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117764"/>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5"/>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2"/>
                                        </p:tgtEl>
                                        <p:attrNameLst>
                                          <p:attrName>style.visibility</p:attrName>
                                        </p:attrNameLst>
                                      </p:cBhvr>
                                      <p:to>
                                        <p:strVal val="visible"/>
                                      </p:to>
                                    </p:set>
                                  </p:childTnLst>
                                </p:cTn>
                              </p:par>
                            </p:childTnLst>
                          </p:cTn>
                        </p:par>
                        <p:par>
                          <p:cTn id="13" fill="hold" nodeType="afterGroup">
                            <p:stCondLst>
                              <p:cond delay="3000"/>
                            </p:stCondLst>
                            <p:childTnLst>
                              <p:par>
                                <p:cTn id="14" presetID="1" presetClass="entr" presetSubtype="0" fill="hold" nodeType="afterEffect">
                                  <p:stCondLst>
                                    <p:cond delay="1000"/>
                                  </p:stCondLst>
                                  <p:childTnLst>
                                    <p:set>
                                      <p:cBhvr>
                                        <p:cTn id="15" dur="1" fill="hold">
                                          <p:stCondLst>
                                            <p:cond delay="0"/>
                                          </p:stCondLst>
                                        </p:cTn>
                                        <p:tgtEl>
                                          <p:spTgt spid="7"/>
                                        </p:tgtEl>
                                        <p:attrNameLst>
                                          <p:attrName>style.visibility</p:attrName>
                                        </p:attrNameLst>
                                      </p:cBhvr>
                                      <p:to>
                                        <p:strVal val="visible"/>
                                      </p:to>
                                    </p:set>
                                  </p:childTnLst>
                                </p:cTn>
                              </p:par>
                            </p:childTnLst>
                          </p:cTn>
                        </p:par>
                        <p:par>
                          <p:cTn id="16" fill="hold" nodeType="afterGroup">
                            <p:stCondLst>
                              <p:cond delay="4000"/>
                            </p:stCondLst>
                            <p:childTnLst>
                              <p:par>
                                <p:cTn id="17" presetID="1" presetClass="entr" presetSubtype="0" fill="hold" nodeType="afterEffect">
                                  <p:stCondLst>
                                    <p:cond delay="100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4"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A71FF46B-7005-E542-E954-094D927DC839}"/>
              </a:ext>
            </a:extLst>
          </p:cNvPr>
          <p:cNvSpPr>
            <a:spLocks noGrp="1" noChangeArrowheads="1"/>
          </p:cNvSpPr>
          <p:nvPr>
            <p:ph type="title" idx="4294967295"/>
          </p:nvPr>
        </p:nvSpPr>
        <p:spPr>
          <a:xfrm>
            <a:off x="703263" y="0"/>
            <a:ext cx="7772400"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4000">
                <a:effectLst/>
              </a:rPr>
              <a:t>The Shapes of Molecules</a:t>
            </a:r>
          </a:p>
        </p:txBody>
      </p:sp>
      <p:sp>
        <p:nvSpPr>
          <p:cNvPr id="301059" name="Rectangle 3">
            <a:extLst>
              <a:ext uri="{FF2B5EF4-FFF2-40B4-BE49-F238E27FC236}">
                <a16:creationId xmlns:a16="http://schemas.microsoft.com/office/drawing/2014/main" id="{F5559CD3-D37C-B3D5-BC99-966999732A43}"/>
              </a:ext>
            </a:extLst>
          </p:cNvPr>
          <p:cNvSpPr>
            <a:spLocks noGrp="1" noChangeArrowheads="1"/>
          </p:cNvSpPr>
          <p:nvPr>
            <p:ph type="body" idx="4294967295"/>
          </p:nvPr>
        </p:nvSpPr>
        <p:spPr>
          <a:xfrm>
            <a:off x="398463" y="1371600"/>
            <a:ext cx="8382000" cy="4114800"/>
          </a:xfrm>
        </p:spPr>
        <p:txBody>
          <a:bodyPr/>
          <a:lstStyle/>
          <a:p>
            <a:pPr marL="0" indent="0">
              <a:lnSpc>
                <a:spcPct val="90000"/>
              </a:lnSpc>
              <a:buFont typeface="Monotype Sorts" pitchFamily="2" charset="2"/>
              <a:buNone/>
            </a:pPr>
            <a:r>
              <a:rPr lang="en-US" altLang="en-US"/>
              <a:t>The shape of a 2-atom compound is always linear.</a:t>
            </a:r>
          </a:p>
          <a:p>
            <a:pPr marL="0" indent="0">
              <a:lnSpc>
                <a:spcPct val="90000"/>
              </a:lnSpc>
              <a:buFont typeface="Monotype Sorts" pitchFamily="2" charset="2"/>
              <a:buNone/>
            </a:pPr>
            <a:r>
              <a:rPr lang="en-US" altLang="en-US"/>
              <a:t>With 3 or more atoms, the geometries 	(</a:t>
            </a:r>
            <a:r>
              <a:rPr lang="en-US" altLang="en-US">
                <a:solidFill>
                  <a:srgbClr val="00FF00"/>
                </a:solidFill>
              </a:rPr>
              <a:t>bond angles</a:t>
            </a:r>
            <a:r>
              <a:rPr lang="en-US" altLang="en-US"/>
              <a:t>) are determined by analyzing...</a:t>
            </a:r>
          </a:p>
          <a:p>
            <a:pPr marL="0" indent="0">
              <a:lnSpc>
                <a:spcPct val="90000"/>
              </a:lnSpc>
              <a:buFont typeface="Monotype Sorts" pitchFamily="2" charset="2"/>
              <a:buNone/>
            </a:pPr>
            <a:r>
              <a:rPr lang="en-US" altLang="en-US">
                <a:solidFill>
                  <a:schemeClr val="accent1"/>
                </a:solidFill>
              </a:rPr>
              <a:t>	- How many </a:t>
            </a:r>
            <a:r>
              <a:rPr lang="en-US" altLang="en-US">
                <a:solidFill>
                  <a:schemeClr val="hlink"/>
                </a:solidFill>
              </a:rPr>
              <a:t>regions</a:t>
            </a:r>
            <a:r>
              <a:rPr lang="en-US" altLang="en-US">
                <a:solidFill>
                  <a:schemeClr val="accent1"/>
                </a:solidFill>
              </a:rPr>
              <a:t> of electron density </a:t>
            </a:r>
            <a:r>
              <a:rPr lang="en-US" altLang="en-US">
                <a:solidFill>
                  <a:schemeClr val="bg1"/>
                </a:solidFill>
              </a:rPr>
              <a:t>……</a:t>
            </a:r>
            <a:r>
              <a:rPr lang="en-US" altLang="en-US">
                <a:solidFill>
                  <a:schemeClr val="hlink"/>
                </a:solidFill>
              </a:rPr>
              <a:t>central atoms</a:t>
            </a:r>
            <a:r>
              <a:rPr lang="en-US" altLang="en-US">
                <a:solidFill>
                  <a:schemeClr val="accent1"/>
                </a:solidFill>
              </a:rPr>
              <a:t> have, and</a:t>
            </a:r>
            <a:r>
              <a:rPr lang="en-US" altLang="en-US"/>
              <a:t> </a:t>
            </a:r>
          </a:p>
          <a:p>
            <a:pPr marL="0" indent="0">
              <a:lnSpc>
                <a:spcPct val="90000"/>
              </a:lnSpc>
              <a:buFont typeface="Monotype Sorts" pitchFamily="2" charset="2"/>
              <a:buNone/>
            </a:pPr>
            <a:r>
              <a:rPr lang="en-US" altLang="en-US">
                <a:solidFill>
                  <a:schemeClr val="accent1"/>
                </a:solidFill>
              </a:rPr>
              <a:t>	- How many of those </a:t>
            </a:r>
            <a:r>
              <a:rPr lang="en-US" altLang="en-US">
                <a:solidFill>
                  <a:schemeClr val="tx2"/>
                </a:solidFill>
              </a:rPr>
              <a:t>regions</a:t>
            </a:r>
            <a:r>
              <a:rPr lang="en-US" altLang="en-US">
                <a:solidFill>
                  <a:schemeClr val="accent1"/>
                </a:solidFill>
              </a:rPr>
              <a:t> are occupied </a:t>
            </a:r>
            <a:r>
              <a:rPr lang="en-US" altLang="en-US">
                <a:solidFill>
                  <a:schemeClr val="bg1"/>
                </a:solidFill>
              </a:rPr>
              <a:t>……</a:t>
            </a:r>
            <a:r>
              <a:rPr lang="en-US" altLang="en-US">
                <a:solidFill>
                  <a:schemeClr val="accent1"/>
                </a:solidFill>
              </a:rPr>
              <a:t>in </a:t>
            </a:r>
            <a:r>
              <a:rPr lang="en-US" altLang="en-US">
                <a:solidFill>
                  <a:schemeClr val="tx2"/>
                </a:solidFill>
              </a:rPr>
              <a:t>bonds</a:t>
            </a:r>
            <a:r>
              <a:rPr lang="en-US" altLang="en-US"/>
              <a:t> </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01059">
                                            <p:txEl>
                                              <p:pRg st="0" end="0"/>
                                            </p:txEl>
                                          </p:spTgt>
                                        </p:tgtEl>
                                        <p:attrNameLst>
                                          <p:attrName>style.visibility</p:attrName>
                                        </p:attrNameLst>
                                      </p:cBhvr>
                                      <p:to>
                                        <p:strVal val="visible"/>
                                      </p:to>
                                    </p:set>
                                    <p:anim calcmode="lin" valueType="num">
                                      <p:cBhvr>
                                        <p:cTn id="7" dur="500" fill="hold"/>
                                        <p:tgtEl>
                                          <p:spTgt spid="30105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0105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01059">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301059">
                                            <p:txEl>
                                              <p:pRg st="1" end="1"/>
                                            </p:txEl>
                                          </p:spTgt>
                                        </p:tgtEl>
                                        <p:attrNameLst>
                                          <p:attrName>style.visibility</p:attrName>
                                        </p:attrNameLst>
                                      </p:cBhvr>
                                      <p:to>
                                        <p:strVal val="visible"/>
                                      </p:to>
                                    </p:set>
                                    <p:animEffect transition="in" filter="dissolve">
                                      <p:cBhvr>
                                        <p:cTn id="14" dur="500"/>
                                        <p:tgtEl>
                                          <p:spTgt spid="301059">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301059">
                                            <p:txEl>
                                              <p:pRg st="2" end="2"/>
                                            </p:txEl>
                                          </p:spTgt>
                                        </p:tgtEl>
                                        <p:attrNameLst>
                                          <p:attrName>style.visibility</p:attrName>
                                        </p:attrNameLst>
                                      </p:cBhvr>
                                      <p:to>
                                        <p:strVal val="visible"/>
                                      </p:to>
                                    </p:set>
                                    <p:animEffect transition="in" filter="dissolve">
                                      <p:cBhvr>
                                        <p:cTn id="19" dur="500"/>
                                        <p:tgtEl>
                                          <p:spTgt spid="301059">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301059">
                                            <p:txEl>
                                              <p:pRg st="3" end="3"/>
                                            </p:txEl>
                                          </p:spTgt>
                                        </p:tgtEl>
                                        <p:attrNameLst>
                                          <p:attrName>style.visibility</p:attrName>
                                        </p:attrNameLst>
                                      </p:cBhvr>
                                      <p:to>
                                        <p:strVal val="visible"/>
                                      </p:to>
                                    </p:set>
                                    <p:animEffect transition="in" filter="dissolve">
                                      <p:cBhvr>
                                        <p:cTn id="24" dur="500"/>
                                        <p:tgtEl>
                                          <p:spTgt spid="3010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59"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BD79F-DCD1-D99E-26FE-ACEC5910DAA3}"/>
              </a:ext>
            </a:extLst>
          </p:cNvPr>
          <p:cNvSpPr>
            <a:spLocks noGrp="1"/>
          </p:cNvSpPr>
          <p:nvPr>
            <p:ph type="title"/>
          </p:nvPr>
        </p:nvSpPr>
        <p:spPr>
          <a:xfrm>
            <a:off x="457200" y="457200"/>
            <a:ext cx="8229600" cy="960438"/>
          </a:xfrm>
        </p:spPr>
        <p:txBody>
          <a:bodyPr rtlCol="0">
            <a:normAutofit fontScale="90000"/>
          </a:bodyPr>
          <a:lstStyle/>
          <a:p>
            <a:pPr eaLnBrk="1" fontAlgn="auto" hangingPunct="1">
              <a:spcAft>
                <a:spcPts val="0"/>
              </a:spcAft>
              <a:defRPr/>
            </a:pPr>
            <a:r>
              <a:rPr lang="en-US" sz="2800" b="1" u="sng" dirty="0">
                <a:latin typeface="Arial Narrow" pitchFamily="34" charset="0"/>
              </a:rPr>
              <a:t>Molecules in which the central atom has no lone pairs</a:t>
            </a:r>
            <a:br>
              <a:rPr lang="en-US" sz="2800" b="1" u="sng" dirty="0">
                <a:latin typeface="Arial Narrow" pitchFamily="34" charset="0"/>
              </a:rPr>
            </a:br>
            <a:br>
              <a:rPr lang="en-US" sz="2800" b="1" u="sng" dirty="0">
                <a:latin typeface="Arial Narrow" pitchFamily="34" charset="0"/>
              </a:rPr>
            </a:br>
            <a:r>
              <a:rPr lang="en-US" sz="2000" b="1" u="sng" dirty="0">
                <a:latin typeface="Arial Narrow" pitchFamily="34" charset="0"/>
              </a:rPr>
              <a:t>Beryllium Chloride</a:t>
            </a:r>
          </a:p>
        </p:txBody>
      </p:sp>
      <p:pic>
        <p:nvPicPr>
          <p:cNvPr id="76803" name="Picture 2">
            <a:extLst>
              <a:ext uri="{FF2B5EF4-FFF2-40B4-BE49-F238E27FC236}">
                <a16:creationId xmlns:a16="http://schemas.microsoft.com/office/drawing/2014/main" id="{6B25868D-BD14-8455-E833-00C1B86D43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8138" y="1549400"/>
            <a:ext cx="322103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4" name="Picture 3">
            <a:extLst>
              <a:ext uri="{FF2B5EF4-FFF2-40B4-BE49-F238E27FC236}">
                <a16:creationId xmlns:a16="http://schemas.microsoft.com/office/drawing/2014/main" id="{42A2D411-F224-F440-78B6-EE8FDD4804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4963" y="2555875"/>
            <a:ext cx="3221037"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9989" name="Title 1">
            <a:extLst>
              <a:ext uri="{FF2B5EF4-FFF2-40B4-BE49-F238E27FC236}">
                <a16:creationId xmlns:a16="http://schemas.microsoft.com/office/drawing/2014/main" id="{C144C481-2BFE-9639-8CFB-C65482FF5916}"/>
              </a:ext>
            </a:extLst>
          </p:cNvPr>
          <p:cNvSpPr txBox="1">
            <a:spLocks/>
          </p:cNvSpPr>
          <p:nvPr/>
        </p:nvSpPr>
        <p:spPr bwMode="auto">
          <a:xfrm>
            <a:off x="228600" y="3956050"/>
            <a:ext cx="8229600" cy="571500"/>
          </a:xfrm>
          <a:prstGeom prst="rect">
            <a:avLst/>
          </a:prstGeom>
          <a:noFill/>
          <a:ln w="9525">
            <a:noFill/>
            <a:miter lim="800000"/>
            <a:headEnd/>
            <a:tailEnd/>
          </a:ln>
        </p:spPr>
        <p:txBody>
          <a:bodyPr anchor="ctr"/>
          <a:lstStyle/>
          <a:p>
            <a:pPr algn="ctr" eaLnBrk="1" hangingPunct="1">
              <a:defRPr/>
            </a:pPr>
            <a:r>
              <a:rPr lang="en-US" sz="2000" b="1" u="sng">
                <a:solidFill>
                  <a:srgbClr val="FFFFFF"/>
                </a:solidFill>
                <a:latin typeface="Arial Narrow" pitchFamily="34" charset="0"/>
                <a:ea typeface="+mn-ea"/>
                <a:cs typeface="Arial" charset="0"/>
              </a:rPr>
              <a:t>Boron Trifluoride</a:t>
            </a:r>
            <a:r>
              <a:rPr lang="en-US" sz="2000" b="1">
                <a:solidFill>
                  <a:srgbClr val="FFFFFF"/>
                </a:solidFill>
                <a:latin typeface="Arial Narrow" pitchFamily="34" charset="0"/>
                <a:ea typeface="+mn-ea"/>
                <a:cs typeface="Arial" charset="0"/>
              </a:rPr>
              <a:t>                                       </a:t>
            </a:r>
            <a:r>
              <a:rPr lang="en-US" sz="2000" b="1" u="sng">
                <a:solidFill>
                  <a:srgbClr val="FFFFFF"/>
                </a:solidFill>
                <a:latin typeface="Arial Narrow" pitchFamily="34" charset="0"/>
                <a:ea typeface="+mn-ea"/>
                <a:cs typeface="Arial" charset="0"/>
              </a:rPr>
              <a:t>Methane</a:t>
            </a:r>
          </a:p>
        </p:txBody>
      </p:sp>
      <p:pic>
        <p:nvPicPr>
          <p:cNvPr id="76806" name="Picture 4">
            <a:extLst>
              <a:ext uri="{FF2B5EF4-FFF2-40B4-BE49-F238E27FC236}">
                <a16:creationId xmlns:a16="http://schemas.microsoft.com/office/drawing/2014/main" id="{9F918D8D-9886-AD6A-0780-FB773AA915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4572000"/>
            <a:ext cx="38735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7" name="Picture 5">
            <a:extLst>
              <a:ext uri="{FF2B5EF4-FFF2-40B4-BE49-F238E27FC236}">
                <a16:creationId xmlns:a16="http://schemas.microsoft.com/office/drawing/2014/main" id="{48ED5DEE-D7F0-D8A1-D54F-AFE4197855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89450" y="4551363"/>
            <a:ext cx="3816350" cy="184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8AAD6548-E887-2D11-3735-3F76C9861B9B}"/>
              </a:ext>
            </a:extLst>
          </p:cNvPr>
          <p:cNvSpPr>
            <a:spLocks noGrp="1"/>
          </p:cNvSpPr>
          <p:nvPr>
            <p:ph type="title"/>
          </p:nvPr>
        </p:nvSpPr>
        <p:spPr>
          <a:xfrm>
            <a:off x="457200" y="609600"/>
            <a:ext cx="8229600" cy="1143000"/>
          </a:xfrm>
        </p:spPr>
        <p:txBody>
          <a:bodyPr/>
          <a:lstStyle/>
          <a:p>
            <a:pPr eaLnBrk="1" hangingPunct="1">
              <a:defRPr/>
            </a:pPr>
            <a:r>
              <a:rPr lang="en-US" sz="3600" b="1" dirty="0">
                <a:latin typeface="+mn-lt"/>
              </a:rPr>
              <a:t>Hybridization- </a:t>
            </a:r>
            <a:r>
              <a:rPr lang="en-US" sz="3600" dirty="0">
                <a:latin typeface="+mn-lt"/>
              </a:rPr>
              <a:t>mixing of two or more atomic </a:t>
            </a:r>
            <a:r>
              <a:rPr lang="en-US" sz="3600" dirty="0" err="1">
                <a:latin typeface="+mn-lt"/>
              </a:rPr>
              <a:t>orbitals</a:t>
            </a:r>
            <a:r>
              <a:rPr lang="en-US" sz="3600" dirty="0">
                <a:latin typeface="+mn-lt"/>
              </a:rPr>
              <a:t> to form a new set of hybrid </a:t>
            </a:r>
            <a:r>
              <a:rPr lang="en-US" sz="3600" dirty="0" err="1">
                <a:latin typeface="+mn-lt"/>
              </a:rPr>
              <a:t>orbitals</a:t>
            </a:r>
            <a:endParaRPr lang="en-US" sz="3600" dirty="0">
              <a:latin typeface="+mn-lt"/>
            </a:endParaRPr>
          </a:p>
        </p:txBody>
      </p:sp>
      <p:sp>
        <p:nvSpPr>
          <p:cNvPr id="3" name="Content Placeholder 2">
            <a:extLst>
              <a:ext uri="{FF2B5EF4-FFF2-40B4-BE49-F238E27FC236}">
                <a16:creationId xmlns:a16="http://schemas.microsoft.com/office/drawing/2014/main" id="{6C4FA314-B195-DCDB-8191-A1DEAE229AEA}"/>
              </a:ext>
            </a:extLst>
          </p:cNvPr>
          <p:cNvSpPr>
            <a:spLocks noGrp="1"/>
          </p:cNvSpPr>
          <p:nvPr>
            <p:ph idx="1"/>
          </p:nvPr>
        </p:nvSpPr>
        <p:spPr>
          <a:xfrm>
            <a:off x="457200" y="1874838"/>
            <a:ext cx="8229600" cy="4525962"/>
          </a:xfrm>
        </p:spPr>
        <p:txBody>
          <a:bodyPr/>
          <a:lstStyle/>
          <a:p>
            <a:pPr algn="just" eaLnBrk="1" hangingPunct="1">
              <a:defRPr/>
            </a:pPr>
            <a:r>
              <a:rPr lang="en-US" sz="2400" dirty="0"/>
              <a:t>Mix at least 2 nonequivalent atomic orbitals (e.g. s and p.). Hybrid orbitals have very different shape from original atomic orbitals.</a:t>
            </a:r>
          </a:p>
          <a:p>
            <a:pPr algn="just" eaLnBrk="1" hangingPunct="1">
              <a:defRPr/>
            </a:pPr>
            <a:r>
              <a:rPr lang="en-US" sz="2400" dirty="0"/>
              <a:t>Number of hybrid orbitals is equal to number of pure atomic orbitals used in the hybridization process.</a:t>
            </a:r>
          </a:p>
          <a:p>
            <a:pPr algn="just" eaLnBrk="1" hangingPunct="1">
              <a:defRPr/>
            </a:pPr>
            <a:r>
              <a:rPr lang="en-US" sz="2400" dirty="0"/>
              <a:t>Covalent bonds are formed by</a:t>
            </a:r>
          </a:p>
          <a:p>
            <a:pPr marL="457200" indent="-457200" algn="just" eaLnBrk="1" hangingPunct="1">
              <a:buFont typeface="Arial" charset="0"/>
              <a:buAutoNum type="alphaLcPeriod"/>
              <a:defRPr/>
            </a:pPr>
            <a:r>
              <a:rPr lang="en-US" sz="2400" dirty="0"/>
              <a:t>Overlap of hybrid orbitals with atomic orbitals.</a:t>
            </a:r>
          </a:p>
          <a:p>
            <a:pPr marL="457200" indent="-457200" algn="just" eaLnBrk="1" hangingPunct="1">
              <a:buFont typeface="Arial" charset="0"/>
              <a:buAutoNum type="alphaLcPeriod"/>
              <a:defRPr/>
            </a:pPr>
            <a:r>
              <a:rPr lang="en-US" sz="2400" dirty="0"/>
              <a:t>Overlap of hybrid orbitals with other hybrid orbitals</a:t>
            </a:r>
            <a:r>
              <a:rPr lang="en-US" sz="2400" dirty="0">
                <a:latin typeface="Arial Narrow"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4" presetClass="entr" presetSubtype="1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a:extLst>
              <a:ext uri="{FF2B5EF4-FFF2-40B4-BE49-F238E27FC236}">
                <a16:creationId xmlns:a16="http://schemas.microsoft.com/office/drawing/2014/main" id="{3CA8C33C-A887-E24C-8F1A-A6C9BE0971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4013" y="304800"/>
            <a:ext cx="5895975" cy="421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1" name="Picture 4">
            <a:extLst>
              <a:ext uri="{FF2B5EF4-FFF2-40B4-BE49-F238E27FC236}">
                <a16:creationId xmlns:a16="http://schemas.microsoft.com/office/drawing/2014/main" id="{532ACD5D-C405-9390-AC28-4318FC1BC8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5663" y="4667250"/>
            <a:ext cx="2352675"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ACC507A0-E84A-FE51-1A9A-1037E4721C7E}"/>
              </a:ext>
            </a:extLst>
          </p:cNvPr>
          <p:cNvSpPr>
            <a:spLocks noGrp="1"/>
          </p:cNvSpPr>
          <p:nvPr>
            <p:ph type="title"/>
          </p:nvPr>
        </p:nvSpPr>
        <p:spPr>
          <a:xfrm>
            <a:off x="685800" y="0"/>
            <a:ext cx="7772400" cy="1143000"/>
          </a:xfrm>
        </p:spPr>
        <p:txBody>
          <a:bodyPr/>
          <a:lstStyle/>
          <a:p>
            <a:pPr eaLnBrk="1" hangingPunct="1">
              <a:defRPr/>
            </a:pPr>
            <a:r>
              <a:rPr lang="en-US" sz="2800" b="1" dirty="0">
                <a:latin typeface="Arial Narrow" pitchFamily="34" charset="0"/>
              </a:rPr>
              <a:t>Formation of </a:t>
            </a:r>
            <a:r>
              <a:rPr lang="en-US" sz="2800" b="1" i="1" dirty="0">
                <a:latin typeface="Arial Narrow" pitchFamily="34" charset="0"/>
              </a:rPr>
              <a:t>sp</a:t>
            </a:r>
            <a:r>
              <a:rPr lang="en-US" sz="2800" b="1" baseline="30000" dirty="0">
                <a:latin typeface="Arial Narrow" pitchFamily="34" charset="0"/>
              </a:rPr>
              <a:t>3</a:t>
            </a:r>
            <a:r>
              <a:rPr lang="en-US" sz="2800" b="1" dirty="0">
                <a:latin typeface="Arial Narrow" pitchFamily="34" charset="0"/>
              </a:rPr>
              <a:t> Hybrid Orbitals</a:t>
            </a:r>
          </a:p>
        </p:txBody>
      </p:sp>
      <p:pic>
        <p:nvPicPr>
          <p:cNvPr id="3" name="Picture 2">
            <a:extLst>
              <a:ext uri="{FF2B5EF4-FFF2-40B4-BE49-F238E27FC236}">
                <a16:creationId xmlns:a16="http://schemas.microsoft.com/office/drawing/2014/main" id="{AFB338C0-3091-C6A9-8ACD-CBBE997927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50" y="1104900"/>
            <a:ext cx="8724900"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F3CAF85C-54AA-3320-26CE-1C6841C106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2363" y="3429000"/>
            <a:ext cx="1819275"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13409926-3725-BE0D-D510-ADCFD4924E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550" y="4429125"/>
            <a:ext cx="87249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1000" fill="hold"/>
                                        <p:tgtEl>
                                          <p:spTgt spid="5"/>
                                        </p:tgtEl>
                                        <p:attrNameLst>
                                          <p:attrName>ppt_w</p:attrName>
                                        </p:attrNameLst>
                                      </p:cBhvr>
                                      <p:tavLst>
                                        <p:tav tm="0">
                                          <p:val>
                                            <p:fltVal val="0"/>
                                          </p:val>
                                        </p:tav>
                                        <p:tav tm="100000">
                                          <p:val>
                                            <p:strVal val="#ppt_w"/>
                                          </p:val>
                                        </p:tav>
                                      </p:tavLst>
                                    </p:anim>
                                    <p:anim calcmode="lin" valueType="num">
                                      <p:cBhvr>
                                        <p:cTn id="12" dur="1000" fill="hold"/>
                                        <p:tgtEl>
                                          <p:spTgt spid="5"/>
                                        </p:tgtEl>
                                        <p:attrNameLst>
                                          <p:attrName>ppt_h</p:attrName>
                                        </p:attrNameLst>
                                      </p:cBhvr>
                                      <p:tavLst>
                                        <p:tav tm="0">
                                          <p:val>
                                            <p:fltVal val="0"/>
                                          </p:val>
                                        </p:tav>
                                        <p:tav tm="100000">
                                          <p:val>
                                            <p:strVal val="#ppt_h"/>
                                          </p:val>
                                        </p:tav>
                                      </p:tavLst>
                                    </p:anim>
                                    <p:anim calcmode="lin" valueType="num">
                                      <p:cBhvr>
                                        <p:cTn id="13" dur="1000" fill="hold"/>
                                        <p:tgtEl>
                                          <p:spTgt spid="5"/>
                                        </p:tgtEl>
                                        <p:attrNameLst>
                                          <p:attrName>style.rotation</p:attrName>
                                        </p:attrNameLst>
                                      </p:cBhvr>
                                      <p:tavLst>
                                        <p:tav tm="0">
                                          <p:val>
                                            <p:fltVal val="90"/>
                                          </p:val>
                                        </p:tav>
                                        <p:tav tm="100000">
                                          <p:val>
                                            <p:fltVal val="0"/>
                                          </p:val>
                                        </p:tav>
                                      </p:tavLst>
                                    </p:anim>
                                    <p:animEffect transition="in" filter="fade">
                                      <p:cBhvr>
                                        <p:cTn id="14" dur="1000"/>
                                        <p:tgtEl>
                                          <p:spTgt spid="5"/>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6" presetClass="entr" presetSubtype="21"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arn(inVertical)">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C29D0A19-B803-6D24-06DA-7BF46AE42ABB}"/>
              </a:ext>
            </a:extLst>
          </p:cNvPr>
          <p:cNvSpPr>
            <a:spLocks noGrp="1"/>
          </p:cNvSpPr>
          <p:nvPr>
            <p:ph type="title"/>
          </p:nvPr>
        </p:nvSpPr>
        <p:spPr>
          <a:xfrm>
            <a:off x="685800" y="228600"/>
            <a:ext cx="7772400" cy="1143000"/>
          </a:xfrm>
        </p:spPr>
        <p:txBody>
          <a:bodyPr/>
          <a:lstStyle/>
          <a:p>
            <a:pPr eaLnBrk="1" hangingPunct="1">
              <a:defRPr/>
            </a:pPr>
            <a:r>
              <a:rPr lang="en-US" sz="2800" b="1" dirty="0">
                <a:latin typeface="Arial Narrow" pitchFamily="34" charset="0"/>
              </a:rPr>
              <a:t>Formation of Covalent bonds in CH</a:t>
            </a:r>
            <a:r>
              <a:rPr lang="en-US" sz="2800" b="1" baseline="-25000" dirty="0">
                <a:latin typeface="Arial Narrow" pitchFamily="34" charset="0"/>
              </a:rPr>
              <a:t>4</a:t>
            </a:r>
          </a:p>
        </p:txBody>
      </p:sp>
      <p:pic>
        <p:nvPicPr>
          <p:cNvPr id="80899" name="Picture 2">
            <a:extLst>
              <a:ext uri="{FF2B5EF4-FFF2-40B4-BE49-F238E27FC236}">
                <a16:creationId xmlns:a16="http://schemas.microsoft.com/office/drawing/2014/main" id="{3DFC9D96-6C25-B987-046D-661E220421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1850" y="1838325"/>
            <a:ext cx="2759075"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B04249A0-CDB7-B028-5C2C-1F3552C120DB}"/>
              </a:ext>
            </a:extLst>
          </p:cNvPr>
          <p:cNvSpPr>
            <a:spLocks noGrp="1"/>
          </p:cNvSpPr>
          <p:nvPr>
            <p:ph type="title"/>
          </p:nvPr>
        </p:nvSpPr>
        <p:spPr/>
        <p:txBody>
          <a:bodyPr/>
          <a:lstStyle/>
          <a:p>
            <a:pPr eaLnBrk="1" hangingPunct="1">
              <a:defRPr/>
            </a:pPr>
            <a:r>
              <a:rPr lang="en-US" sz="2800" b="1" i="1">
                <a:latin typeface="Arial Narrow" pitchFamily="34" charset="0"/>
              </a:rPr>
              <a:t>sp</a:t>
            </a:r>
            <a:r>
              <a:rPr lang="en-US" sz="2800" b="1" baseline="30000">
                <a:latin typeface="Arial Narrow" pitchFamily="34" charset="0"/>
              </a:rPr>
              <a:t>3</a:t>
            </a:r>
            <a:r>
              <a:rPr lang="en-US" sz="2800" b="1">
                <a:latin typeface="Arial Narrow" pitchFamily="34" charset="0"/>
              </a:rPr>
              <a:t> Hybridizes N atom in NH</a:t>
            </a:r>
            <a:r>
              <a:rPr lang="en-US" sz="2800" b="1" baseline="-25000">
                <a:latin typeface="Arial Narrow" pitchFamily="34" charset="0"/>
              </a:rPr>
              <a:t>3</a:t>
            </a:r>
          </a:p>
        </p:txBody>
      </p:sp>
      <p:pic>
        <p:nvPicPr>
          <p:cNvPr id="81923" name="Picture 2">
            <a:extLst>
              <a:ext uri="{FF2B5EF4-FFF2-40B4-BE49-F238E27FC236}">
                <a16:creationId xmlns:a16="http://schemas.microsoft.com/office/drawing/2014/main" id="{59B9CE73-91C8-E1CF-D453-2DD2915C23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1752600"/>
            <a:ext cx="304165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Title 1">
            <a:extLst>
              <a:ext uri="{FF2B5EF4-FFF2-40B4-BE49-F238E27FC236}">
                <a16:creationId xmlns:a16="http://schemas.microsoft.com/office/drawing/2014/main" id="{275E17E1-9271-6078-3959-D5FCC33C3A5D}"/>
              </a:ext>
            </a:extLst>
          </p:cNvPr>
          <p:cNvSpPr txBox="1">
            <a:spLocks/>
          </p:cNvSpPr>
          <p:nvPr/>
        </p:nvSpPr>
        <p:spPr bwMode="auto">
          <a:xfrm>
            <a:off x="457200" y="914400"/>
            <a:ext cx="8229600" cy="1143000"/>
          </a:xfrm>
          <a:prstGeom prst="rect">
            <a:avLst/>
          </a:prstGeom>
          <a:noFill/>
          <a:ln w="9525">
            <a:noFill/>
            <a:miter lim="800000"/>
            <a:headEnd/>
            <a:tailEnd/>
          </a:ln>
        </p:spPr>
        <p:txBody>
          <a:bodyPr/>
          <a:lstStyle/>
          <a:p>
            <a:pPr algn="ctr" eaLnBrk="1" hangingPunct="1">
              <a:defRPr/>
            </a:pPr>
            <a:r>
              <a:rPr lang="en-US" sz="2800" b="1">
                <a:solidFill>
                  <a:srgbClr val="FFFFFF"/>
                </a:solidFill>
                <a:latin typeface="Arial Narrow" pitchFamily="34" charset="0"/>
                <a:ea typeface="+mn-ea"/>
                <a:cs typeface="Arial" charset="0"/>
              </a:rPr>
              <a:t>Formation of </a:t>
            </a:r>
            <a:r>
              <a:rPr lang="en-US" sz="2800" b="1" i="1">
                <a:solidFill>
                  <a:srgbClr val="FFFFFF"/>
                </a:solidFill>
                <a:latin typeface="Arial Narrow" pitchFamily="34" charset="0"/>
                <a:ea typeface="+mn-ea"/>
                <a:cs typeface="Arial" charset="0"/>
              </a:rPr>
              <a:t>sp</a:t>
            </a:r>
            <a:r>
              <a:rPr lang="en-US" sz="2800" b="1" i="1" baseline="30000">
                <a:solidFill>
                  <a:srgbClr val="FFFFFF"/>
                </a:solidFill>
                <a:latin typeface="Arial Narrow" pitchFamily="34" charset="0"/>
                <a:ea typeface="+mn-ea"/>
                <a:cs typeface="Arial" charset="0"/>
              </a:rPr>
              <a:t>2</a:t>
            </a:r>
            <a:r>
              <a:rPr lang="en-US" sz="2800" b="1">
                <a:solidFill>
                  <a:srgbClr val="FFFFFF"/>
                </a:solidFill>
                <a:latin typeface="Arial Narrow" pitchFamily="34" charset="0"/>
                <a:ea typeface="+mn-ea"/>
                <a:cs typeface="Arial" charset="0"/>
              </a:rPr>
              <a:t> Hybrid Orbitals</a:t>
            </a:r>
          </a:p>
        </p:txBody>
      </p:sp>
      <p:pic>
        <p:nvPicPr>
          <p:cNvPr id="82947" name="Picture 2">
            <a:extLst>
              <a:ext uri="{FF2B5EF4-FFF2-40B4-BE49-F238E27FC236}">
                <a16:creationId xmlns:a16="http://schemas.microsoft.com/office/drawing/2014/main" id="{83C4CDCD-2368-3C7E-7D03-2B987EBD56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88" y="1595438"/>
            <a:ext cx="8582025" cy="366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itle 1">
            <a:extLst>
              <a:ext uri="{FF2B5EF4-FFF2-40B4-BE49-F238E27FC236}">
                <a16:creationId xmlns:a16="http://schemas.microsoft.com/office/drawing/2014/main" id="{B163F3E1-891E-FC1E-5799-6DCA3EC93F28}"/>
              </a:ext>
            </a:extLst>
          </p:cNvPr>
          <p:cNvSpPr txBox="1">
            <a:spLocks/>
          </p:cNvSpPr>
          <p:nvPr/>
        </p:nvSpPr>
        <p:spPr bwMode="auto">
          <a:xfrm>
            <a:off x="457200" y="914400"/>
            <a:ext cx="8229600" cy="1143000"/>
          </a:xfrm>
          <a:prstGeom prst="rect">
            <a:avLst/>
          </a:prstGeom>
          <a:noFill/>
          <a:ln w="9525">
            <a:noFill/>
            <a:miter lim="800000"/>
            <a:headEnd/>
            <a:tailEnd/>
          </a:ln>
        </p:spPr>
        <p:txBody>
          <a:bodyPr/>
          <a:lstStyle/>
          <a:p>
            <a:pPr algn="ctr" eaLnBrk="1" hangingPunct="1">
              <a:defRPr/>
            </a:pPr>
            <a:r>
              <a:rPr lang="en-US" sz="2800" b="1">
                <a:solidFill>
                  <a:srgbClr val="FFFFFF"/>
                </a:solidFill>
                <a:latin typeface="Arial Narrow" pitchFamily="34" charset="0"/>
                <a:ea typeface="+mn-ea"/>
                <a:cs typeface="Arial" charset="0"/>
              </a:rPr>
              <a:t>Formation of </a:t>
            </a:r>
            <a:r>
              <a:rPr lang="en-US" sz="2800" b="1" i="1">
                <a:solidFill>
                  <a:srgbClr val="FFFFFF"/>
                </a:solidFill>
                <a:latin typeface="Arial Narrow" pitchFamily="34" charset="0"/>
                <a:ea typeface="+mn-ea"/>
                <a:cs typeface="Arial" charset="0"/>
              </a:rPr>
              <a:t>sp</a:t>
            </a:r>
            <a:r>
              <a:rPr lang="en-US" sz="2800" b="1">
                <a:solidFill>
                  <a:srgbClr val="FFFFFF"/>
                </a:solidFill>
                <a:latin typeface="Arial Narrow" pitchFamily="34" charset="0"/>
                <a:ea typeface="+mn-ea"/>
                <a:cs typeface="Arial" charset="0"/>
              </a:rPr>
              <a:t> Hybrid Orbitals</a:t>
            </a:r>
          </a:p>
        </p:txBody>
      </p:sp>
      <p:pic>
        <p:nvPicPr>
          <p:cNvPr id="83971" name="Picture 2">
            <a:extLst>
              <a:ext uri="{FF2B5EF4-FFF2-40B4-BE49-F238E27FC236}">
                <a16:creationId xmlns:a16="http://schemas.microsoft.com/office/drawing/2014/main" id="{2BB07105-364E-2A65-FA3C-05CB41641C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5" y="2209800"/>
            <a:ext cx="9020175"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2">
            <a:extLst>
              <a:ext uri="{FF2B5EF4-FFF2-40B4-BE49-F238E27FC236}">
                <a16:creationId xmlns:a16="http://schemas.microsoft.com/office/drawing/2014/main" id="{5D52C8E9-3882-91EF-1435-75FE629B5F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00734"/>
            <a:ext cx="7924800" cy="6656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2">
            <a:extLst>
              <a:ext uri="{FF2B5EF4-FFF2-40B4-BE49-F238E27FC236}">
                <a16:creationId xmlns:a16="http://schemas.microsoft.com/office/drawing/2014/main" id="{897BD19B-2A69-0582-0282-A37F80AE6A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1524000"/>
            <a:ext cx="4138613"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9203" name="Title 1">
            <a:extLst>
              <a:ext uri="{FF2B5EF4-FFF2-40B4-BE49-F238E27FC236}">
                <a16:creationId xmlns:a16="http://schemas.microsoft.com/office/drawing/2014/main" id="{2785D1B6-1FBA-DB53-71BE-3954469B96C3}"/>
              </a:ext>
            </a:extLst>
          </p:cNvPr>
          <p:cNvSpPr txBox="1">
            <a:spLocks/>
          </p:cNvSpPr>
          <p:nvPr/>
        </p:nvSpPr>
        <p:spPr bwMode="auto">
          <a:xfrm>
            <a:off x="457200" y="533400"/>
            <a:ext cx="8229600" cy="1143000"/>
          </a:xfrm>
          <a:prstGeom prst="rect">
            <a:avLst/>
          </a:prstGeom>
          <a:noFill/>
          <a:ln w="9525">
            <a:noFill/>
            <a:miter lim="800000"/>
            <a:headEnd/>
            <a:tailEnd/>
          </a:ln>
        </p:spPr>
        <p:txBody>
          <a:bodyPr/>
          <a:lstStyle/>
          <a:p>
            <a:pPr algn="ctr" eaLnBrk="1" hangingPunct="1">
              <a:defRPr/>
            </a:pPr>
            <a:r>
              <a:rPr lang="en-US" sz="2800" b="1" i="1">
                <a:solidFill>
                  <a:srgbClr val="FFFFFF"/>
                </a:solidFill>
                <a:latin typeface="Arial Narrow" pitchFamily="34" charset="0"/>
                <a:ea typeface="+mn-ea"/>
                <a:cs typeface="Arial" charset="0"/>
              </a:rPr>
              <a:t>sp</a:t>
            </a:r>
            <a:r>
              <a:rPr lang="en-US" sz="2800" b="1" i="1" baseline="30000">
                <a:solidFill>
                  <a:srgbClr val="FFFFFF"/>
                </a:solidFill>
                <a:latin typeface="Arial Narrow" pitchFamily="34" charset="0"/>
                <a:ea typeface="+mn-ea"/>
                <a:cs typeface="Arial" charset="0"/>
              </a:rPr>
              <a:t>2</a:t>
            </a:r>
            <a:r>
              <a:rPr lang="en-US" sz="2800" b="1">
                <a:solidFill>
                  <a:srgbClr val="FFFFFF"/>
                </a:solidFill>
                <a:latin typeface="Arial Narrow" pitchFamily="34" charset="0"/>
                <a:ea typeface="+mn-ea"/>
                <a:cs typeface="Arial" charset="0"/>
              </a:rPr>
              <a:t> hybridization of carbon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2">
            <a:extLst>
              <a:ext uri="{FF2B5EF4-FFF2-40B4-BE49-F238E27FC236}">
                <a16:creationId xmlns:a16="http://schemas.microsoft.com/office/drawing/2014/main" id="{66C36C7F-5D01-C46D-4D07-A669F04506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250" y="1371600"/>
            <a:ext cx="2749550" cy="429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3A17F0A2-F24F-2F53-CBB2-0DD508946663}"/>
              </a:ext>
            </a:extLst>
          </p:cNvPr>
          <p:cNvSpPr>
            <a:spLocks noGrp="1"/>
          </p:cNvSpPr>
          <p:nvPr>
            <p:ph type="title"/>
          </p:nvPr>
        </p:nvSpPr>
        <p:spPr>
          <a:xfrm>
            <a:off x="685800" y="0"/>
            <a:ext cx="7772400" cy="1143000"/>
          </a:xfrm>
        </p:spPr>
        <p:txBody>
          <a:bodyPr/>
          <a:lstStyle/>
          <a:p>
            <a:pPr eaLnBrk="1" hangingPunct="1">
              <a:defRPr/>
            </a:pPr>
            <a:r>
              <a:rPr lang="en-US" sz="2800" b="1" dirty="0">
                <a:latin typeface="Arial Narrow" pitchFamily="34" charset="0"/>
              </a:rPr>
              <a:t>Bonding of ethylene, C</a:t>
            </a:r>
            <a:r>
              <a:rPr lang="en-US" sz="2800" b="1" baseline="-25000" dirty="0">
                <a:latin typeface="Arial Narrow" pitchFamily="34" charset="0"/>
              </a:rPr>
              <a:t>2</a:t>
            </a:r>
            <a:r>
              <a:rPr lang="en-US" sz="2800" b="1" dirty="0">
                <a:latin typeface="Arial Narrow" pitchFamily="34" charset="0"/>
              </a:rPr>
              <a:t>H</a:t>
            </a:r>
            <a:r>
              <a:rPr lang="en-US" sz="2800" b="1" baseline="-25000" dirty="0">
                <a:latin typeface="Arial Narrow" pitchFamily="34" charset="0"/>
              </a:rPr>
              <a:t>4</a:t>
            </a:r>
          </a:p>
        </p:txBody>
      </p:sp>
      <p:sp>
        <p:nvSpPr>
          <p:cNvPr id="88067" name="Content Placeholder 2">
            <a:extLst>
              <a:ext uri="{FF2B5EF4-FFF2-40B4-BE49-F238E27FC236}">
                <a16:creationId xmlns:a16="http://schemas.microsoft.com/office/drawing/2014/main" id="{D77AF4A0-2DFE-170F-5622-ABE4188BCE2F}"/>
              </a:ext>
            </a:extLst>
          </p:cNvPr>
          <p:cNvSpPr>
            <a:spLocks noGrp="1" noChangeArrowheads="1"/>
          </p:cNvSpPr>
          <p:nvPr>
            <p:ph idx="1"/>
          </p:nvPr>
        </p:nvSpPr>
        <p:spPr>
          <a:xfrm>
            <a:off x="457200" y="1219200"/>
            <a:ext cx="8229600" cy="1295400"/>
          </a:xfrm>
        </p:spPr>
        <p:txBody>
          <a:bodyPr/>
          <a:lstStyle/>
          <a:p>
            <a:pPr algn="just" eaLnBrk="1" hangingPunct="1"/>
            <a:r>
              <a:rPr lang="en-US" altLang="en-US" sz="2400">
                <a:latin typeface="Arial Narrow" panose="020B0606020202030204" pitchFamily="34" charset="0"/>
              </a:rPr>
              <a:t>Sigma bond (</a:t>
            </a:r>
            <a:r>
              <a:rPr lang="en-US" altLang="en-US" sz="2400">
                <a:latin typeface="Arial Narrow" panose="020B0606020202030204" pitchFamily="34" charset="0"/>
                <a:sym typeface="Symbol" panose="05050102010706020507" pitchFamily="18" charset="2"/>
              </a:rPr>
              <a:t></a:t>
            </a:r>
            <a:r>
              <a:rPr lang="en-US" altLang="en-US" sz="2400">
                <a:latin typeface="Arial Narrow" panose="020B0606020202030204" pitchFamily="34" charset="0"/>
              </a:rPr>
              <a:t>): electron density between 2 atoms.</a:t>
            </a:r>
          </a:p>
          <a:p>
            <a:pPr algn="just" eaLnBrk="1" hangingPunct="1"/>
            <a:r>
              <a:rPr lang="en-US" altLang="en-US" sz="2400">
                <a:latin typeface="Arial Narrow" panose="020B0606020202030204" pitchFamily="34" charset="0"/>
              </a:rPr>
              <a:t>Pi bond (</a:t>
            </a:r>
            <a:r>
              <a:rPr lang="en-US" altLang="en-US" sz="2400">
                <a:latin typeface="Arial Narrow" panose="020B0606020202030204" pitchFamily="34" charset="0"/>
                <a:sym typeface="Symbol" panose="05050102010706020507" pitchFamily="18" charset="2"/>
              </a:rPr>
              <a:t></a:t>
            </a:r>
            <a:r>
              <a:rPr lang="en-US" altLang="en-US" sz="2400">
                <a:latin typeface="Arial Narrow" panose="020B0606020202030204" pitchFamily="34" charset="0"/>
              </a:rPr>
              <a:t>): electron density above and below plane of nuclei of the bonding atoms.</a:t>
            </a:r>
          </a:p>
        </p:txBody>
      </p:sp>
      <p:pic>
        <p:nvPicPr>
          <p:cNvPr id="88068" name="Picture 2">
            <a:extLst>
              <a:ext uri="{FF2B5EF4-FFF2-40B4-BE49-F238E27FC236}">
                <a16:creationId xmlns:a16="http://schemas.microsoft.com/office/drawing/2014/main" id="{A9A4F361-565E-D2C1-7DB0-6FF9ACB828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50" y="2781300"/>
            <a:ext cx="8191500" cy="217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3">
            <a:extLst>
              <a:ext uri="{FF2B5EF4-FFF2-40B4-BE49-F238E27FC236}">
                <a16:creationId xmlns:a16="http://schemas.microsoft.com/office/drawing/2014/main" id="{1E818F1B-DD45-6CCA-F3DD-77383D9768C8}"/>
              </a:ext>
            </a:extLst>
          </p:cNvPr>
          <p:cNvSpPr>
            <a:spLocks noGrp="1"/>
          </p:cNvSpPr>
          <p:nvPr>
            <p:ph type="title"/>
          </p:nvPr>
        </p:nvSpPr>
        <p:spPr/>
        <p:txBody>
          <a:bodyPr/>
          <a:lstStyle/>
          <a:p>
            <a:pPr eaLnBrk="1" hangingPunct="1">
              <a:defRPr/>
            </a:pPr>
            <a:r>
              <a:rPr lang="en-US" sz="2800" b="1">
                <a:latin typeface="Arial Narrow" pitchFamily="34" charset="0"/>
              </a:rPr>
              <a:t>Another view of </a:t>
            </a:r>
            <a:r>
              <a:rPr lang="en-US" sz="2800" b="1">
                <a:latin typeface="Arial Narrow" pitchFamily="34" charset="0"/>
                <a:sym typeface="Symbol" pitchFamily="18" charset="2"/>
              </a:rPr>
              <a:t>  </a:t>
            </a:r>
            <a:r>
              <a:rPr lang="en-US" sz="2800" b="1">
                <a:latin typeface="Arial Narrow" pitchFamily="34" charset="0"/>
              </a:rPr>
              <a:t>bonding in ethylene, C</a:t>
            </a:r>
            <a:r>
              <a:rPr lang="en-US" sz="2800" b="1" baseline="-25000">
                <a:latin typeface="Arial Narrow" pitchFamily="34" charset="0"/>
              </a:rPr>
              <a:t>2</a:t>
            </a:r>
            <a:r>
              <a:rPr lang="en-US" sz="2800" b="1">
                <a:latin typeface="Arial Narrow" pitchFamily="34" charset="0"/>
              </a:rPr>
              <a:t>H</a:t>
            </a:r>
            <a:r>
              <a:rPr lang="en-US" sz="2800" b="1" baseline="-25000">
                <a:latin typeface="Arial Narrow" pitchFamily="34" charset="0"/>
              </a:rPr>
              <a:t>4</a:t>
            </a:r>
            <a:r>
              <a:rPr lang="en-US" sz="2800" b="1">
                <a:latin typeface="Arial Narrow" pitchFamily="34" charset="0"/>
              </a:rPr>
              <a:t> </a:t>
            </a:r>
          </a:p>
        </p:txBody>
      </p:sp>
      <p:pic>
        <p:nvPicPr>
          <p:cNvPr id="89091" name="Picture 2">
            <a:extLst>
              <a:ext uri="{FF2B5EF4-FFF2-40B4-BE49-F238E27FC236}">
                <a16:creationId xmlns:a16="http://schemas.microsoft.com/office/drawing/2014/main" id="{078E305F-25E3-77A2-33C6-FF93910EAE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905000"/>
            <a:ext cx="7802563"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525DB491-8487-8157-2460-F9E09BA32101}"/>
              </a:ext>
            </a:extLst>
          </p:cNvPr>
          <p:cNvSpPr>
            <a:spLocks noGrp="1"/>
          </p:cNvSpPr>
          <p:nvPr>
            <p:ph type="title"/>
          </p:nvPr>
        </p:nvSpPr>
        <p:spPr>
          <a:xfrm>
            <a:off x="457200" y="457200"/>
            <a:ext cx="8229600" cy="1143000"/>
          </a:xfrm>
        </p:spPr>
        <p:txBody>
          <a:bodyPr/>
          <a:lstStyle/>
          <a:p>
            <a:pPr eaLnBrk="1" hangingPunct="1">
              <a:defRPr/>
            </a:pPr>
            <a:r>
              <a:rPr lang="en-US" sz="2800" b="1" i="1">
                <a:latin typeface="Arial Narrow" pitchFamily="34" charset="0"/>
              </a:rPr>
              <a:t>sp</a:t>
            </a:r>
            <a:r>
              <a:rPr lang="en-US" sz="2800" b="1">
                <a:latin typeface="Arial Narrow" pitchFamily="34" charset="0"/>
              </a:rPr>
              <a:t> hybridization of carbon</a:t>
            </a:r>
          </a:p>
        </p:txBody>
      </p:sp>
      <p:pic>
        <p:nvPicPr>
          <p:cNvPr id="90115" name="Picture 2">
            <a:extLst>
              <a:ext uri="{FF2B5EF4-FFF2-40B4-BE49-F238E27FC236}">
                <a16:creationId xmlns:a16="http://schemas.microsoft.com/office/drawing/2014/main" id="{065FDDC2-17EE-8DD2-9EA4-77F8212F0B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2057400"/>
            <a:ext cx="3967163"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Title 1">
            <a:extLst>
              <a:ext uri="{FF2B5EF4-FFF2-40B4-BE49-F238E27FC236}">
                <a16:creationId xmlns:a16="http://schemas.microsoft.com/office/drawing/2014/main" id="{B3C06C7F-CF2E-9B01-C6DA-EB6554BCCAF8}"/>
              </a:ext>
            </a:extLst>
          </p:cNvPr>
          <p:cNvSpPr txBox="1">
            <a:spLocks/>
          </p:cNvSpPr>
          <p:nvPr/>
        </p:nvSpPr>
        <p:spPr bwMode="auto">
          <a:xfrm>
            <a:off x="457200" y="533400"/>
            <a:ext cx="8229600" cy="1143000"/>
          </a:xfrm>
          <a:prstGeom prst="rect">
            <a:avLst/>
          </a:prstGeom>
          <a:noFill/>
          <a:ln w="9525">
            <a:noFill/>
            <a:miter lim="800000"/>
            <a:headEnd/>
            <a:tailEnd/>
          </a:ln>
        </p:spPr>
        <p:txBody>
          <a:bodyPr/>
          <a:lstStyle/>
          <a:p>
            <a:pPr algn="ctr" eaLnBrk="1" hangingPunct="1">
              <a:defRPr/>
            </a:pPr>
            <a:r>
              <a:rPr lang="en-US" sz="2800" b="1">
                <a:solidFill>
                  <a:srgbClr val="FFFFFF"/>
                </a:solidFill>
                <a:latin typeface="Arial Narrow" pitchFamily="34" charset="0"/>
                <a:ea typeface="+mn-ea"/>
                <a:cs typeface="Arial" charset="0"/>
              </a:rPr>
              <a:t>Bonding of Acetylene, C</a:t>
            </a:r>
            <a:r>
              <a:rPr lang="en-US" sz="2800" b="1" baseline="-25000">
                <a:solidFill>
                  <a:srgbClr val="FFFFFF"/>
                </a:solidFill>
                <a:latin typeface="Arial Narrow" pitchFamily="34" charset="0"/>
                <a:ea typeface="+mn-ea"/>
                <a:cs typeface="Arial" charset="0"/>
              </a:rPr>
              <a:t>2</a:t>
            </a:r>
            <a:r>
              <a:rPr lang="en-US" sz="2800" b="1">
                <a:solidFill>
                  <a:srgbClr val="FFFFFF"/>
                </a:solidFill>
                <a:latin typeface="Arial Narrow" pitchFamily="34" charset="0"/>
                <a:ea typeface="+mn-ea"/>
                <a:cs typeface="Arial" charset="0"/>
              </a:rPr>
              <a:t>H</a:t>
            </a:r>
            <a:r>
              <a:rPr lang="en-US" sz="2800" b="1" baseline="-25000">
                <a:solidFill>
                  <a:srgbClr val="FFFFFF"/>
                </a:solidFill>
                <a:latin typeface="Arial Narrow" pitchFamily="34" charset="0"/>
                <a:ea typeface="+mn-ea"/>
                <a:cs typeface="Arial" charset="0"/>
              </a:rPr>
              <a:t>2</a:t>
            </a:r>
          </a:p>
        </p:txBody>
      </p:sp>
      <p:pic>
        <p:nvPicPr>
          <p:cNvPr id="91139" name="Picture 2">
            <a:extLst>
              <a:ext uri="{FF2B5EF4-FFF2-40B4-BE49-F238E27FC236}">
                <a16:creationId xmlns:a16="http://schemas.microsoft.com/office/drawing/2014/main" id="{EF712359-681A-EB3B-8E4A-4FB619CE5F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88" y="2128838"/>
            <a:ext cx="9039225" cy="260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Title 1">
            <a:extLst>
              <a:ext uri="{FF2B5EF4-FFF2-40B4-BE49-F238E27FC236}">
                <a16:creationId xmlns:a16="http://schemas.microsoft.com/office/drawing/2014/main" id="{9957A1AD-4E1A-DEFC-04E7-A88FA75F19A6}"/>
              </a:ext>
            </a:extLst>
          </p:cNvPr>
          <p:cNvSpPr txBox="1">
            <a:spLocks/>
          </p:cNvSpPr>
          <p:nvPr/>
        </p:nvSpPr>
        <p:spPr bwMode="auto">
          <a:xfrm>
            <a:off x="457200" y="533400"/>
            <a:ext cx="8229600" cy="1143000"/>
          </a:xfrm>
          <a:prstGeom prst="rect">
            <a:avLst/>
          </a:prstGeom>
          <a:noFill/>
          <a:ln w="9525">
            <a:noFill/>
            <a:miter lim="800000"/>
            <a:headEnd/>
            <a:tailEnd/>
          </a:ln>
        </p:spPr>
        <p:txBody>
          <a:bodyPr/>
          <a:lstStyle/>
          <a:p>
            <a:pPr algn="ctr" eaLnBrk="1" hangingPunct="1">
              <a:defRPr/>
            </a:pPr>
            <a:r>
              <a:rPr lang="en-US" sz="2800" b="1">
                <a:solidFill>
                  <a:srgbClr val="FFFFFF"/>
                </a:solidFill>
                <a:latin typeface="Arial Narrow" pitchFamily="34" charset="0"/>
                <a:ea typeface="+mn-ea"/>
                <a:cs typeface="Arial" charset="0"/>
              </a:rPr>
              <a:t>Another view of the Bonding of Acetylene, C</a:t>
            </a:r>
            <a:r>
              <a:rPr lang="en-US" sz="2800" b="1" baseline="-25000">
                <a:solidFill>
                  <a:srgbClr val="FFFFFF"/>
                </a:solidFill>
                <a:latin typeface="Arial Narrow" pitchFamily="34" charset="0"/>
                <a:ea typeface="+mn-ea"/>
                <a:cs typeface="Arial" charset="0"/>
              </a:rPr>
              <a:t>2</a:t>
            </a:r>
            <a:r>
              <a:rPr lang="en-US" sz="2800" b="1">
                <a:solidFill>
                  <a:srgbClr val="FFFFFF"/>
                </a:solidFill>
                <a:latin typeface="Arial Narrow" pitchFamily="34" charset="0"/>
                <a:ea typeface="+mn-ea"/>
                <a:cs typeface="Arial" charset="0"/>
              </a:rPr>
              <a:t>H</a:t>
            </a:r>
            <a:r>
              <a:rPr lang="en-US" sz="2800" b="1" baseline="-25000">
                <a:solidFill>
                  <a:srgbClr val="FFFFFF"/>
                </a:solidFill>
                <a:latin typeface="Arial Narrow" pitchFamily="34" charset="0"/>
                <a:ea typeface="+mn-ea"/>
                <a:cs typeface="Arial" charset="0"/>
              </a:rPr>
              <a:t>2</a:t>
            </a:r>
          </a:p>
        </p:txBody>
      </p:sp>
      <p:pic>
        <p:nvPicPr>
          <p:cNvPr id="92163" name="Picture 2">
            <a:extLst>
              <a:ext uri="{FF2B5EF4-FFF2-40B4-BE49-F238E27FC236}">
                <a16:creationId xmlns:a16="http://schemas.microsoft.com/office/drawing/2014/main" id="{BE80EC3C-1842-EDE3-3032-CD2712FA45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6625" y="2057400"/>
            <a:ext cx="4879975"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7EA1D475-F1AF-4304-F63C-3201189BC739}"/>
              </a:ext>
            </a:extLst>
          </p:cNvPr>
          <p:cNvSpPr>
            <a:spLocks noGrp="1"/>
          </p:cNvSpPr>
          <p:nvPr>
            <p:ph type="title"/>
          </p:nvPr>
        </p:nvSpPr>
        <p:spPr/>
        <p:txBody>
          <a:bodyPr/>
          <a:lstStyle/>
          <a:p>
            <a:pPr>
              <a:defRPr/>
            </a:pPr>
            <a:r>
              <a:rPr lang="en-US" sz="2800" b="1">
                <a:latin typeface="Arial Narrow" pitchFamily="34" charset="0"/>
              </a:rPr>
              <a:t>Sigma (</a:t>
            </a:r>
            <a:r>
              <a:rPr lang="en-US" sz="2800" b="1">
                <a:latin typeface="Arial Narrow" pitchFamily="34" charset="0"/>
                <a:sym typeface="Symbol" pitchFamily="18" charset="2"/>
              </a:rPr>
              <a:t></a:t>
            </a:r>
            <a:r>
              <a:rPr lang="en-US" sz="2800" b="1">
                <a:latin typeface="Arial Narrow" pitchFamily="34" charset="0"/>
              </a:rPr>
              <a:t>) and Pi Bonds (</a:t>
            </a:r>
            <a:r>
              <a:rPr lang="en-US" sz="2800" b="1">
                <a:latin typeface="Arial Narrow" pitchFamily="34" charset="0"/>
                <a:sym typeface="Symbol" pitchFamily="18" charset="2"/>
              </a:rPr>
              <a:t></a:t>
            </a:r>
            <a:r>
              <a:rPr lang="en-US" sz="2800" b="1">
                <a:latin typeface="Arial Narrow" pitchFamily="34" charset="0"/>
              </a:rPr>
              <a:t>)</a:t>
            </a:r>
          </a:p>
        </p:txBody>
      </p:sp>
      <p:sp>
        <p:nvSpPr>
          <p:cNvPr id="3" name="Content Placeholder 2">
            <a:extLst>
              <a:ext uri="{FF2B5EF4-FFF2-40B4-BE49-F238E27FC236}">
                <a16:creationId xmlns:a16="http://schemas.microsoft.com/office/drawing/2014/main" id="{54009F77-28CB-B11F-2419-7AB6F460E7DE}"/>
              </a:ext>
            </a:extLst>
          </p:cNvPr>
          <p:cNvSpPr>
            <a:spLocks noGrp="1"/>
          </p:cNvSpPr>
          <p:nvPr>
            <p:ph idx="1"/>
          </p:nvPr>
        </p:nvSpPr>
        <p:spPr/>
        <p:txBody>
          <a:bodyPr/>
          <a:lstStyle/>
          <a:p>
            <a:pPr algn="just">
              <a:defRPr/>
            </a:pPr>
            <a:r>
              <a:rPr lang="en-US" sz="2400" dirty="0">
                <a:latin typeface="Arial Narrow" pitchFamily="34" charset="0"/>
              </a:rPr>
              <a:t>Single bond           1 sigma bond</a:t>
            </a:r>
          </a:p>
          <a:p>
            <a:pPr algn="just">
              <a:defRPr/>
            </a:pPr>
            <a:r>
              <a:rPr lang="en-US" sz="2400" dirty="0">
                <a:latin typeface="Arial Narrow" pitchFamily="34" charset="0"/>
              </a:rPr>
              <a:t>Double bond          1 sigma bond and 1 Pi bond</a:t>
            </a:r>
          </a:p>
          <a:p>
            <a:pPr algn="just">
              <a:defRPr/>
            </a:pPr>
            <a:r>
              <a:rPr lang="en-US" sz="2400" dirty="0">
                <a:latin typeface="Arial Narrow" pitchFamily="34" charset="0"/>
              </a:rPr>
              <a:t>Triple bond             1 sigma bond and 2 Pi bonds</a:t>
            </a:r>
          </a:p>
          <a:p>
            <a:pPr marL="0" indent="0" algn="just">
              <a:buFont typeface="Arial" charset="0"/>
              <a:buNone/>
              <a:defRPr/>
            </a:pPr>
            <a:endParaRPr lang="en-US" sz="2400" dirty="0">
              <a:latin typeface="Arial Narrow" pitchFamily="34" charset="0"/>
            </a:endParaRPr>
          </a:p>
          <a:p>
            <a:pPr marL="0" indent="0" algn="ctr">
              <a:buFont typeface="Arial" charset="0"/>
              <a:buNone/>
              <a:defRPr/>
            </a:pPr>
            <a:r>
              <a:rPr lang="en-US" sz="2400" b="1" dirty="0">
                <a:solidFill>
                  <a:srgbClr val="FF0000"/>
                </a:solidFill>
                <a:latin typeface="Arial Narrow" pitchFamily="34" charset="0"/>
              </a:rPr>
              <a:t>How many sigma and Pi bonds are there in the acetic acid (Vinegar) molecule CH</a:t>
            </a:r>
            <a:r>
              <a:rPr lang="en-US" sz="2400" b="1" baseline="-25000" dirty="0">
                <a:solidFill>
                  <a:srgbClr val="FF0000"/>
                </a:solidFill>
                <a:latin typeface="Arial Narrow" pitchFamily="34" charset="0"/>
              </a:rPr>
              <a:t>3</a:t>
            </a:r>
            <a:r>
              <a:rPr lang="en-US" sz="2400" b="1" dirty="0">
                <a:solidFill>
                  <a:srgbClr val="FF0000"/>
                </a:solidFill>
                <a:latin typeface="Arial Narrow" pitchFamily="34" charset="0"/>
              </a:rPr>
              <a:t>COOH?</a:t>
            </a:r>
          </a:p>
          <a:p>
            <a:pPr marL="0" indent="0" algn="ctr">
              <a:buFont typeface="Arial" charset="0"/>
              <a:buNone/>
              <a:defRPr/>
            </a:pPr>
            <a:endParaRPr lang="en-US" sz="2400" b="1" dirty="0">
              <a:solidFill>
                <a:srgbClr val="FF0000"/>
              </a:solidFill>
              <a:latin typeface="Arial Narrow" pitchFamily="34" charset="0"/>
            </a:endParaRPr>
          </a:p>
          <a:p>
            <a:pPr marL="0" indent="0" algn="just">
              <a:buFont typeface="Arial" charset="0"/>
              <a:buNone/>
              <a:defRPr/>
            </a:pPr>
            <a:endParaRPr lang="en-US" sz="2400" dirty="0">
              <a:latin typeface="Arial Narrow"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C4603B3D-53AE-B9D8-3CA4-EAF978FA20C0}"/>
              </a:ext>
            </a:extLst>
          </p:cNvPr>
          <p:cNvSpPr>
            <a:spLocks noGrp="1"/>
          </p:cNvSpPr>
          <p:nvPr>
            <p:ph type="title"/>
          </p:nvPr>
        </p:nvSpPr>
        <p:spPr>
          <a:xfrm>
            <a:off x="457200" y="533400"/>
            <a:ext cx="8229600" cy="1143000"/>
          </a:xfrm>
        </p:spPr>
        <p:txBody>
          <a:bodyPr/>
          <a:lstStyle/>
          <a:p>
            <a:pPr algn="just">
              <a:defRPr/>
            </a:pPr>
            <a:r>
              <a:rPr lang="en-US" sz="2400" b="1">
                <a:latin typeface="Arial Narrow" pitchFamily="34" charset="0"/>
              </a:rPr>
              <a:t>Delocalized molecular orbitals are not confined between two adjacent bonding atoms, but actually extend over three or more atoms.</a:t>
            </a:r>
          </a:p>
        </p:txBody>
      </p:sp>
      <p:pic>
        <p:nvPicPr>
          <p:cNvPr id="94211" name="Picture 2">
            <a:extLst>
              <a:ext uri="{FF2B5EF4-FFF2-40B4-BE49-F238E27FC236}">
                <a16:creationId xmlns:a16="http://schemas.microsoft.com/office/drawing/2014/main" id="{71A73A59-E324-A12F-E4CC-4C08CF2806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873250"/>
            <a:ext cx="2266950" cy="305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212" name="Picture 3">
            <a:extLst>
              <a:ext uri="{FF2B5EF4-FFF2-40B4-BE49-F238E27FC236}">
                <a16:creationId xmlns:a16="http://schemas.microsoft.com/office/drawing/2014/main" id="{B22E5E5A-E2C6-CDEA-C5BE-ACCF55B2FC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2105025"/>
            <a:ext cx="5943600" cy="2162175"/>
          </a:xfrm>
          <a:prstGeom prst="rect">
            <a:avLst/>
          </a:prstGeom>
          <a:noFill/>
          <a:ln w="9525">
            <a:solidFill>
              <a:schemeClr val="tx1">
                <a:alpha val="96861"/>
              </a:schemeClr>
            </a:solidFill>
            <a:miter lim="800000"/>
            <a:headEnd/>
            <a:tailEnd/>
          </a:ln>
          <a:extLst>
            <a:ext uri="{909E8E84-426E-40DD-AFC4-6F175D3DCCD1}">
              <a14:hiddenFill xmlns:a14="http://schemas.microsoft.com/office/drawing/2010/main">
                <a:solidFill>
                  <a:srgbClr val="FFFFFF"/>
                </a:solidFill>
              </a14:hiddenFill>
            </a:ext>
          </a:extLst>
        </p:spPr>
      </p:pic>
      <p:sp>
        <p:nvSpPr>
          <p:cNvPr id="187397" name="TextBox 3">
            <a:extLst>
              <a:ext uri="{FF2B5EF4-FFF2-40B4-BE49-F238E27FC236}">
                <a16:creationId xmlns:a16="http://schemas.microsoft.com/office/drawing/2014/main" id="{1E00425D-1C8D-AFD3-542D-CD6978224D90}"/>
              </a:ext>
            </a:extLst>
          </p:cNvPr>
          <p:cNvSpPr txBox="1">
            <a:spLocks noChangeArrowheads="1"/>
          </p:cNvSpPr>
          <p:nvPr/>
        </p:nvSpPr>
        <p:spPr bwMode="auto">
          <a:xfrm>
            <a:off x="5507038" y="4648200"/>
            <a:ext cx="2036762" cy="369888"/>
          </a:xfrm>
          <a:prstGeom prst="rect">
            <a:avLst/>
          </a:prstGeom>
          <a:noFill/>
          <a:ln w="9525">
            <a:noFill/>
            <a:miter lim="800000"/>
            <a:headEnd/>
            <a:tailEnd/>
          </a:ln>
        </p:spPr>
        <p:txBody>
          <a:bodyPr wrap="none">
            <a:spAutoFit/>
          </a:bodyPr>
          <a:lstStyle/>
          <a:p>
            <a:pPr eaLnBrk="1" hangingPunct="1">
              <a:defRPr/>
            </a:pPr>
            <a:r>
              <a:rPr lang="en-US">
                <a:solidFill>
                  <a:srgbClr val="FFFFFF"/>
                </a:solidFill>
                <a:latin typeface="Calibri" pitchFamily="34" charset="0"/>
                <a:ea typeface="+mn-ea"/>
                <a:cs typeface="Arial" charset="0"/>
              </a:rPr>
              <a:t>Delocalized </a:t>
            </a:r>
            <a:r>
              <a:rPr lang="en-US">
                <a:solidFill>
                  <a:srgbClr val="FFFFFF"/>
                </a:solidFill>
                <a:latin typeface="Calibri" pitchFamily="34" charset="0"/>
                <a:ea typeface="+mn-ea"/>
                <a:cs typeface="Arial" charset="0"/>
                <a:sym typeface="Symbol" pitchFamily="18" charset="2"/>
              </a:rPr>
              <a:t></a:t>
            </a:r>
            <a:r>
              <a:rPr lang="en-US">
                <a:solidFill>
                  <a:srgbClr val="FFFFFF"/>
                </a:solidFill>
                <a:latin typeface="Calibri" pitchFamily="34" charset="0"/>
                <a:ea typeface="+mn-ea"/>
                <a:cs typeface="Arial" charset="0"/>
              </a:rPr>
              <a:t>orbital</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D0FFBE7E-2E07-5965-5375-59B57181F904}"/>
              </a:ext>
            </a:extLst>
          </p:cNvPr>
          <p:cNvSpPr>
            <a:spLocks noGrp="1"/>
          </p:cNvSpPr>
          <p:nvPr>
            <p:ph type="title"/>
          </p:nvPr>
        </p:nvSpPr>
        <p:spPr>
          <a:xfrm>
            <a:off x="457200" y="609600"/>
            <a:ext cx="8229600" cy="1143000"/>
          </a:xfrm>
        </p:spPr>
        <p:txBody>
          <a:bodyPr/>
          <a:lstStyle/>
          <a:p>
            <a:pPr>
              <a:defRPr/>
            </a:pPr>
            <a:r>
              <a:rPr lang="en-US" sz="2800" b="1">
                <a:solidFill>
                  <a:srgbClr val="FF0000"/>
                </a:solidFill>
                <a:latin typeface="Arial Narrow" pitchFamily="34" charset="0"/>
              </a:rPr>
              <a:t>Electron density above and below the plane of the benzene molecule</a:t>
            </a:r>
          </a:p>
        </p:txBody>
      </p:sp>
      <p:pic>
        <p:nvPicPr>
          <p:cNvPr id="95235" name="Picture 2">
            <a:extLst>
              <a:ext uri="{FF2B5EF4-FFF2-40B4-BE49-F238E27FC236}">
                <a16:creationId xmlns:a16="http://schemas.microsoft.com/office/drawing/2014/main" id="{CC46C679-D7A4-5E2A-DC73-5FA9654588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286000"/>
            <a:ext cx="5167313"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7289D924-F49A-C9C9-73BC-56A90871EB87}"/>
              </a:ext>
            </a:extLst>
          </p:cNvPr>
          <p:cNvSpPr>
            <a:spLocks noGrp="1"/>
          </p:cNvSpPr>
          <p:nvPr>
            <p:ph type="title"/>
          </p:nvPr>
        </p:nvSpPr>
        <p:spPr/>
        <p:txBody>
          <a:bodyPr/>
          <a:lstStyle/>
          <a:p>
            <a:pPr>
              <a:defRPr/>
            </a:pPr>
            <a:r>
              <a:rPr lang="en-US" sz="2800" b="1">
                <a:solidFill>
                  <a:srgbClr val="FF0000"/>
                </a:solidFill>
                <a:latin typeface="Arial Narrow" pitchFamily="34" charset="0"/>
              </a:rPr>
              <a:t>Bonding in the Carbonate ion CO</a:t>
            </a:r>
            <a:r>
              <a:rPr lang="en-US" sz="2800" b="1" baseline="-25000">
                <a:solidFill>
                  <a:srgbClr val="FF0000"/>
                </a:solidFill>
                <a:latin typeface="Arial Narrow" pitchFamily="34" charset="0"/>
              </a:rPr>
              <a:t>3</a:t>
            </a:r>
            <a:r>
              <a:rPr lang="en-US" sz="2800" b="1" baseline="30000">
                <a:solidFill>
                  <a:srgbClr val="FF0000"/>
                </a:solidFill>
                <a:latin typeface="Arial Narrow" pitchFamily="34" charset="0"/>
              </a:rPr>
              <a:t>2-</a:t>
            </a:r>
          </a:p>
        </p:txBody>
      </p:sp>
      <p:pic>
        <p:nvPicPr>
          <p:cNvPr id="96259" name="Picture 2">
            <a:extLst>
              <a:ext uri="{FF2B5EF4-FFF2-40B4-BE49-F238E27FC236}">
                <a16:creationId xmlns:a16="http://schemas.microsoft.com/office/drawing/2014/main" id="{F11B2EFD-6101-7A6A-2BE5-8C5B22448D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8288" y="2328863"/>
            <a:ext cx="6067425"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354B1A7E-4F7E-96ED-EF43-7991F074D4BE}"/>
              </a:ext>
            </a:extLst>
          </p:cNvPr>
          <p:cNvSpPr>
            <a:spLocks noGrp="1" noChangeArrowheads="1"/>
          </p:cNvSpPr>
          <p:nvPr>
            <p:ph type="title" idx="4294967295"/>
          </p:nvPr>
        </p:nvSpPr>
        <p:spPr>
          <a:xfrm>
            <a:off x="669925" y="242888"/>
            <a:ext cx="7772400"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The VSEPR Model</a:t>
            </a:r>
          </a:p>
        </p:txBody>
      </p:sp>
      <p:sp>
        <p:nvSpPr>
          <p:cNvPr id="302083" name="Rectangle 3">
            <a:extLst>
              <a:ext uri="{FF2B5EF4-FFF2-40B4-BE49-F238E27FC236}">
                <a16:creationId xmlns:a16="http://schemas.microsoft.com/office/drawing/2014/main" id="{6A9DAD17-015A-38DF-11EE-D4966F69FD48}"/>
              </a:ext>
            </a:extLst>
          </p:cNvPr>
          <p:cNvSpPr>
            <a:spLocks noGrp="1" noChangeArrowheads="1"/>
          </p:cNvSpPr>
          <p:nvPr>
            <p:ph type="body" idx="4294967295"/>
          </p:nvPr>
        </p:nvSpPr>
        <p:spPr/>
        <p:txBody>
          <a:bodyPr/>
          <a:lstStyle/>
          <a:p>
            <a:r>
              <a:rPr lang="en-US" altLang="en-US"/>
              <a:t>Geometries can be predicted from the </a:t>
            </a:r>
            <a:r>
              <a:rPr lang="en-US" altLang="en-US" u="sng">
                <a:solidFill>
                  <a:schemeClr val="accent2"/>
                </a:solidFill>
              </a:rPr>
              <a:t>V</a:t>
            </a:r>
            <a:r>
              <a:rPr lang="en-US" altLang="en-US"/>
              <a:t>alence </a:t>
            </a:r>
            <a:r>
              <a:rPr lang="en-US" altLang="en-US" u="sng">
                <a:solidFill>
                  <a:schemeClr val="accent2"/>
                </a:solidFill>
              </a:rPr>
              <a:t>S</a:t>
            </a:r>
            <a:r>
              <a:rPr lang="en-US" altLang="en-US"/>
              <a:t>hell </a:t>
            </a:r>
            <a:r>
              <a:rPr lang="en-US" altLang="en-US" u="sng">
                <a:solidFill>
                  <a:schemeClr val="accent2"/>
                </a:solidFill>
              </a:rPr>
              <a:t>E</a:t>
            </a:r>
            <a:r>
              <a:rPr lang="en-US" altLang="en-US"/>
              <a:t>lectron </a:t>
            </a:r>
            <a:r>
              <a:rPr lang="en-US" altLang="en-US" u="sng">
                <a:solidFill>
                  <a:schemeClr val="accent2"/>
                </a:solidFill>
              </a:rPr>
              <a:t>P</a:t>
            </a:r>
            <a:r>
              <a:rPr lang="en-US" altLang="en-US"/>
              <a:t>air </a:t>
            </a:r>
            <a:r>
              <a:rPr lang="en-US" altLang="en-US" u="sng">
                <a:solidFill>
                  <a:schemeClr val="accent2"/>
                </a:solidFill>
              </a:rPr>
              <a:t>R</a:t>
            </a:r>
            <a:r>
              <a:rPr lang="en-US" altLang="en-US"/>
              <a:t>epulsion model (</a:t>
            </a:r>
            <a:r>
              <a:rPr lang="en-US" altLang="en-US">
                <a:solidFill>
                  <a:schemeClr val="accent2"/>
                </a:solidFill>
              </a:rPr>
              <a:t>VSEPR</a:t>
            </a:r>
            <a:r>
              <a:rPr lang="en-US" altLang="en-US"/>
              <a:t>)</a:t>
            </a:r>
          </a:p>
          <a:p>
            <a:r>
              <a:rPr lang="en-US" altLang="en-US"/>
              <a:t>It places regions of electron density as far apart as possible</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2083">
                                            <p:txEl>
                                              <p:pRg st="0" end="0"/>
                                            </p:txEl>
                                          </p:spTgt>
                                        </p:tgtEl>
                                        <p:attrNameLst>
                                          <p:attrName>style.visibility</p:attrName>
                                        </p:attrNameLst>
                                      </p:cBhvr>
                                      <p:to>
                                        <p:strVal val="visible"/>
                                      </p:to>
                                    </p:set>
                                    <p:animEffect transition="in" filter="wipe(left)">
                                      <p:cBhvr>
                                        <p:cTn id="7" dur="500"/>
                                        <p:tgtEl>
                                          <p:spTgt spid="3020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2083">
                                            <p:txEl>
                                              <p:pRg st="1" end="1"/>
                                            </p:txEl>
                                          </p:spTgt>
                                        </p:tgtEl>
                                        <p:attrNameLst>
                                          <p:attrName>style.visibility</p:attrName>
                                        </p:attrNameLst>
                                      </p:cBhvr>
                                      <p:to>
                                        <p:strVal val="visible"/>
                                      </p:to>
                                    </p:set>
                                    <p:animEffect transition="in" filter="wipe(left)">
                                      <p:cBhvr>
                                        <p:cTn id="12" dur="500"/>
                                        <p:tgtEl>
                                          <p:spTgt spid="30208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83" grpId="0" build="p"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48C74215-A341-A420-E34A-A99407D97796}"/>
              </a:ext>
            </a:extLst>
          </p:cNvPr>
          <p:cNvSpPr>
            <a:spLocks noGrp="1" noChangeArrowheads="1"/>
          </p:cNvSpPr>
          <p:nvPr>
            <p:ph type="title" idx="4294967295"/>
          </p:nvPr>
        </p:nvSpPr>
        <p:spPr>
          <a:xfrm>
            <a:off x="652463" y="0"/>
            <a:ext cx="7772400"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3 Steps to VSEPR Shape </a:t>
            </a:r>
          </a:p>
        </p:txBody>
      </p:sp>
      <p:sp>
        <p:nvSpPr>
          <p:cNvPr id="303107" name="Rectangle 3">
            <a:extLst>
              <a:ext uri="{FF2B5EF4-FFF2-40B4-BE49-F238E27FC236}">
                <a16:creationId xmlns:a16="http://schemas.microsoft.com/office/drawing/2014/main" id="{34A4E94E-1269-7DE7-3176-355EC9177500}"/>
              </a:ext>
            </a:extLst>
          </p:cNvPr>
          <p:cNvSpPr>
            <a:spLocks noGrp="1" noChangeArrowheads="1"/>
          </p:cNvSpPr>
          <p:nvPr>
            <p:ph type="body" idx="4294967295"/>
          </p:nvPr>
        </p:nvSpPr>
        <p:spPr>
          <a:xfrm>
            <a:off x="703263" y="1295400"/>
            <a:ext cx="7772400" cy="4114800"/>
          </a:xfrm>
        </p:spPr>
        <p:txBody>
          <a:bodyPr/>
          <a:lstStyle/>
          <a:p>
            <a:pPr>
              <a:buFont typeface="Monotype Sorts" pitchFamily="2" charset="2"/>
              <a:buChar char=" "/>
            </a:pPr>
            <a:r>
              <a:rPr lang="en-US" altLang="en-US" sz="2800"/>
              <a:t>1.  Draw a Lewis structure</a:t>
            </a:r>
          </a:p>
          <a:p>
            <a:pPr>
              <a:buFont typeface="Monotype Sorts" pitchFamily="2" charset="2"/>
              <a:buChar char=" "/>
            </a:pPr>
            <a:r>
              <a:rPr lang="en-US" altLang="en-US" sz="2800"/>
              <a:t>2.  Count </a:t>
            </a:r>
            <a:r>
              <a:rPr lang="en-US" altLang="en-US" sz="2800">
                <a:solidFill>
                  <a:schemeClr val="hlink"/>
                </a:solidFill>
              </a:rPr>
              <a:t>regions</a:t>
            </a:r>
            <a:r>
              <a:rPr lang="en-US" altLang="en-US" sz="2800"/>
              <a:t> of e</a:t>
            </a:r>
            <a:r>
              <a:rPr lang="en-US" altLang="en-US" sz="2800" baseline="30000"/>
              <a:t>-</a:t>
            </a:r>
            <a:r>
              <a:rPr lang="en-US" altLang="en-US" sz="2800"/>
              <a:t> density around</a:t>
            </a:r>
            <a:r>
              <a:rPr lang="en-US" altLang="en-US" sz="2800">
                <a:solidFill>
                  <a:schemeClr val="bg1"/>
                </a:solidFill>
              </a:rPr>
              <a:t>.</a:t>
            </a:r>
            <a:r>
              <a:rPr lang="en-US" altLang="en-US" sz="2800"/>
              <a:t>central atom</a:t>
            </a:r>
          </a:p>
          <a:p>
            <a:pPr>
              <a:buFont typeface="Monotype Sorts" pitchFamily="2" charset="2"/>
              <a:buChar char=" "/>
            </a:pPr>
            <a:r>
              <a:rPr lang="en-US" altLang="en-US" sz="2800">
                <a:solidFill>
                  <a:schemeClr val="accent1"/>
                </a:solidFill>
              </a:rPr>
              <a:t>     Triple bond = 1 region</a:t>
            </a:r>
          </a:p>
          <a:p>
            <a:pPr>
              <a:buFont typeface="Monotype Sorts" pitchFamily="2" charset="2"/>
              <a:buChar char=" "/>
            </a:pPr>
            <a:r>
              <a:rPr lang="en-US" altLang="en-US" sz="2800">
                <a:solidFill>
                  <a:schemeClr val="accent1"/>
                </a:solidFill>
              </a:rPr>
              <a:t>     Double bond = 1 region</a:t>
            </a:r>
          </a:p>
          <a:p>
            <a:pPr>
              <a:buFont typeface="Monotype Sorts" pitchFamily="2" charset="2"/>
              <a:buChar char=" "/>
            </a:pPr>
            <a:r>
              <a:rPr lang="en-US" altLang="en-US" sz="2800">
                <a:solidFill>
                  <a:schemeClr val="accent1"/>
                </a:solidFill>
              </a:rPr>
              <a:t>     Single bond = 1 region</a:t>
            </a:r>
          </a:p>
          <a:p>
            <a:pPr>
              <a:buFont typeface="Monotype Sorts" pitchFamily="2" charset="2"/>
              <a:buChar char=" "/>
            </a:pPr>
            <a:r>
              <a:rPr lang="en-US" altLang="en-US" sz="2800">
                <a:solidFill>
                  <a:schemeClr val="accent1"/>
                </a:solidFill>
              </a:rPr>
              <a:t>     Lone pair = 1 region</a:t>
            </a:r>
            <a:endParaRPr lang="en-US" altLang="en-US" sz="2800"/>
          </a:p>
          <a:p>
            <a:pPr>
              <a:buFont typeface="Monotype Sorts" pitchFamily="2" charset="2"/>
              <a:buChar char=" "/>
            </a:pPr>
            <a:r>
              <a:rPr lang="en-US" altLang="en-US" sz="2800"/>
              <a:t>3.  Count the number of regions with </a:t>
            </a:r>
            <a:r>
              <a:rPr lang="en-US" altLang="en-US" sz="2800">
                <a:solidFill>
                  <a:schemeClr val="tx2"/>
                </a:solidFill>
              </a:rPr>
              <a:t>bonds</a:t>
            </a:r>
            <a:r>
              <a:rPr lang="en-US" altLang="en-US" sz="2800"/>
              <a:t> </a:t>
            </a:r>
            <a:r>
              <a:rPr lang="en-US" altLang="en-US" sz="2800">
                <a:solidFill>
                  <a:schemeClr val="bg2"/>
                </a:solidFill>
              </a:rPr>
              <a:t>….</a:t>
            </a:r>
            <a:r>
              <a:rPr lang="en-US" altLang="en-US" sz="2800"/>
              <a:t>around atom</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03107">
                                            <p:txEl>
                                              <p:pRg st="0" end="0"/>
                                            </p:txEl>
                                          </p:spTgt>
                                        </p:tgtEl>
                                        <p:attrNameLst>
                                          <p:attrName>style.visibility</p:attrName>
                                        </p:attrNameLst>
                                      </p:cBhvr>
                                      <p:to>
                                        <p:strVal val="visible"/>
                                      </p:to>
                                    </p:set>
                                    <p:animEffect transition="in" filter="box(out)">
                                      <p:cBhvr>
                                        <p:cTn id="7" dur="500"/>
                                        <p:tgtEl>
                                          <p:spTgt spid="3031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03107">
                                            <p:txEl>
                                              <p:pRg st="1" end="1"/>
                                            </p:txEl>
                                          </p:spTgt>
                                        </p:tgtEl>
                                        <p:attrNameLst>
                                          <p:attrName>style.visibility</p:attrName>
                                        </p:attrNameLst>
                                      </p:cBhvr>
                                      <p:to>
                                        <p:strVal val="visible"/>
                                      </p:to>
                                    </p:set>
                                    <p:animEffect transition="in" filter="box(out)">
                                      <p:cBhvr>
                                        <p:cTn id="12" dur="500"/>
                                        <p:tgtEl>
                                          <p:spTgt spid="3031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303107">
                                            <p:txEl>
                                              <p:pRg st="2" end="2"/>
                                            </p:txEl>
                                          </p:spTgt>
                                        </p:tgtEl>
                                        <p:attrNameLst>
                                          <p:attrName>style.visibility</p:attrName>
                                        </p:attrNameLst>
                                      </p:cBhvr>
                                      <p:to>
                                        <p:strVal val="visible"/>
                                      </p:to>
                                    </p:set>
                                    <p:animEffect transition="in" filter="box(out)">
                                      <p:cBhvr>
                                        <p:cTn id="17" dur="500"/>
                                        <p:tgtEl>
                                          <p:spTgt spid="30310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303107">
                                            <p:txEl>
                                              <p:pRg st="3" end="3"/>
                                            </p:txEl>
                                          </p:spTgt>
                                        </p:tgtEl>
                                        <p:attrNameLst>
                                          <p:attrName>style.visibility</p:attrName>
                                        </p:attrNameLst>
                                      </p:cBhvr>
                                      <p:to>
                                        <p:strVal val="visible"/>
                                      </p:to>
                                    </p:set>
                                    <p:animEffect transition="in" filter="box(out)">
                                      <p:cBhvr>
                                        <p:cTn id="22" dur="500"/>
                                        <p:tgtEl>
                                          <p:spTgt spid="30310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303107">
                                            <p:txEl>
                                              <p:pRg st="4" end="4"/>
                                            </p:txEl>
                                          </p:spTgt>
                                        </p:tgtEl>
                                        <p:attrNameLst>
                                          <p:attrName>style.visibility</p:attrName>
                                        </p:attrNameLst>
                                      </p:cBhvr>
                                      <p:to>
                                        <p:strVal val="visible"/>
                                      </p:to>
                                    </p:set>
                                    <p:animEffect transition="in" filter="box(out)">
                                      <p:cBhvr>
                                        <p:cTn id="27" dur="500"/>
                                        <p:tgtEl>
                                          <p:spTgt spid="30310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303107">
                                            <p:txEl>
                                              <p:pRg st="5" end="5"/>
                                            </p:txEl>
                                          </p:spTgt>
                                        </p:tgtEl>
                                        <p:attrNameLst>
                                          <p:attrName>style.visibility</p:attrName>
                                        </p:attrNameLst>
                                      </p:cBhvr>
                                      <p:to>
                                        <p:strVal val="visible"/>
                                      </p:to>
                                    </p:set>
                                    <p:animEffect transition="in" filter="box(out)">
                                      <p:cBhvr>
                                        <p:cTn id="32" dur="500"/>
                                        <p:tgtEl>
                                          <p:spTgt spid="30310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303107">
                                            <p:txEl>
                                              <p:pRg st="6" end="6"/>
                                            </p:txEl>
                                          </p:spTgt>
                                        </p:tgtEl>
                                        <p:attrNameLst>
                                          <p:attrName>style.visibility</p:attrName>
                                        </p:attrNameLst>
                                      </p:cBhvr>
                                      <p:to>
                                        <p:strVal val="visible"/>
                                      </p:to>
                                    </p:set>
                                    <p:animEffect transition="in" filter="box(out)">
                                      <p:cBhvr>
                                        <p:cTn id="37" dur="500"/>
                                        <p:tgtEl>
                                          <p:spTgt spid="30310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07" grpId="0" build="p"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Text Box 2">
            <a:extLst>
              <a:ext uri="{FF2B5EF4-FFF2-40B4-BE49-F238E27FC236}">
                <a16:creationId xmlns:a16="http://schemas.microsoft.com/office/drawing/2014/main" id="{9FF78289-7880-1209-CE51-F97260180459}"/>
              </a:ext>
            </a:extLst>
          </p:cNvPr>
          <p:cNvSpPr txBox="1">
            <a:spLocks noChangeArrowheads="1"/>
          </p:cNvSpPr>
          <p:nvPr/>
        </p:nvSpPr>
        <p:spPr bwMode="auto">
          <a:xfrm>
            <a:off x="268288" y="401638"/>
            <a:ext cx="8255000" cy="4900612"/>
          </a:xfrm>
          <a:prstGeom prst="rect">
            <a:avLst/>
          </a:prstGeom>
          <a:noFill/>
          <a:ln w="12700">
            <a:noFill/>
            <a:miter lim="800000"/>
            <a:headEnd/>
            <a:tailEnd/>
          </a:ln>
          <a:effectLst/>
        </p:spPr>
        <p:txBody>
          <a:bodyPr>
            <a:spAutoFit/>
          </a:bodyPr>
          <a:lstStyle/>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a:t>
            </a:r>
            <a:r>
              <a:rPr lang="en-US" sz="2800" b="1" u="sng">
                <a:solidFill>
                  <a:srgbClr val="F6BF69"/>
                </a:solidFill>
                <a:effectLst>
                  <a:outerShdw blurRad="38100" dist="38100" dir="2700000" algn="tl">
                    <a:srgbClr val="000000"/>
                  </a:outerShdw>
                </a:effectLst>
                <a:latin typeface="Times New Roman" pitchFamily="18" charset="0"/>
                <a:ea typeface="+mn-ea"/>
              </a:rPr>
              <a:t># of regions	  # with bonds	Shape</a:t>
            </a:r>
            <a:endParaRPr lang="en-US">
              <a:solidFill>
                <a:srgbClr val="FFFFFF"/>
              </a:solidFill>
              <a:effectLst>
                <a:outerShdw blurRad="38100" dist="38100" dir="2700000" algn="tl">
                  <a:srgbClr val="000000"/>
                </a:outerShdw>
              </a:effectLst>
              <a:latin typeface="Times New Roman" pitchFamily="18" charset="0"/>
              <a:ea typeface="+mn-ea"/>
            </a:endParaRP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2			2		Linear</a:t>
            </a:r>
          </a:p>
          <a:p>
            <a:pPr>
              <a:spcBef>
                <a:spcPct val="50000"/>
              </a:spcBef>
              <a:defRPr/>
            </a:pPr>
            <a:endParaRPr lang="en-US">
              <a:solidFill>
                <a:srgbClr val="FFFFFF"/>
              </a:solidFill>
              <a:effectLst>
                <a:outerShdw blurRad="38100" dist="38100" dir="2700000" algn="tl">
                  <a:srgbClr val="000000"/>
                </a:outerShdw>
              </a:effectLst>
              <a:latin typeface="Times New Roman" pitchFamily="18" charset="0"/>
              <a:ea typeface="+mn-ea"/>
            </a:endParaRP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2		Bent</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Trigonal planar</a:t>
            </a:r>
          </a:p>
          <a:p>
            <a:pPr>
              <a:spcBef>
                <a:spcPct val="50000"/>
              </a:spcBef>
              <a:defRPr/>
            </a:pPr>
            <a:endParaRPr lang="en-US">
              <a:solidFill>
                <a:srgbClr val="FFFFFF"/>
              </a:solidFill>
              <a:effectLst>
                <a:outerShdw blurRad="38100" dist="38100" dir="2700000" algn="tl">
                  <a:srgbClr val="000000"/>
                </a:outerShdw>
              </a:effectLst>
              <a:latin typeface="Times New Roman" pitchFamily="18" charset="0"/>
              <a:ea typeface="+mn-ea"/>
            </a:endParaRP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4			2		Bent</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Triangular pyramid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4		Tetrahedral</a:t>
            </a:r>
          </a:p>
        </p:txBody>
      </p:sp>
    </p:spTree>
    <p:custDataLst>
      <p:tags r:id="rId1"/>
    </p:custData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Text Box 2">
            <a:extLst>
              <a:ext uri="{FF2B5EF4-FFF2-40B4-BE49-F238E27FC236}">
                <a16:creationId xmlns:a16="http://schemas.microsoft.com/office/drawing/2014/main" id="{AC51B6DE-EF39-55F2-66C1-83D20B07026C}"/>
              </a:ext>
            </a:extLst>
          </p:cNvPr>
          <p:cNvSpPr txBox="1">
            <a:spLocks noChangeArrowheads="1"/>
          </p:cNvSpPr>
          <p:nvPr/>
        </p:nvSpPr>
        <p:spPr bwMode="auto">
          <a:xfrm>
            <a:off x="269875" y="401638"/>
            <a:ext cx="8307388" cy="5448300"/>
          </a:xfrm>
          <a:prstGeom prst="rect">
            <a:avLst/>
          </a:prstGeom>
          <a:noFill/>
          <a:ln w="12700">
            <a:noFill/>
            <a:miter lim="800000"/>
            <a:headEnd/>
            <a:tailEnd/>
          </a:ln>
          <a:effectLst/>
        </p:spPr>
        <p:txBody>
          <a:bodyPr>
            <a:spAutoFit/>
          </a:bodyPr>
          <a:lstStyle/>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a:t>
            </a:r>
            <a:r>
              <a:rPr lang="en-US" sz="2800" b="1" u="sng">
                <a:solidFill>
                  <a:srgbClr val="F6BF69"/>
                </a:solidFill>
                <a:effectLst>
                  <a:outerShdw blurRad="38100" dist="38100" dir="2700000" algn="tl">
                    <a:srgbClr val="000000"/>
                  </a:outerShdw>
                </a:effectLst>
                <a:latin typeface="Times New Roman" pitchFamily="18" charset="0"/>
                <a:ea typeface="+mn-ea"/>
              </a:rPr>
              <a:t># of regions	  # with bonds	Shape</a:t>
            </a:r>
            <a:endParaRPr lang="en-US">
              <a:solidFill>
                <a:srgbClr val="FFFFFF"/>
              </a:solidFill>
              <a:effectLst>
                <a:outerShdw blurRad="38100" dist="38100" dir="2700000" algn="tl">
                  <a:srgbClr val="000000"/>
                </a:outerShdw>
              </a:effectLst>
              <a:latin typeface="Times New Roman" pitchFamily="18" charset="0"/>
              <a:ea typeface="+mn-ea"/>
            </a:endParaRP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5			2		Linear</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T-shaped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4		See Saw</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5		Triangular bipyramid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6			2		Linear</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T-shaped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4		Square planar</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5		Square pyramid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6		Octahedral</a:t>
            </a:r>
          </a:p>
        </p:txBody>
      </p:sp>
      <p:sp>
        <p:nvSpPr>
          <p:cNvPr id="305155" name="Line 3">
            <a:extLst>
              <a:ext uri="{FF2B5EF4-FFF2-40B4-BE49-F238E27FC236}">
                <a16:creationId xmlns:a16="http://schemas.microsoft.com/office/drawing/2014/main" id="{4B2E574A-11EF-642C-FE86-BA6BDA3E05FC}"/>
              </a:ext>
            </a:extLst>
          </p:cNvPr>
          <p:cNvSpPr>
            <a:spLocks noChangeShapeType="1"/>
          </p:cNvSpPr>
          <p:nvPr/>
        </p:nvSpPr>
        <p:spPr bwMode="auto">
          <a:xfrm>
            <a:off x="1136650" y="3141663"/>
            <a:ext cx="7720013" cy="0"/>
          </a:xfrm>
          <a:prstGeom prst="line">
            <a:avLst/>
          </a:prstGeom>
          <a:no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Tree>
    <p:custDataLst>
      <p:tags r:id="rId1"/>
    </p:custData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CC3A346A-DDE2-1A79-7250-097F52AD508E}"/>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1: Laughing Gas</a:t>
            </a:r>
          </a:p>
        </p:txBody>
      </p:sp>
      <p:sp>
        <p:nvSpPr>
          <p:cNvPr id="306179" name="Text Box 3">
            <a:extLst>
              <a:ext uri="{FF2B5EF4-FFF2-40B4-BE49-F238E27FC236}">
                <a16:creationId xmlns:a16="http://schemas.microsoft.com/office/drawing/2014/main" id="{21ABC1DC-9B6D-DB8D-C6BF-D29B21C7F6B1}"/>
              </a:ext>
            </a:extLst>
          </p:cNvPr>
          <p:cNvSpPr txBox="1">
            <a:spLocks noChangeArrowheads="1"/>
          </p:cNvSpPr>
          <p:nvPr/>
        </p:nvSpPr>
        <p:spPr bwMode="auto">
          <a:xfrm>
            <a:off x="3692525" y="30591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N</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06180" name="Text Box 4">
            <a:extLst>
              <a:ext uri="{FF2B5EF4-FFF2-40B4-BE49-F238E27FC236}">
                <a16:creationId xmlns:a16="http://schemas.microsoft.com/office/drawing/2014/main" id="{3C8CBD11-CE81-6617-0D05-3EEB5410C281}"/>
              </a:ext>
            </a:extLst>
          </p:cNvPr>
          <p:cNvSpPr txBox="1">
            <a:spLocks noChangeArrowheads="1"/>
          </p:cNvSpPr>
          <p:nvPr/>
        </p:nvSpPr>
        <p:spPr bwMode="auto">
          <a:xfrm>
            <a:off x="2290763" y="30448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N</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06181" name="Text Box 5">
            <a:extLst>
              <a:ext uri="{FF2B5EF4-FFF2-40B4-BE49-F238E27FC236}">
                <a16:creationId xmlns:a16="http://schemas.microsoft.com/office/drawing/2014/main" id="{3BB4E15C-5680-C2F2-2363-B84800BCF23E}"/>
              </a:ext>
            </a:extLst>
          </p:cNvPr>
          <p:cNvSpPr txBox="1">
            <a:spLocks noChangeArrowheads="1"/>
          </p:cNvSpPr>
          <p:nvPr/>
        </p:nvSpPr>
        <p:spPr bwMode="auto">
          <a:xfrm>
            <a:off x="4983163" y="30638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06182" name="Line 6">
            <a:extLst>
              <a:ext uri="{FF2B5EF4-FFF2-40B4-BE49-F238E27FC236}">
                <a16:creationId xmlns:a16="http://schemas.microsoft.com/office/drawing/2014/main" id="{818540A9-9EF2-977D-A4A9-38681DEFB7A5}"/>
              </a:ext>
            </a:extLst>
          </p:cNvPr>
          <p:cNvSpPr>
            <a:spLocks noChangeShapeType="1"/>
          </p:cNvSpPr>
          <p:nvPr/>
        </p:nvSpPr>
        <p:spPr bwMode="auto">
          <a:xfrm>
            <a:off x="3343275" y="3560763"/>
            <a:ext cx="433388"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6183" name="Line 7">
            <a:extLst>
              <a:ext uri="{FF2B5EF4-FFF2-40B4-BE49-F238E27FC236}">
                <a16:creationId xmlns:a16="http://schemas.microsoft.com/office/drawing/2014/main" id="{1BE68B31-4A3A-9DB0-1082-70CBAFA9439D}"/>
              </a:ext>
            </a:extLst>
          </p:cNvPr>
          <p:cNvSpPr>
            <a:spLocks noChangeShapeType="1"/>
          </p:cNvSpPr>
          <p:nvPr/>
        </p:nvSpPr>
        <p:spPr bwMode="auto">
          <a:xfrm>
            <a:off x="4665663" y="3562350"/>
            <a:ext cx="434975"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105480" name="Group 8">
            <a:extLst>
              <a:ext uri="{FF2B5EF4-FFF2-40B4-BE49-F238E27FC236}">
                <a16:creationId xmlns:a16="http://schemas.microsoft.com/office/drawing/2014/main" id="{EBA2E0BC-9E33-F2EC-50C1-D2EB40602188}"/>
              </a:ext>
            </a:extLst>
          </p:cNvPr>
          <p:cNvGrpSpPr>
            <a:grpSpLocks/>
          </p:cNvGrpSpPr>
          <p:nvPr/>
        </p:nvGrpSpPr>
        <p:grpSpPr bwMode="auto">
          <a:xfrm>
            <a:off x="5291138" y="2944813"/>
            <a:ext cx="520700" cy="152400"/>
            <a:chOff x="990" y="2694"/>
            <a:chExt cx="328" cy="96"/>
          </a:xfrm>
        </p:grpSpPr>
        <p:sp>
          <p:nvSpPr>
            <p:cNvPr id="306185" name="Oval 9">
              <a:extLst>
                <a:ext uri="{FF2B5EF4-FFF2-40B4-BE49-F238E27FC236}">
                  <a16:creationId xmlns:a16="http://schemas.microsoft.com/office/drawing/2014/main" id="{E49228E4-39C7-31BB-C783-22A1467582E4}"/>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6186" name="Oval 10">
              <a:extLst>
                <a:ext uri="{FF2B5EF4-FFF2-40B4-BE49-F238E27FC236}">
                  <a16:creationId xmlns:a16="http://schemas.microsoft.com/office/drawing/2014/main" id="{E31FFD4A-D062-15DD-E6F9-AE214A07E94E}"/>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05481" name="Group 11">
            <a:extLst>
              <a:ext uri="{FF2B5EF4-FFF2-40B4-BE49-F238E27FC236}">
                <a16:creationId xmlns:a16="http://schemas.microsoft.com/office/drawing/2014/main" id="{B847F18F-E83A-BA2B-4083-6F373515635D}"/>
              </a:ext>
            </a:extLst>
          </p:cNvPr>
          <p:cNvGrpSpPr>
            <a:grpSpLocks/>
          </p:cNvGrpSpPr>
          <p:nvPr/>
        </p:nvGrpSpPr>
        <p:grpSpPr bwMode="auto">
          <a:xfrm>
            <a:off x="5291138" y="4064000"/>
            <a:ext cx="520700" cy="152400"/>
            <a:chOff x="990" y="2694"/>
            <a:chExt cx="328" cy="96"/>
          </a:xfrm>
        </p:grpSpPr>
        <p:sp>
          <p:nvSpPr>
            <p:cNvPr id="306188" name="Oval 12">
              <a:extLst>
                <a:ext uri="{FF2B5EF4-FFF2-40B4-BE49-F238E27FC236}">
                  <a16:creationId xmlns:a16="http://schemas.microsoft.com/office/drawing/2014/main" id="{A86DD731-6A3C-993D-AAE5-FC719E7B15C7}"/>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6189" name="Oval 13">
              <a:extLst>
                <a:ext uri="{FF2B5EF4-FFF2-40B4-BE49-F238E27FC236}">
                  <a16:creationId xmlns:a16="http://schemas.microsoft.com/office/drawing/2014/main" id="{1480EEB8-126B-CD57-FE4D-EF6448E242C4}"/>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05482" name="Group 14">
            <a:extLst>
              <a:ext uri="{FF2B5EF4-FFF2-40B4-BE49-F238E27FC236}">
                <a16:creationId xmlns:a16="http://schemas.microsoft.com/office/drawing/2014/main" id="{9E5829A6-4973-3613-08AC-65F352816F16}"/>
              </a:ext>
            </a:extLst>
          </p:cNvPr>
          <p:cNvGrpSpPr>
            <a:grpSpLocks/>
          </p:cNvGrpSpPr>
          <p:nvPr/>
        </p:nvGrpSpPr>
        <p:grpSpPr bwMode="auto">
          <a:xfrm rot="-5400000">
            <a:off x="5889625" y="3543300"/>
            <a:ext cx="520700" cy="152400"/>
            <a:chOff x="990" y="2694"/>
            <a:chExt cx="328" cy="96"/>
          </a:xfrm>
        </p:grpSpPr>
        <p:sp>
          <p:nvSpPr>
            <p:cNvPr id="306191" name="Oval 15">
              <a:extLst>
                <a:ext uri="{FF2B5EF4-FFF2-40B4-BE49-F238E27FC236}">
                  <a16:creationId xmlns:a16="http://schemas.microsoft.com/office/drawing/2014/main" id="{A9D184A6-B0F9-A2EA-FEF9-0D2060BAA41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6192" name="Oval 16">
              <a:extLst>
                <a:ext uri="{FF2B5EF4-FFF2-40B4-BE49-F238E27FC236}">
                  <a16:creationId xmlns:a16="http://schemas.microsoft.com/office/drawing/2014/main" id="{E91BD8BA-F72F-2692-7200-511AAA3CE815}"/>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05483" name="Group 17">
            <a:extLst>
              <a:ext uri="{FF2B5EF4-FFF2-40B4-BE49-F238E27FC236}">
                <a16:creationId xmlns:a16="http://schemas.microsoft.com/office/drawing/2014/main" id="{3C0E4294-C872-1CAB-F51D-B8FFD8B02DDA}"/>
              </a:ext>
            </a:extLst>
          </p:cNvPr>
          <p:cNvGrpSpPr>
            <a:grpSpLocks/>
          </p:cNvGrpSpPr>
          <p:nvPr/>
        </p:nvGrpSpPr>
        <p:grpSpPr bwMode="auto">
          <a:xfrm rot="-5400000">
            <a:off x="1963738" y="3495675"/>
            <a:ext cx="520700" cy="152400"/>
            <a:chOff x="990" y="2694"/>
            <a:chExt cx="328" cy="96"/>
          </a:xfrm>
        </p:grpSpPr>
        <p:sp>
          <p:nvSpPr>
            <p:cNvPr id="306194" name="Oval 18">
              <a:extLst>
                <a:ext uri="{FF2B5EF4-FFF2-40B4-BE49-F238E27FC236}">
                  <a16:creationId xmlns:a16="http://schemas.microsoft.com/office/drawing/2014/main" id="{7DA53DD9-2295-4B34-E04C-3C18617936FA}"/>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6195" name="Oval 19">
              <a:extLst>
                <a:ext uri="{FF2B5EF4-FFF2-40B4-BE49-F238E27FC236}">
                  <a16:creationId xmlns:a16="http://schemas.microsoft.com/office/drawing/2014/main" id="{588B95D1-9F81-0049-22C6-4590FD0AFE39}"/>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06196" name="Line 20">
            <a:extLst>
              <a:ext uri="{FF2B5EF4-FFF2-40B4-BE49-F238E27FC236}">
                <a16:creationId xmlns:a16="http://schemas.microsoft.com/office/drawing/2014/main" id="{E8BDE7BF-B897-4A86-7F60-F93E254C5771}"/>
              </a:ext>
            </a:extLst>
          </p:cNvPr>
          <p:cNvSpPr>
            <a:spLocks noChangeShapeType="1"/>
          </p:cNvSpPr>
          <p:nvPr/>
        </p:nvSpPr>
        <p:spPr bwMode="auto">
          <a:xfrm>
            <a:off x="3344863" y="3746500"/>
            <a:ext cx="433387"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6197" name="Line 21">
            <a:extLst>
              <a:ext uri="{FF2B5EF4-FFF2-40B4-BE49-F238E27FC236}">
                <a16:creationId xmlns:a16="http://schemas.microsoft.com/office/drawing/2014/main" id="{BA8410D6-C418-803E-01ED-4304E84AE357}"/>
              </a:ext>
            </a:extLst>
          </p:cNvPr>
          <p:cNvSpPr>
            <a:spLocks noChangeShapeType="1"/>
          </p:cNvSpPr>
          <p:nvPr/>
        </p:nvSpPr>
        <p:spPr bwMode="auto">
          <a:xfrm>
            <a:off x="3343275" y="3362325"/>
            <a:ext cx="433388"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6198" name="Text Box 22">
            <a:extLst>
              <a:ext uri="{FF2B5EF4-FFF2-40B4-BE49-F238E27FC236}">
                <a16:creationId xmlns:a16="http://schemas.microsoft.com/office/drawing/2014/main" id="{3EEFB6A9-98E6-AC3D-C3C7-B9C341C4E3AF}"/>
              </a:ext>
            </a:extLst>
          </p:cNvPr>
          <p:cNvSpPr txBox="1">
            <a:spLocks noChangeArrowheads="1"/>
          </p:cNvSpPr>
          <p:nvPr/>
        </p:nvSpPr>
        <p:spPr bwMode="auto">
          <a:xfrm>
            <a:off x="1503363" y="5013325"/>
            <a:ext cx="6716712" cy="519113"/>
          </a:xfrm>
          <a:prstGeom prst="rect">
            <a:avLst/>
          </a:prstGeom>
          <a:noFill/>
          <a:ln w="12700">
            <a:noFill/>
            <a:miter lim="800000"/>
            <a:headEnd/>
            <a:tailEnd/>
          </a:ln>
          <a:effectLst/>
        </p:spPr>
        <p:txBody>
          <a:bodyPr>
            <a:spAutoFit/>
          </a:bodyPr>
          <a:lstStyle/>
          <a:p>
            <a:pPr>
              <a:spcBef>
                <a:spcPct val="50000"/>
              </a:spcBef>
              <a:defRPr/>
            </a:pPr>
            <a:r>
              <a:rPr lang="en-US" sz="2800">
                <a:solidFill>
                  <a:srgbClr val="FFFFFF"/>
                </a:solidFill>
                <a:effectLst>
                  <a:outerShdw blurRad="38100" dist="38100" dir="2700000" algn="tl">
                    <a:srgbClr val="000000"/>
                  </a:outerShdw>
                </a:effectLst>
                <a:latin typeface="Times New Roman" pitchFamily="18" charset="0"/>
                <a:ea typeface="+mn-ea"/>
              </a:rPr>
              <a:t>How many regions of </a:t>
            </a:r>
            <a:r>
              <a:rPr lang="en-US" sz="2800">
                <a:solidFill>
                  <a:srgbClr val="FC0128"/>
                </a:solidFill>
                <a:effectLst>
                  <a:outerShdw blurRad="38100" dist="38100" dir="2700000" algn="tl">
                    <a:srgbClr val="000000"/>
                  </a:outerShdw>
                </a:effectLst>
                <a:latin typeface="Times New Roman" pitchFamily="18" charset="0"/>
                <a:ea typeface="+mn-ea"/>
              </a:rPr>
              <a:t>electron density</a:t>
            </a:r>
            <a:r>
              <a:rPr lang="en-US" sz="2800">
                <a:solidFill>
                  <a:srgbClr val="FFFFFF"/>
                </a:solidFill>
                <a:effectLst>
                  <a:outerShdw blurRad="38100" dist="38100" dir="2700000" algn="tl">
                    <a:srgbClr val="000000"/>
                  </a:outerShdw>
                </a:effectLst>
                <a:latin typeface="Times New Roman" pitchFamily="18" charset="0"/>
                <a:ea typeface="+mn-ea"/>
              </a:rPr>
              <a:t>?</a:t>
            </a:r>
            <a:endParaRPr lang="en-US">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0DE59C0-C0F6-DB31-5D34-1ADCCCCDD5FA}"/>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1: Laughing Gas</a:t>
            </a:r>
          </a:p>
        </p:txBody>
      </p:sp>
      <p:sp>
        <p:nvSpPr>
          <p:cNvPr id="307203" name="Text Box 3">
            <a:extLst>
              <a:ext uri="{FF2B5EF4-FFF2-40B4-BE49-F238E27FC236}">
                <a16:creationId xmlns:a16="http://schemas.microsoft.com/office/drawing/2014/main" id="{8044B8D1-EE25-6C85-4617-C96412A09B67}"/>
              </a:ext>
            </a:extLst>
          </p:cNvPr>
          <p:cNvSpPr txBox="1">
            <a:spLocks noChangeArrowheads="1"/>
          </p:cNvSpPr>
          <p:nvPr/>
        </p:nvSpPr>
        <p:spPr bwMode="auto">
          <a:xfrm>
            <a:off x="3692525" y="30591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N</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07204" name="Text Box 4">
            <a:extLst>
              <a:ext uri="{FF2B5EF4-FFF2-40B4-BE49-F238E27FC236}">
                <a16:creationId xmlns:a16="http://schemas.microsoft.com/office/drawing/2014/main" id="{68E6151A-19B1-1AD5-9C82-7D7086823576}"/>
              </a:ext>
            </a:extLst>
          </p:cNvPr>
          <p:cNvSpPr txBox="1">
            <a:spLocks noChangeArrowheads="1"/>
          </p:cNvSpPr>
          <p:nvPr/>
        </p:nvSpPr>
        <p:spPr bwMode="auto">
          <a:xfrm>
            <a:off x="2290763" y="30448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N</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07205" name="Text Box 5">
            <a:extLst>
              <a:ext uri="{FF2B5EF4-FFF2-40B4-BE49-F238E27FC236}">
                <a16:creationId xmlns:a16="http://schemas.microsoft.com/office/drawing/2014/main" id="{96B870AD-7283-542B-5697-E4D8AEB32A90}"/>
              </a:ext>
            </a:extLst>
          </p:cNvPr>
          <p:cNvSpPr txBox="1">
            <a:spLocks noChangeArrowheads="1"/>
          </p:cNvSpPr>
          <p:nvPr/>
        </p:nvSpPr>
        <p:spPr bwMode="auto">
          <a:xfrm>
            <a:off x="4983163" y="30638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07206" name="Line 6">
            <a:extLst>
              <a:ext uri="{FF2B5EF4-FFF2-40B4-BE49-F238E27FC236}">
                <a16:creationId xmlns:a16="http://schemas.microsoft.com/office/drawing/2014/main" id="{EB3B354A-E27D-42DA-404A-618B16B8F4A7}"/>
              </a:ext>
            </a:extLst>
          </p:cNvPr>
          <p:cNvSpPr>
            <a:spLocks noChangeShapeType="1"/>
          </p:cNvSpPr>
          <p:nvPr/>
        </p:nvSpPr>
        <p:spPr bwMode="auto">
          <a:xfrm>
            <a:off x="3343275" y="3560763"/>
            <a:ext cx="433388"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7207" name="Line 7">
            <a:extLst>
              <a:ext uri="{FF2B5EF4-FFF2-40B4-BE49-F238E27FC236}">
                <a16:creationId xmlns:a16="http://schemas.microsoft.com/office/drawing/2014/main" id="{840F6795-B1F5-DB00-9E8A-E6CDB91CCB90}"/>
              </a:ext>
            </a:extLst>
          </p:cNvPr>
          <p:cNvSpPr>
            <a:spLocks noChangeShapeType="1"/>
          </p:cNvSpPr>
          <p:nvPr/>
        </p:nvSpPr>
        <p:spPr bwMode="auto">
          <a:xfrm>
            <a:off x="4665663" y="3562350"/>
            <a:ext cx="434975"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107528" name="Group 8">
            <a:extLst>
              <a:ext uri="{FF2B5EF4-FFF2-40B4-BE49-F238E27FC236}">
                <a16:creationId xmlns:a16="http://schemas.microsoft.com/office/drawing/2014/main" id="{29787CF1-4851-DD14-F836-026795C2742F}"/>
              </a:ext>
            </a:extLst>
          </p:cNvPr>
          <p:cNvGrpSpPr>
            <a:grpSpLocks/>
          </p:cNvGrpSpPr>
          <p:nvPr/>
        </p:nvGrpSpPr>
        <p:grpSpPr bwMode="auto">
          <a:xfrm>
            <a:off x="5291138" y="2944813"/>
            <a:ext cx="520700" cy="152400"/>
            <a:chOff x="990" y="2694"/>
            <a:chExt cx="328" cy="96"/>
          </a:xfrm>
        </p:grpSpPr>
        <p:sp>
          <p:nvSpPr>
            <p:cNvPr id="307209" name="Oval 9">
              <a:extLst>
                <a:ext uri="{FF2B5EF4-FFF2-40B4-BE49-F238E27FC236}">
                  <a16:creationId xmlns:a16="http://schemas.microsoft.com/office/drawing/2014/main" id="{3A9FAE0B-84A4-3D57-5DB3-171B0F7445DE}"/>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7210" name="Oval 10">
              <a:extLst>
                <a:ext uri="{FF2B5EF4-FFF2-40B4-BE49-F238E27FC236}">
                  <a16:creationId xmlns:a16="http://schemas.microsoft.com/office/drawing/2014/main" id="{3EC9325F-57C8-5673-8AE7-584B1AE2AE6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07529" name="Group 11">
            <a:extLst>
              <a:ext uri="{FF2B5EF4-FFF2-40B4-BE49-F238E27FC236}">
                <a16:creationId xmlns:a16="http://schemas.microsoft.com/office/drawing/2014/main" id="{4F8F2CB0-8572-E3F6-A62E-DBDAAA77C23F}"/>
              </a:ext>
            </a:extLst>
          </p:cNvPr>
          <p:cNvGrpSpPr>
            <a:grpSpLocks/>
          </p:cNvGrpSpPr>
          <p:nvPr/>
        </p:nvGrpSpPr>
        <p:grpSpPr bwMode="auto">
          <a:xfrm>
            <a:off x="5291138" y="4064000"/>
            <a:ext cx="520700" cy="152400"/>
            <a:chOff x="990" y="2694"/>
            <a:chExt cx="328" cy="96"/>
          </a:xfrm>
        </p:grpSpPr>
        <p:sp>
          <p:nvSpPr>
            <p:cNvPr id="307212" name="Oval 12">
              <a:extLst>
                <a:ext uri="{FF2B5EF4-FFF2-40B4-BE49-F238E27FC236}">
                  <a16:creationId xmlns:a16="http://schemas.microsoft.com/office/drawing/2014/main" id="{B304943D-7FA1-F8E2-913D-40DFADA30ECB}"/>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7213" name="Oval 13">
              <a:extLst>
                <a:ext uri="{FF2B5EF4-FFF2-40B4-BE49-F238E27FC236}">
                  <a16:creationId xmlns:a16="http://schemas.microsoft.com/office/drawing/2014/main" id="{AE2FD656-087F-7AA8-3B6E-9F4A2D3B82F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07530" name="Group 14">
            <a:extLst>
              <a:ext uri="{FF2B5EF4-FFF2-40B4-BE49-F238E27FC236}">
                <a16:creationId xmlns:a16="http://schemas.microsoft.com/office/drawing/2014/main" id="{17621932-A455-0346-0B5D-BE43259F4433}"/>
              </a:ext>
            </a:extLst>
          </p:cNvPr>
          <p:cNvGrpSpPr>
            <a:grpSpLocks/>
          </p:cNvGrpSpPr>
          <p:nvPr/>
        </p:nvGrpSpPr>
        <p:grpSpPr bwMode="auto">
          <a:xfrm rot="-5400000">
            <a:off x="5889625" y="3543300"/>
            <a:ext cx="520700" cy="152400"/>
            <a:chOff x="990" y="2694"/>
            <a:chExt cx="328" cy="96"/>
          </a:xfrm>
        </p:grpSpPr>
        <p:sp>
          <p:nvSpPr>
            <p:cNvPr id="307215" name="Oval 15">
              <a:extLst>
                <a:ext uri="{FF2B5EF4-FFF2-40B4-BE49-F238E27FC236}">
                  <a16:creationId xmlns:a16="http://schemas.microsoft.com/office/drawing/2014/main" id="{4470C1A1-E2F6-63D3-0C18-C12F865987EE}"/>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7216" name="Oval 16">
              <a:extLst>
                <a:ext uri="{FF2B5EF4-FFF2-40B4-BE49-F238E27FC236}">
                  <a16:creationId xmlns:a16="http://schemas.microsoft.com/office/drawing/2014/main" id="{2F1AB423-E50C-3CEE-B79E-AEC3198190ED}"/>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07531" name="Group 17">
            <a:extLst>
              <a:ext uri="{FF2B5EF4-FFF2-40B4-BE49-F238E27FC236}">
                <a16:creationId xmlns:a16="http://schemas.microsoft.com/office/drawing/2014/main" id="{D5BE8F0D-1D96-C9A2-4E5F-17131B2749ED}"/>
              </a:ext>
            </a:extLst>
          </p:cNvPr>
          <p:cNvGrpSpPr>
            <a:grpSpLocks/>
          </p:cNvGrpSpPr>
          <p:nvPr/>
        </p:nvGrpSpPr>
        <p:grpSpPr bwMode="auto">
          <a:xfrm rot="-5400000">
            <a:off x="1963738" y="3495675"/>
            <a:ext cx="520700" cy="152400"/>
            <a:chOff x="990" y="2694"/>
            <a:chExt cx="328" cy="96"/>
          </a:xfrm>
        </p:grpSpPr>
        <p:sp>
          <p:nvSpPr>
            <p:cNvPr id="307218" name="Oval 18">
              <a:extLst>
                <a:ext uri="{FF2B5EF4-FFF2-40B4-BE49-F238E27FC236}">
                  <a16:creationId xmlns:a16="http://schemas.microsoft.com/office/drawing/2014/main" id="{424064FA-DAFF-317C-38E6-068D0783B11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7219" name="Oval 19">
              <a:extLst>
                <a:ext uri="{FF2B5EF4-FFF2-40B4-BE49-F238E27FC236}">
                  <a16:creationId xmlns:a16="http://schemas.microsoft.com/office/drawing/2014/main" id="{BD6093C3-9552-E098-04A7-D35DF12FDDA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07220" name="Line 20">
            <a:extLst>
              <a:ext uri="{FF2B5EF4-FFF2-40B4-BE49-F238E27FC236}">
                <a16:creationId xmlns:a16="http://schemas.microsoft.com/office/drawing/2014/main" id="{A3E18465-246E-7E2D-56E0-E25224F6B93D}"/>
              </a:ext>
            </a:extLst>
          </p:cNvPr>
          <p:cNvSpPr>
            <a:spLocks noChangeShapeType="1"/>
          </p:cNvSpPr>
          <p:nvPr/>
        </p:nvSpPr>
        <p:spPr bwMode="auto">
          <a:xfrm>
            <a:off x="3344863" y="3746500"/>
            <a:ext cx="433387"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7221" name="Line 21">
            <a:extLst>
              <a:ext uri="{FF2B5EF4-FFF2-40B4-BE49-F238E27FC236}">
                <a16:creationId xmlns:a16="http://schemas.microsoft.com/office/drawing/2014/main" id="{4E77CFDC-7434-4E8C-08B6-84705552CEE6}"/>
              </a:ext>
            </a:extLst>
          </p:cNvPr>
          <p:cNvSpPr>
            <a:spLocks noChangeShapeType="1"/>
          </p:cNvSpPr>
          <p:nvPr/>
        </p:nvSpPr>
        <p:spPr bwMode="auto">
          <a:xfrm>
            <a:off x="3343275" y="3362325"/>
            <a:ext cx="433388"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7222" name="Text Box 22">
            <a:extLst>
              <a:ext uri="{FF2B5EF4-FFF2-40B4-BE49-F238E27FC236}">
                <a16:creationId xmlns:a16="http://schemas.microsoft.com/office/drawing/2014/main" id="{0FBDD346-1D2A-402C-A1BA-9F3E31F6222B}"/>
              </a:ext>
            </a:extLst>
          </p:cNvPr>
          <p:cNvSpPr txBox="1">
            <a:spLocks noChangeArrowheads="1"/>
          </p:cNvSpPr>
          <p:nvPr/>
        </p:nvSpPr>
        <p:spPr bwMode="auto">
          <a:xfrm>
            <a:off x="1503363" y="5013325"/>
            <a:ext cx="6716712" cy="519113"/>
          </a:xfrm>
          <a:prstGeom prst="rect">
            <a:avLst/>
          </a:prstGeom>
          <a:noFill/>
          <a:ln w="12700">
            <a:noFill/>
            <a:miter lim="800000"/>
            <a:headEnd/>
            <a:tailEnd/>
          </a:ln>
          <a:effectLst/>
        </p:spPr>
        <p:txBody>
          <a:bodyPr>
            <a:spAutoFit/>
          </a:bodyPr>
          <a:lstStyle/>
          <a:p>
            <a:pPr>
              <a:spcBef>
                <a:spcPct val="50000"/>
              </a:spcBef>
              <a:defRPr/>
            </a:pPr>
            <a:r>
              <a:rPr lang="en-US" sz="2800">
                <a:solidFill>
                  <a:srgbClr val="FFFFFF"/>
                </a:solidFill>
                <a:effectLst>
                  <a:outerShdw blurRad="38100" dist="38100" dir="2700000" algn="tl">
                    <a:srgbClr val="000000"/>
                  </a:outerShdw>
                </a:effectLst>
                <a:latin typeface="Times New Roman" pitchFamily="18" charset="0"/>
                <a:ea typeface="+mn-ea"/>
              </a:rPr>
              <a:t>How many regions of </a:t>
            </a:r>
            <a:r>
              <a:rPr lang="en-US" sz="2800">
                <a:solidFill>
                  <a:srgbClr val="FC0128"/>
                </a:solidFill>
                <a:effectLst>
                  <a:outerShdw blurRad="38100" dist="38100" dir="2700000" algn="tl">
                    <a:srgbClr val="000000"/>
                  </a:outerShdw>
                </a:effectLst>
                <a:latin typeface="Times New Roman" pitchFamily="18" charset="0"/>
                <a:ea typeface="+mn-ea"/>
              </a:rPr>
              <a:t>electron density</a:t>
            </a:r>
            <a:r>
              <a:rPr lang="en-US" sz="2800">
                <a:solidFill>
                  <a:srgbClr val="FFFFFF"/>
                </a:solidFill>
                <a:effectLst>
                  <a:outerShdw blurRad="38100" dist="38100" dir="2700000" algn="tl">
                    <a:srgbClr val="000000"/>
                  </a:outerShdw>
                </a:effectLst>
                <a:latin typeface="Times New Roman" pitchFamily="18" charset="0"/>
                <a:ea typeface="+mn-ea"/>
              </a:rPr>
              <a:t>?</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07223" name="Text Box 23">
            <a:extLst>
              <a:ext uri="{FF2B5EF4-FFF2-40B4-BE49-F238E27FC236}">
                <a16:creationId xmlns:a16="http://schemas.microsoft.com/office/drawing/2014/main" id="{05C9DB8A-99C4-C23E-0C39-4FD9EC43DA2A}"/>
              </a:ext>
            </a:extLst>
          </p:cNvPr>
          <p:cNvSpPr txBox="1">
            <a:spLocks noChangeArrowheads="1"/>
          </p:cNvSpPr>
          <p:nvPr/>
        </p:nvSpPr>
        <p:spPr bwMode="auto">
          <a:xfrm>
            <a:off x="2857500" y="1989138"/>
            <a:ext cx="2906713" cy="469900"/>
          </a:xfrm>
          <a:prstGeom prst="rect">
            <a:avLst/>
          </a:prstGeom>
          <a:solidFill>
            <a:schemeClr val="folHlink"/>
          </a:solidFill>
          <a:ln w="12700">
            <a:solidFill>
              <a:schemeClr val="accent2"/>
            </a:solidFill>
            <a:miter lim="800000"/>
            <a:headEnd/>
            <a:tailEnd/>
          </a:ln>
          <a:effectLst/>
        </p:spPr>
        <p:txBody>
          <a:bodyPr>
            <a:spAutoFit/>
          </a:bodyPr>
          <a:lstStyle/>
          <a:p>
            <a:pPr algn="ctr">
              <a:spcBef>
                <a:spcPct val="50000"/>
              </a:spcBef>
              <a:defRPr/>
            </a:pPr>
            <a:r>
              <a:rPr lang="en-US">
                <a:solidFill>
                  <a:srgbClr val="FAFD00"/>
                </a:solidFill>
                <a:effectLst>
                  <a:outerShdw blurRad="38100" dist="38100" dir="2700000" algn="tl">
                    <a:srgbClr val="000000"/>
                  </a:outerShdw>
                </a:effectLst>
                <a:latin typeface="Times New Roman" pitchFamily="18" charset="0"/>
                <a:ea typeface="+mn-ea"/>
              </a:rPr>
              <a:t>Atom of interest</a:t>
            </a:r>
          </a:p>
        </p:txBody>
      </p:sp>
      <p:sp>
        <p:nvSpPr>
          <p:cNvPr id="307224" name="Line 24">
            <a:extLst>
              <a:ext uri="{FF2B5EF4-FFF2-40B4-BE49-F238E27FC236}">
                <a16:creationId xmlns:a16="http://schemas.microsoft.com/office/drawing/2014/main" id="{517D7826-120D-023A-F29F-755E8461B79A}"/>
              </a:ext>
            </a:extLst>
          </p:cNvPr>
          <p:cNvSpPr>
            <a:spLocks noChangeShapeType="1"/>
          </p:cNvSpPr>
          <p:nvPr/>
        </p:nvSpPr>
        <p:spPr bwMode="auto">
          <a:xfrm>
            <a:off x="4211638" y="2557463"/>
            <a:ext cx="0" cy="633412"/>
          </a:xfrm>
          <a:prstGeom prst="line">
            <a:avLst/>
          </a:prstGeom>
          <a:noFill/>
          <a:ln w="38100">
            <a:solidFill>
              <a:schemeClr val="accent2"/>
            </a:solidFill>
            <a:round/>
            <a:headEnd/>
            <a:tailEnd type="triangle" w="med" len="me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7225" name="Rectangle 25">
            <a:extLst>
              <a:ext uri="{FF2B5EF4-FFF2-40B4-BE49-F238E27FC236}">
                <a16:creationId xmlns:a16="http://schemas.microsoft.com/office/drawing/2014/main" id="{42A6DD15-6C32-9321-2B3A-DD70F8785A52}"/>
              </a:ext>
            </a:extLst>
          </p:cNvPr>
          <p:cNvSpPr>
            <a:spLocks noChangeArrowheads="1"/>
          </p:cNvSpPr>
          <p:nvPr/>
        </p:nvSpPr>
        <p:spPr bwMode="auto">
          <a:xfrm>
            <a:off x="3860800" y="3125788"/>
            <a:ext cx="735013" cy="935037"/>
          </a:xfrm>
          <a:prstGeom prst="rect">
            <a:avLst/>
          </a:prstGeom>
          <a:noFill/>
          <a:ln w="12700">
            <a:solidFill>
              <a:schemeClr val="accent2"/>
            </a:solidFill>
            <a:miter lim="800000"/>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Tree>
    <p:custDataLst>
      <p:tags r:id="rId1"/>
    </p:custData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578FC44A-DE7F-5222-AEDF-7118D1B82D97}"/>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1: Laughing Gas</a:t>
            </a:r>
          </a:p>
        </p:txBody>
      </p:sp>
      <p:sp>
        <p:nvSpPr>
          <p:cNvPr id="308227" name="Text Box 3">
            <a:extLst>
              <a:ext uri="{FF2B5EF4-FFF2-40B4-BE49-F238E27FC236}">
                <a16:creationId xmlns:a16="http://schemas.microsoft.com/office/drawing/2014/main" id="{3B74192B-ACF4-5A18-E8BD-EFB7BD551EAD}"/>
              </a:ext>
            </a:extLst>
          </p:cNvPr>
          <p:cNvSpPr txBox="1">
            <a:spLocks noChangeArrowheads="1"/>
          </p:cNvSpPr>
          <p:nvPr/>
        </p:nvSpPr>
        <p:spPr bwMode="auto">
          <a:xfrm>
            <a:off x="3692525" y="30591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N</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08228" name="Text Box 4">
            <a:extLst>
              <a:ext uri="{FF2B5EF4-FFF2-40B4-BE49-F238E27FC236}">
                <a16:creationId xmlns:a16="http://schemas.microsoft.com/office/drawing/2014/main" id="{7AAB76AC-CDB8-D428-A1ED-F5B66A3140DB}"/>
              </a:ext>
            </a:extLst>
          </p:cNvPr>
          <p:cNvSpPr txBox="1">
            <a:spLocks noChangeArrowheads="1"/>
          </p:cNvSpPr>
          <p:nvPr/>
        </p:nvSpPr>
        <p:spPr bwMode="auto">
          <a:xfrm>
            <a:off x="2290763" y="30448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N</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08229" name="Text Box 5">
            <a:extLst>
              <a:ext uri="{FF2B5EF4-FFF2-40B4-BE49-F238E27FC236}">
                <a16:creationId xmlns:a16="http://schemas.microsoft.com/office/drawing/2014/main" id="{17927AAB-4F4C-8ECD-A4C9-1679A6AFDEAC}"/>
              </a:ext>
            </a:extLst>
          </p:cNvPr>
          <p:cNvSpPr txBox="1">
            <a:spLocks noChangeArrowheads="1"/>
          </p:cNvSpPr>
          <p:nvPr/>
        </p:nvSpPr>
        <p:spPr bwMode="auto">
          <a:xfrm>
            <a:off x="4983163" y="30638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08230" name="Line 6">
            <a:extLst>
              <a:ext uri="{FF2B5EF4-FFF2-40B4-BE49-F238E27FC236}">
                <a16:creationId xmlns:a16="http://schemas.microsoft.com/office/drawing/2014/main" id="{BAF41F28-C9E4-A67D-48B9-8DC1EA577C40}"/>
              </a:ext>
            </a:extLst>
          </p:cNvPr>
          <p:cNvSpPr>
            <a:spLocks noChangeShapeType="1"/>
          </p:cNvSpPr>
          <p:nvPr/>
        </p:nvSpPr>
        <p:spPr bwMode="auto">
          <a:xfrm>
            <a:off x="3343275" y="3560763"/>
            <a:ext cx="433388"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8231" name="Line 7">
            <a:extLst>
              <a:ext uri="{FF2B5EF4-FFF2-40B4-BE49-F238E27FC236}">
                <a16:creationId xmlns:a16="http://schemas.microsoft.com/office/drawing/2014/main" id="{9754EA24-84D4-8A59-02B7-2472F3B95555}"/>
              </a:ext>
            </a:extLst>
          </p:cNvPr>
          <p:cNvSpPr>
            <a:spLocks noChangeShapeType="1"/>
          </p:cNvSpPr>
          <p:nvPr/>
        </p:nvSpPr>
        <p:spPr bwMode="auto">
          <a:xfrm>
            <a:off x="4665663" y="3562350"/>
            <a:ext cx="434975"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109576" name="Group 8">
            <a:extLst>
              <a:ext uri="{FF2B5EF4-FFF2-40B4-BE49-F238E27FC236}">
                <a16:creationId xmlns:a16="http://schemas.microsoft.com/office/drawing/2014/main" id="{48DB2BE2-E74F-9FD5-D8FB-65080B2458A9}"/>
              </a:ext>
            </a:extLst>
          </p:cNvPr>
          <p:cNvGrpSpPr>
            <a:grpSpLocks/>
          </p:cNvGrpSpPr>
          <p:nvPr/>
        </p:nvGrpSpPr>
        <p:grpSpPr bwMode="auto">
          <a:xfrm>
            <a:off x="5291138" y="2944813"/>
            <a:ext cx="520700" cy="152400"/>
            <a:chOff x="990" y="2694"/>
            <a:chExt cx="328" cy="96"/>
          </a:xfrm>
        </p:grpSpPr>
        <p:sp>
          <p:nvSpPr>
            <p:cNvPr id="308233" name="Oval 9">
              <a:extLst>
                <a:ext uri="{FF2B5EF4-FFF2-40B4-BE49-F238E27FC236}">
                  <a16:creationId xmlns:a16="http://schemas.microsoft.com/office/drawing/2014/main" id="{D29EFA19-D437-08C2-A68D-AF0B449BE7E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8234" name="Oval 10">
              <a:extLst>
                <a:ext uri="{FF2B5EF4-FFF2-40B4-BE49-F238E27FC236}">
                  <a16:creationId xmlns:a16="http://schemas.microsoft.com/office/drawing/2014/main" id="{2F48FCDB-4854-A03F-8100-95ABE84C7F09}"/>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09577" name="Group 11">
            <a:extLst>
              <a:ext uri="{FF2B5EF4-FFF2-40B4-BE49-F238E27FC236}">
                <a16:creationId xmlns:a16="http://schemas.microsoft.com/office/drawing/2014/main" id="{F9B0AFD1-869E-3B00-27F8-B857722702C6}"/>
              </a:ext>
            </a:extLst>
          </p:cNvPr>
          <p:cNvGrpSpPr>
            <a:grpSpLocks/>
          </p:cNvGrpSpPr>
          <p:nvPr/>
        </p:nvGrpSpPr>
        <p:grpSpPr bwMode="auto">
          <a:xfrm>
            <a:off x="5291138" y="4064000"/>
            <a:ext cx="520700" cy="152400"/>
            <a:chOff x="990" y="2694"/>
            <a:chExt cx="328" cy="96"/>
          </a:xfrm>
        </p:grpSpPr>
        <p:sp>
          <p:nvSpPr>
            <p:cNvPr id="308236" name="Oval 12">
              <a:extLst>
                <a:ext uri="{FF2B5EF4-FFF2-40B4-BE49-F238E27FC236}">
                  <a16:creationId xmlns:a16="http://schemas.microsoft.com/office/drawing/2014/main" id="{14A650E6-8B14-4095-E3C9-F187D386A4C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8237" name="Oval 13">
              <a:extLst>
                <a:ext uri="{FF2B5EF4-FFF2-40B4-BE49-F238E27FC236}">
                  <a16:creationId xmlns:a16="http://schemas.microsoft.com/office/drawing/2014/main" id="{D19D26E6-662F-63BF-1858-7359C6278C21}"/>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09578" name="Group 14">
            <a:extLst>
              <a:ext uri="{FF2B5EF4-FFF2-40B4-BE49-F238E27FC236}">
                <a16:creationId xmlns:a16="http://schemas.microsoft.com/office/drawing/2014/main" id="{4C5D0FDD-0363-130B-BB91-0BBD17F3D2EE}"/>
              </a:ext>
            </a:extLst>
          </p:cNvPr>
          <p:cNvGrpSpPr>
            <a:grpSpLocks/>
          </p:cNvGrpSpPr>
          <p:nvPr/>
        </p:nvGrpSpPr>
        <p:grpSpPr bwMode="auto">
          <a:xfrm rot="-5400000">
            <a:off x="5889625" y="3543300"/>
            <a:ext cx="520700" cy="152400"/>
            <a:chOff x="990" y="2694"/>
            <a:chExt cx="328" cy="96"/>
          </a:xfrm>
        </p:grpSpPr>
        <p:sp>
          <p:nvSpPr>
            <p:cNvPr id="308239" name="Oval 15">
              <a:extLst>
                <a:ext uri="{FF2B5EF4-FFF2-40B4-BE49-F238E27FC236}">
                  <a16:creationId xmlns:a16="http://schemas.microsoft.com/office/drawing/2014/main" id="{83DEA57D-011F-4DF9-3407-F600CFC6790B}"/>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8240" name="Oval 16">
              <a:extLst>
                <a:ext uri="{FF2B5EF4-FFF2-40B4-BE49-F238E27FC236}">
                  <a16:creationId xmlns:a16="http://schemas.microsoft.com/office/drawing/2014/main" id="{E7A6C99C-5839-3314-FBEB-4BF94FB21370}"/>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09579" name="Group 17">
            <a:extLst>
              <a:ext uri="{FF2B5EF4-FFF2-40B4-BE49-F238E27FC236}">
                <a16:creationId xmlns:a16="http://schemas.microsoft.com/office/drawing/2014/main" id="{78E74D21-2225-24FC-7EEE-3538075B76E4}"/>
              </a:ext>
            </a:extLst>
          </p:cNvPr>
          <p:cNvGrpSpPr>
            <a:grpSpLocks/>
          </p:cNvGrpSpPr>
          <p:nvPr/>
        </p:nvGrpSpPr>
        <p:grpSpPr bwMode="auto">
          <a:xfrm rot="-5400000">
            <a:off x="1963738" y="3495675"/>
            <a:ext cx="520700" cy="152400"/>
            <a:chOff x="990" y="2694"/>
            <a:chExt cx="328" cy="96"/>
          </a:xfrm>
        </p:grpSpPr>
        <p:sp>
          <p:nvSpPr>
            <p:cNvPr id="308242" name="Oval 18">
              <a:extLst>
                <a:ext uri="{FF2B5EF4-FFF2-40B4-BE49-F238E27FC236}">
                  <a16:creationId xmlns:a16="http://schemas.microsoft.com/office/drawing/2014/main" id="{1554B9BA-274C-8D3E-6FD4-1FA895C476FB}"/>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8243" name="Oval 19">
              <a:extLst>
                <a:ext uri="{FF2B5EF4-FFF2-40B4-BE49-F238E27FC236}">
                  <a16:creationId xmlns:a16="http://schemas.microsoft.com/office/drawing/2014/main" id="{69626505-7EE6-5E95-D34B-1EFC28DA6CEF}"/>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08244" name="Line 20">
            <a:extLst>
              <a:ext uri="{FF2B5EF4-FFF2-40B4-BE49-F238E27FC236}">
                <a16:creationId xmlns:a16="http://schemas.microsoft.com/office/drawing/2014/main" id="{D4BF661C-AEBA-20B6-DC13-77A7B7EB3E54}"/>
              </a:ext>
            </a:extLst>
          </p:cNvPr>
          <p:cNvSpPr>
            <a:spLocks noChangeShapeType="1"/>
          </p:cNvSpPr>
          <p:nvPr/>
        </p:nvSpPr>
        <p:spPr bwMode="auto">
          <a:xfrm>
            <a:off x="3344863" y="3746500"/>
            <a:ext cx="433387"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8245" name="Line 21">
            <a:extLst>
              <a:ext uri="{FF2B5EF4-FFF2-40B4-BE49-F238E27FC236}">
                <a16:creationId xmlns:a16="http://schemas.microsoft.com/office/drawing/2014/main" id="{9092A54D-BAC5-1355-00BD-25FFD051068B}"/>
              </a:ext>
            </a:extLst>
          </p:cNvPr>
          <p:cNvSpPr>
            <a:spLocks noChangeShapeType="1"/>
          </p:cNvSpPr>
          <p:nvPr/>
        </p:nvSpPr>
        <p:spPr bwMode="auto">
          <a:xfrm>
            <a:off x="3343275" y="3362325"/>
            <a:ext cx="433388"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8246" name="Text Box 22">
            <a:extLst>
              <a:ext uri="{FF2B5EF4-FFF2-40B4-BE49-F238E27FC236}">
                <a16:creationId xmlns:a16="http://schemas.microsoft.com/office/drawing/2014/main" id="{2F60D5F1-8306-7BA2-34CD-DA516D9C0318}"/>
              </a:ext>
            </a:extLst>
          </p:cNvPr>
          <p:cNvSpPr txBox="1">
            <a:spLocks noChangeArrowheads="1"/>
          </p:cNvSpPr>
          <p:nvPr/>
        </p:nvSpPr>
        <p:spPr bwMode="auto">
          <a:xfrm>
            <a:off x="1503363" y="5013325"/>
            <a:ext cx="6716712" cy="519113"/>
          </a:xfrm>
          <a:prstGeom prst="rect">
            <a:avLst/>
          </a:prstGeom>
          <a:noFill/>
          <a:ln w="12700">
            <a:noFill/>
            <a:miter lim="800000"/>
            <a:headEnd/>
            <a:tailEnd/>
          </a:ln>
          <a:effectLst/>
        </p:spPr>
        <p:txBody>
          <a:bodyPr>
            <a:spAutoFit/>
          </a:bodyPr>
          <a:lstStyle/>
          <a:p>
            <a:pPr>
              <a:spcBef>
                <a:spcPct val="50000"/>
              </a:spcBef>
              <a:defRPr/>
            </a:pPr>
            <a:r>
              <a:rPr lang="en-US" sz="2800">
                <a:solidFill>
                  <a:srgbClr val="FFFFFF"/>
                </a:solidFill>
                <a:effectLst>
                  <a:outerShdw blurRad="38100" dist="38100" dir="2700000" algn="tl">
                    <a:srgbClr val="000000"/>
                  </a:outerShdw>
                </a:effectLst>
                <a:latin typeface="Times New Roman" pitchFamily="18" charset="0"/>
                <a:ea typeface="+mn-ea"/>
              </a:rPr>
              <a:t>How many regions of </a:t>
            </a:r>
            <a:r>
              <a:rPr lang="en-US" sz="2800">
                <a:solidFill>
                  <a:srgbClr val="FC0128"/>
                </a:solidFill>
                <a:effectLst>
                  <a:outerShdw blurRad="38100" dist="38100" dir="2700000" algn="tl">
                    <a:srgbClr val="000000"/>
                  </a:outerShdw>
                </a:effectLst>
                <a:latin typeface="Times New Roman" pitchFamily="18" charset="0"/>
                <a:ea typeface="+mn-ea"/>
              </a:rPr>
              <a:t>electron density</a:t>
            </a:r>
            <a:r>
              <a:rPr lang="en-US" sz="2800">
                <a:solidFill>
                  <a:srgbClr val="FFFFFF"/>
                </a:solidFill>
                <a:effectLst>
                  <a:outerShdw blurRad="38100" dist="38100" dir="2700000" algn="tl">
                    <a:srgbClr val="000000"/>
                  </a:outerShdw>
                </a:effectLst>
                <a:latin typeface="Times New Roman" pitchFamily="18" charset="0"/>
                <a:ea typeface="+mn-ea"/>
              </a:rPr>
              <a:t>?</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08247" name="Text Box 23">
            <a:extLst>
              <a:ext uri="{FF2B5EF4-FFF2-40B4-BE49-F238E27FC236}">
                <a16:creationId xmlns:a16="http://schemas.microsoft.com/office/drawing/2014/main" id="{8A00027B-4E7F-FCC5-5730-AEBD4F9A1439}"/>
              </a:ext>
            </a:extLst>
          </p:cNvPr>
          <p:cNvSpPr txBox="1">
            <a:spLocks noChangeArrowheads="1"/>
          </p:cNvSpPr>
          <p:nvPr/>
        </p:nvSpPr>
        <p:spPr bwMode="auto">
          <a:xfrm>
            <a:off x="3208338" y="2640013"/>
            <a:ext cx="719137"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1</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08248" name="Oval 24">
            <a:extLst>
              <a:ext uri="{FF2B5EF4-FFF2-40B4-BE49-F238E27FC236}">
                <a16:creationId xmlns:a16="http://schemas.microsoft.com/office/drawing/2014/main" id="{D19BF6D9-5AEF-9177-A9F5-D21CFC300697}"/>
              </a:ext>
            </a:extLst>
          </p:cNvPr>
          <p:cNvSpPr>
            <a:spLocks noChangeArrowheads="1"/>
          </p:cNvSpPr>
          <p:nvPr/>
        </p:nvSpPr>
        <p:spPr bwMode="auto">
          <a:xfrm>
            <a:off x="3208338" y="3159125"/>
            <a:ext cx="701675" cy="819150"/>
          </a:xfrm>
          <a:prstGeom prst="ellipse">
            <a:avLst/>
          </a:prstGeom>
          <a:noFill/>
          <a:ln w="28575">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Tree>
    <p:custDataLst>
      <p:tags r:id="rId1"/>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87739C0F-4A79-D1BC-E220-F773BF64373F}"/>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1: Laughing Gas</a:t>
            </a:r>
          </a:p>
        </p:txBody>
      </p:sp>
      <p:sp>
        <p:nvSpPr>
          <p:cNvPr id="309251" name="Text Box 3">
            <a:extLst>
              <a:ext uri="{FF2B5EF4-FFF2-40B4-BE49-F238E27FC236}">
                <a16:creationId xmlns:a16="http://schemas.microsoft.com/office/drawing/2014/main" id="{2EAFB490-449D-DB36-1B7E-1047E0A72B20}"/>
              </a:ext>
            </a:extLst>
          </p:cNvPr>
          <p:cNvSpPr txBox="1">
            <a:spLocks noChangeArrowheads="1"/>
          </p:cNvSpPr>
          <p:nvPr/>
        </p:nvSpPr>
        <p:spPr bwMode="auto">
          <a:xfrm>
            <a:off x="3692525" y="30591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N</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09252" name="Text Box 4">
            <a:extLst>
              <a:ext uri="{FF2B5EF4-FFF2-40B4-BE49-F238E27FC236}">
                <a16:creationId xmlns:a16="http://schemas.microsoft.com/office/drawing/2014/main" id="{3387C818-B1A9-8419-2487-47C2A278DF33}"/>
              </a:ext>
            </a:extLst>
          </p:cNvPr>
          <p:cNvSpPr txBox="1">
            <a:spLocks noChangeArrowheads="1"/>
          </p:cNvSpPr>
          <p:nvPr/>
        </p:nvSpPr>
        <p:spPr bwMode="auto">
          <a:xfrm>
            <a:off x="2290763" y="30448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N</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09253" name="Text Box 5">
            <a:extLst>
              <a:ext uri="{FF2B5EF4-FFF2-40B4-BE49-F238E27FC236}">
                <a16:creationId xmlns:a16="http://schemas.microsoft.com/office/drawing/2014/main" id="{D0E1A596-A9F3-F5FB-D669-B0D9109810F7}"/>
              </a:ext>
            </a:extLst>
          </p:cNvPr>
          <p:cNvSpPr txBox="1">
            <a:spLocks noChangeArrowheads="1"/>
          </p:cNvSpPr>
          <p:nvPr/>
        </p:nvSpPr>
        <p:spPr bwMode="auto">
          <a:xfrm>
            <a:off x="4983163" y="30638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09254" name="Line 6">
            <a:extLst>
              <a:ext uri="{FF2B5EF4-FFF2-40B4-BE49-F238E27FC236}">
                <a16:creationId xmlns:a16="http://schemas.microsoft.com/office/drawing/2014/main" id="{9195567B-0EBD-2206-CBB0-6AE31C178607}"/>
              </a:ext>
            </a:extLst>
          </p:cNvPr>
          <p:cNvSpPr>
            <a:spLocks noChangeShapeType="1"/>
          </p:cNvSpPr>
          <p:nvPr/>
        </p:nvSpPr>
        <p:spPr bwMode="auto">
          <a:xfrm>
            <a:off x="3343275" y="3560763"/>
            <a:ext cx="433388"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9255" name="Line 7">
            <a:extLst>
              <a:ext uri="{FF2B5EF4-FFF2-40B4-BE49-F238E27FC236}">
                <a16:creationId xmlns:a16="http://schemas.microsoft.com/office/drawing/2014/main" id="{DFC6B21F-8D83-FF04-9CA8-1BFAD9E318EA}"/>
              </a:ext>
            </a:extLst>
          </p:cNvPr>
          <p:cNvSpPr>
            <a:spLocks noChangeShapeType="1"/>
          </p:cNvSpPr>
          <p:nvPr/>
        </p:nvSpPr>
        <p:spPr bwMode="auto">
          <a:xfrm>
            <a:off x="4665663" y="3562350"/>
            <a:ext cx="434975"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111624" name="Group 8">
            <a:extLst>
              <a:ext uri="{FF2B5EF4-FFF2-40B4-BE49-F238E27FC236}">
                <a16:creationId xmlns:a16="http://schemas.microsoft.com/office/drawing/2014/main" id="{CDA03A2C-C745-10E0-C680-5719A8AF7D0D}"/>
              </a:ext>
            </a:extLst>
          </p:cNvPr>
          <p:cNvGrpSpPr>
            <a:grpSpLocks/>
          </p:cNvGrpSpPr>
          <p:nvPr/>
        </p:nvGrpSpPr>
        <p:grpSpPr bwMode="auto">
          <a:xfrm>
            <a:off x="5291138" y="2944813"/>
            <a:ext cx="520700" cy="152400"/>
            <a:chOff x="990" y="2694"/>
            <a:chExt cx="328" cy="96"/>
          </a:xfrm>
        </p:grpSpPr>
        <p:sp>
          <p:nvSpPr>
            <p:cNvPr id="309257" name="Oval 9">
              <a:extLst>
                <a:ext uri="{FF2B5EF4-FFF2-40B4-BE49-F238E27FC236}">
                  <a16:creationId xmlns:a16="http://schemas.microsoft.com/office/drawing/2014/main" id="{3DD56344-9FA1-ED3A-4461-F2C99C44482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9258" name="Oval 10">
              <a:extLst>
                <a:ext uri="{FF2B5EF4-FFF2-40B4-BE49-F238E27FC236}">
                  <a16:creationId xmlns:a16="http://schemas.microsoft.com/office/drawing/2014/main" id="{80C7DD08-7751-AC8E-57E2-8D1032EFCE70}"/>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11625" name="Group 11">
            <a:extLst>
              <a:ext uri="{FF2B5EF4-FFF2-40B4-BE49-F238E27FC236}">
                <a16:creationId xmlns:a16="http://schemas.microsoft.com/office/drawing/2014/main" id="{FE606E1D-6A83-0C0A-8295-E461E6980202}"/>
              </a:ext>
            </a:extLst>
          </p:cNvPr>
          <p:cNvGrpSpPr>
            <a:grpSpLocks/>
          </p:cNvGrpSpPr>
          <p:nvPr/>
        </p:nvGrpSpPr>
        <p:grpSpPr bwMode="auto">
          <a:xfrm>
            <a:off x="5291138" y="4064000"/>
            <a:ext cx="520700" cy="152400"/>
            <a:chOff x="990" y="2694"/>
            <a:chExt cx="328" cy="96"/>
          </a:xfrm>
        </p:grpSpPr>
        <p:sp>
          <p:nvSpPr>
            <p:cNvPr id="309260" name="Oval 12">
              <a:extLst>
                <a:ext uri="{FF2B5EF4-FFF2-40B4-BE49-F238E27FC236}">
                  <a16:creationId xmlns:a16="http://schemas.microsoft.com/office/drawing/2014/main" id="{92E96341-0EEA-81AA-37D6-EDA493C66483}"/>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9261" name="Oval 13">
              <a:extLst>
                <a:ext uri="{FF2B5EF4-FFF2-40B4-BE49-F238E27FC236}">
                  <a16:creationId xmlns:a16="http://schemas.microsoft.com/office/drawing/2014/main" id="{2418EFE5-40EE-CAEF-0C8C-CE677F086BB2}"/>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11626" name="Group 14">
            <a:extLst>
              <a:ext uri="{FF2B5EF4-FFF2-40B4-BE49-F238E27FC236}">
                <a16:creationId xmlns:a16="http://schemas.microsoft.com/office/drawing/2014/main" id="{4F955EE7-2E0C-1EBF-E606-195886375FD5}"/>
              </a:ext>
            </a:extLst>
          </p:cNvPr>
          <p:cNvGrpSpPr>
            <a:grpSpLocks/>
          </p:cNvGrpSpPr>
          <p:nvPr/>
        </p:nvGrpSpPr>
        <p:grpSpPr bwMode="auto">
          <a:xfrm rot="-5400000">
            <a:off x="5889625" y="3543300"/>
            <a:ext cx="520700" cy="152400"/>
            <a:chOff x="990" y="2694"/>
            <a:chExt cx="328" cy="96"/>
          </a:xfrm>
        </p:grpSpPr>
        <p:sp>
          <p:nvSpPr>
            <p:cNvPr id="309263" name="Oval 15">
              <a:extLst>
                <a:ext uri="{FF2B5EF4-FFF2-40B4-BE49-F238E27FC236}">
                  <a16:creationId xmlns:a16="http://schemas.microsoft.com/office/drawing/2014/main" id="{69F9AFDC-1EF5-B45D-B44C-85EB4362634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9264" name="Oval 16">
              <a:extLst>
                <a:ext uri="{FF2B5EF4-FFF2-40B4-BE49-F238E27FC236}">
                  <a16:creationId xmlns:a16="http://schemas.microsoft.com/office/drawing/2014/main" id="{451693F8-32A1-385C-07AB-6A9DA59077D5}"/>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11627" name="Group 17">
            <a:extLst>
              <a:ext uri="{FF2B5EF4-FFF2-40B4-BE49-F238E27FC236}">
                <a16:creationId xmlns:a16="http://schemas.microsoft.com/office/drawing/2014/main" id="{31AA0058-B406-1116-8C65-4BC666CD6635}"/>
              </a:ext>
            </a:extLst>
          </p:cNvPr>
          <p:cNvGrpSpPr>
            <a:grpSpLocks/>
          </p:cNvGrpSpPr>
          <p:nvPr/>
        </p:nvGrpSpPr>
        <p:grpSpPr bwMode="auto">
          <a:xfrm rot="-5400000">
            <a:off x="1963738" y="3495675"/>
            <a:ext cx="520700" cy="152400"/>
            <a:chOff x="990" y="2694"/>
            <a:chExt cx="328" cy="96"/>
          </a:xfrm>
        </p:grpSpPr>
        <p:sp>
          <p:nvSpPr>
            <p:cNvPr id="309266" name="Oval 18">
              <a:extLst>
                <a:ext uri="{FF2B5EF4-FFF2-40B4-BE49-F238E27FC236}">
                  <a16:creationId xmlns:a16="http://schemas.microsoft.com/office/drawing/2014/main" id="{E83784FB-AB6C-582F-B0A0-84836FEB5B7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9267" name="Oval 19">
              <a:extLst>
                <a:ext uri="{FF2B5EF4-FFF2-40B4-BE49-F238E27FC236}">
                  <a16:creationId xmlns:a16="http://schemas.microsoft.com/office/drawing/2014/main" id="{12E8D4B7-4D70-838D-7C3C-5AC553A14C81}"/>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09268" name="Line 20">
            <a:extLst>
              <a:ext uri="{FF2B5EF4-FFF2-40B4-BE49-F238E27FC236}">
                <a16:creationId xmlns:a16="http://schemas.microsoft.com/office/drawing/2014/main" id="{68AD3644-F7D6-96FA-E4A9-9DA0D724213A}"/>
              </a:ext>
            </a:extLst>
          </p:cNvPr>
          <p:cNvSpPr>
            <a:spLocks noChangeShapeType="1"/>
          </p:cNvSpPr>
          <p:nvPr/>
        </p:nvSpPr>
        <p:spPr bwMode="auto">
          <a:xfrm>
            <a:off x="3344863" y="3746500"/>
            <a:ext cx="433387"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9269" name="Line 21">
            <a:extLst>
              <a:ext uri="{FF2B5EF4-FFF2-40B4-BE49-F238E27FC236}">
                <a16:creationId xmlns:a16="http://schemas.microsoft.com/office/drawing/2014/main" id="{6C403759-92B6-9829-5F65-E7A69C4F5EE9}"/>
              </a:ext>
            </a:extLst>
          </p:cNvPr>
          <p:cNvSpPr>
            <a:spLocks noChangeShapeType="1"/>
          </p:cNvSpPr>
          <p:nvPr/>
        </p:nvSpPr>
        <p:spPr bwMode="auto">
          <a:xfrm>
            <a:off x="3343275" y="3362325"/>
            <a:ext cx="433388"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9270" name="Text Box 22">
            <a:extLst>
              <a:ext uri="{FF2B5EF4-FFF2-40B4-BE49-F238E27FC236}">
                <a16:creationId xmlns:a16="http://schemas.microsoft.com/office/drawing/2014/main" id="{B8132829-05DC-44C8-2313-EDB249234291}"/>
              </a:ext>
            </a:extLst>
          </p:cNvPr>
          <p:cNvSpPr txBox="1">
            <a:spLocks noChangeArrowheads="1"/>
          </p:cNvSpPr>
          <p:nvPr/>
        </p:nvSpPr>
        <p:spPr bwMode="auto">
          <a:xfrm>
            <a:off x="1503363" y="5013325"/>
            <a:ext cx="6716712" cy="519113"/>
          </a:xfrm>
          <a:prstGeom prst="rect">
            <a:avLst/>
          </a:prstGeom>
          <a:noFill/>
          <a:ln w="12700">
            <a:noFill/>
            <a:miter lim="800000"/>
            <a:headEnd/>
            <a:tailEnd/>
          </a:ln>
          <a:effectLst/>
        </p:spPr>
        <p:txBody>
          <a:bodyPr>
            <a:spAutoFit/>
          </a:bodyPr>
          <a:lstStyle/>
          <a:p>
            <a:pPr>
              <a:spcBef>
                <a:spcPct val="50000"/>
              </a:spcBef>
              <a:defRPr/>
            </a:pPr>
            <a:r>
              <a:rPr lang="en-US" sz="2800">
                <a:solidFill>
                  <a:srgbClr val="FFFFFF"/>
                </a:solidFill>
                <a:effectLst>
                  <a:outerShdw blurRad="38100" dist="38100" dir="2700000" algn="tl">
                    <a:srgbClr val="000000"/>
                  </a:outerShdw>
                </a:effectLst>
                <a:latin typeface="Times New Roman" pitchFamily="18" charset="0"/>
                <a:ea typeface="+mn-ea"/>
              </a:rPr>
              <a:t>How many regions of </a:t>
            </a:r>
            <a:r>
              <a:rPr lang="en-US" sz="2800">
                <a:solidFill>
                  <a:srgbClr val="FC0128"/>
                </a:solidFill>
                <a:effectLst>
                  <a:outerShdw blurRad="38100" dist="38100" dir="2700000" algn="tl">
                    <a:srgbClr val="000000"/>
                  </a:outerShdw>
                </a:effectLst>
                <a:latin typeface="Times New Roman" pitchFamily="18" charset="0"/>
                <a:ea typeface="+mn-ea"/>
              </a:rPr>
              <a:t>electron density</a:t>
            </a:r>
            <a:r>
              <a:rPr lang="en-US" sz="2800">
                <a:solidFill>
                  <a:srgbClr val="FFFFFF"/>
                </a:solidFill>
                <a:effectLst>
                  <a:outerShdw blurRad="38100" dist="38100" dir="2700000" algn="tl">
                    <a:srgbClr val="000000"/>
                  </a:outerShdw>
                </a:effectLst>
                <a:latin typeface="Times New Roman" pitchFamily="18" charset="0"/>
                <a:ea typeface="+mn-ea"/>
              </a:rPr>
              <a:t>?</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09271" name="Text Box 23">
            <a:extLst>
              <a:ext uri="{FF2B5EF4-FFF2-40B4-BE49-F238E27FC236}">
                <a16:creationId xmlns:a16="http://schemas.microsoft.com/office/drawing/2014/main" id="{4585E571-0EB2-B17A-6DE6-DE3820CACFC7}"/>
              </a:ext>
            </a:extLst>
          </p:cNvPr>
          <p:cNvSpPr txBox="1">
            <a:spLocks noChangeArrowheads="1"/>
          </p:cNvSpPr>
          <p:nvPr/>
        </p:nvSpPr>
        <p:spPr bwMode="auto">
          <a:xfrm>
            <a:off x="3208338" y="2640013"/>
            <a:ext cx="719137"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1</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09272" name="Oval 24">
            <a:extLst>
              <a:ext uri="{FF2B5EF4-FFF2-40B4-BE49-F238E27FC236}">
                <a16:creationId xmlns:a16="http://schemas.microsoft.com/office/drawing/2014/main" id="{DF53A85A-B1B6-908A-DCB9-D1C16DD385A0}"/>
              </a:ext>
            </a:extLst>
          </p:cNvPr>
          <p:cNvSpPr>
            <a:spLocks noChangeArrowheads="1"/>
          </p:cNvSpPr>
          <p:nvPr/>
        </p:nvSpPr>
        <p:spPr bwMode="auto">
          <a:xfrm>
            <a:off x="4527550" y="3159125"/>
            <a:ext cx="701675" cy="819150"/>
          </a:xfrm>
          <a:prstGeom prst="ellipse">
            <a:avLst/>
          </a:prstGeom>
          <a:noFill/>
          <a:ln w="28575">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09273" name="Text Box 25">
            <a:extLst>
              <a:ext uri="{FF2B5EF4-FFF2-40B4-BE49-F238E27FC236}">
                <a16:creationId xmlns:a16="http://schemas.microsoft.com/office/drawing/2014/main" id="{F442F654-1D6C-3D02-921E-B0341E6EDF18}"/>
              </a:ext>
            </a:extLst>
          </p:cNvPr>
          <p:cNvSpPr txBox="1">
            <a:spLocks noChangeArrowheads="1"/>
          </p:cNvSpPr>
          <p:nvPr/>
        </p:nvSpPr>
        <p:spPr bwMode="auto">
          <a:xfrm>
            <a:off x="4513263" y="2641600"/>
            <a:ext cx="719137"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2</a:t>
            </a:r>
            <a:endParaRPr lang="en-US">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5026A599-8D9F-A653-D1EE-C4CC31922545}"/>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1: Laughing Gas</a:t>
            </a:r>
          </a:p>
        </p:txBody>
      </p:sp>
      <p:sp>
        <p:nvSpPr>
          <p:cNvPr id="310275" name="Text Box 3">
            <a:extLst>
              <a:ext uri="{FF2B5EF4-FFF2-40B4-BE49-F238E27FC236}">
                <a16:creationId xmlns:a16="http://schemas.microsoft.com/office/drawing/2014/main" id="{6266CECA-490D-4CBC-8947-1C2823294537}"/>
              </a:ext>
            </a:extLst>
          </p:cNvPr>
          <p:cNvSpPr txBox="1">
            <a:spLocks noChangeArrowheads="1"/>
          </p:cNvSpPr>
          <p:nvPr/>
        </p:nvSpPr>
        <p:spPr bwMode="auto">
          <a:xfrm>
            <a:off x="3692525" y="30591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N</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0276" name="Text Box 4">
            <a:extLst>
              <a:ext uri="{FF2B5EF4-FFF2-40B4-BE49-F238E27FC236}">
                <a16:creationId xmlns:a16="http://schemas.microsoft.com/office/drawing/2014/main" id="{4822DC97-A6C6-DBA3-769D-9A621D4426E4}"/>
              </a:ext>
            </a:extLst>
          </p:cNvPr>
          <p:cNvSpPr txBox="1">
            <a:spLocks noChangeArrowheads="1"/>
          </p:cNvSpPr>
          <p:nvPr/>
        </p:nvSpPr>
        <p:spPr bwMode="auto">
          <a:xfrm>
            <a:off x="2290763" y="30448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N</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0277" name="Text Box 5">
            <a:extLst>
              <a:ext uri="{FF2B5EF4-FFF2-40B4-BE49-F238E27FC236}">
                <a16:creationId xmlns:a16="http://schemas.microsoft.com/office/drawing/2014/main" id="{BBE8D74F-0FA2-9C16-2335-44B1999434EC}"/>
              </a:ext>
            </a:extLst>
          </p:cNvPr>
          <p:cNvSpPr txBox="1">
            <a:spLocks noChangeArrowheads="1"/>
          </p:cNvSpPr>
          <p:nvPr/>
        </p:nvSpPr>
        <p:spPr bwMode="auto">
          <a:xfrm>
            <a:off x="4983163" y="30638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0278" name="Line 6">
            <a:extLst>
              <a:ext uri="{FF2B5EF4-FFF2-40B4-BE49-F238E27FC236}">
                <a16:creationId xmlns:a16="http://schemas.microsoft.com/office/drawing/2014/main" id="{7A12E7D7-EEB9-EEBC-838F-DF69EC5B588A}"/>
              </a:ext>
            </a:extLst>
          </p:cNvPr>
          <p:cNvSpPr>
            <a:spLocks noChangeShapeType="1"/>
          </p:cNvSpPr>
          <p:nvPr/>
        </p:nvSpPr>
        <p:spPr bwMode="auto">
          <a:xfrm>
            <a:off x="3343275" y="3560763"/>
            <a:ext cx="433388"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0279" name="Line 7">
            <a:extLst>
              <a:ext uri="{FF2B5EF4-FFF2-40B4-BE49-F238E27FC236}">
                <a16:creationId xmlns:a16="http://schemas.microsoft.com/office/drawing/2014/main" id="{4AABC785-EBD3-3607-8B11-FE4F104D0046}"/>
              </a:ext>
            </a:extLst>
          </p:cNvPr>
          <p:cNvSpPr>
            <a:spLocks noChangeShapeType="1"/>
          </p:cNvSpPr>
          <p:nvPr/>
        </p:nvSpPr>
        <p:spPr bwMode="auto">
          <a:xfrm>
            <a:off x="4665663" y="3562350"/>
            <a:ext cx="434975"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113672" name="Group 8">
            <a:extLst>
              <a:ext uri="{FF2B5EF4-FFF2-40B4-BE49-F238E27FC236}">
                <a16:creationId xmlns:a16="http://schemas.microsoft.com/office/drawing/2014/main" id="{F11C455B-4E7B-5511-D15A-368C835426FD}"/>
              </a:ext>
            </a:extLst>
          </p:cNvPr>
          <p:cNvGrpSpPr>
            <a:grpSpLocks/>
          </p:cNvGrpSpPr>
          <p:nvPr/>
        </p:nvGrpSpPr>
        <p:grpSpPr bwMode="auto">
          <a:xfrm>
            <a:off x="5291138" y="2944813"/>
            <a:ext cx="520700" cy="152400"/>
            <a:chOff x="990" y="2694"/>
            <a:chExt cx="328" cy="96"/>
          </a:xfrm>
        </p:grpSpPr>
        <p:sp>
          <p:nvSpPr>
            <p:cNvPr id="310281" name="Oval 9">
              <a:extLst>
                <a:ext uri="{FF2B5EF4-FFF2-40B4-BE49-F238E27FC236}">
                  <a16:creationId xmlns:a16="http://schemas.microsoft.com/office/drawing/2014/main" id="{35DD4DA3-113A-0190-091A-CD9A713AE7C5}"/>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0282" name="Oval 10">
              <a:extLst>
                <a:ext uri="{FF2B5EF4-FFF2-40B4-BE49-F238E27FC236}">
                  <a16:creationId xmlns:a16="http://schemas.microsoft.com/office/drawing/2014/main" id="{30813AAA-3E9B-CA4F-EC1D-F30CC214C2B4}"/>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13673" name="Group 11">
            <a:extLst>
              <a:ext uri="{FF2B5EF4-FFF2-40B4-BE49-F238E27FC236}">
                <a16:creationId xmlns:a16="http://schemas.microsoft.com/office/drawing/2014/main" id="{547A7BBE-CD79-80D0-CA5C-6F71164DFC3F}"/>
              </a:ext>
            </a:extLst>
          </p:cNvPr>
          <p:cNvGrpSpPr>
            <a:grpSpLocks/>
          </p:cNvGrpSpPr>
          <p:nvPr/>
        </p:nvGrpSpPr>
        <p:grpSpPr bwMode="auto">
          <a:xfrm>
            <a:off x="5291138" y="4064000"/>
            <a:ext cx="520700" cy="152400"/>
            <a:chOff x="990" y="2694"/>
            <a:chExt cx="328" cy="96"/>
          </a:xfrm>
        </p:grpSpPr>
        <p:sp>
          <p:nvSpPr>
            <p:cNvPr id="310284" name="Oval 12">
              <a:extLst>
                <a:ext uri="{FF2B5EF4-FFF2-40B4-BE49-F238E27FC236}">
                  <a16:creationId xmlns:a16="http://schemas.microsoft.com/office/drawing/2014/main" id="{3B43CFA5-2835-7D31-2240-8028EB3E99A5}"/>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0285" name="Oval 13">
              <a:extLst>
                <a:ext uri="{FF2B5EF4-FFF2-40B4-BE49-F238E27FC236}">
                  <a16:creationId xmlns:a16="http://schemas.microsoft.com/office/drawing/2014/main" id="{3690F889-3FD2-494F-E30B-FB0ABE9DC4DB}"/>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13674" name="Group 14">
            <a:extLst>
              <a:ext uri="{FF2B5EF4-FFF2-40B4-BE49-F238E27FC236}">
                <a16:creationId xmlns:a16="http://schemas.microsoft.com/office/drawing/2014/main" id="{8189222D-F8E0-8D77-5146-DFC36CB5714A}"/>
              </a:ext>
            </a:extLst>
          </p:cNvPr>
          <p:cNvGrpSpPr>
            <a:grpSpLocks/>
          </p:cNvGrpSpPr>
          <p:nvPr/>
        </p:nvGrpSpPr>
        <p:grpSpPr bwMode="auto">
          <a:xfrm rot="-5400000">
            <a:off x="5889625" y="3543300"/>
            <a:ext cx="520700" cy="152400"/>
            <a:chOff x="990" y="2694"/>
            <a:chExt cx="328" cy="96"/>
          </a:xfrm>
        </p:grpSpPr>
        <p:sp>
          <p:nvSpPr>
            <p:cNvPr id="310287" name="Oval 15">
              <a:extLst>
                <a:ext uri="{FF2B5EF4-FFF2-40B4-BE49-F238E27FC236}">
                  <a16:creationId xmlns:a16="http://schemas.microsoft.com/office/drawing/2014/main" id="{D4D9C4FD-AE09-7666-9134-61DA39862E1E}"/>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0288" name="Oval 16">
              <a:extLst>
                <a:ext uri="{FF2B5EF4-FFF2-40B4-BE49-F238E27FC236}">
                  <a16:creationId xmlns:a16="http://schemas.microsoft.com/office/drawing/2014/main" id="{42EBD2FE-8BB4-76BD-9370-6C2E608496C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13675" name="Group 17">
            <a:extLst>
              <a:ext uri="{FF2B5EF4-FFF2-40B4-BE49-F238E27FC236}">
                <a16:creationId xmlns:a16="http://schemas.microsoft.com/office/drawing/2014/main" id="{AFD0DFE7-5AC8-E056-9A9B-00AC5E8CD55E}"/>
              </a:ext>
            </a:extLst>
          </p:cNvPr>
          <p:cNvGrpSpPr>
            <a:grpSpLocks/>
          </p:cNvGrpSpPr>
          <p:nvPr/>
        </p:nvGrpSpPr>
        <p:grpSpPr bwMode="auto">
          <a:xfrm rot="-5400000">
            <a:off x="1963738" y="3495675"/>
            <a:ext cx="520700" cy="152400"/>
            <a:chOff x="990" y="2694"/>
            <a:chExt cx="328" cy="96"/>
          </a:xfrm>
        </p:grpSpPr>
        <p:sp>
          <p:nvSpPr>
            <p:cNvPr id="310290" name="Oval 18">
              <a:extLst>
                <a:ext uri="{FF2B5EF4-FFF2-40B4-BE49-F238E27FC236}">
                  <a16:creationId xmlns:a16="http://schemas.microsoft.com/office/drawing/2014/main" id="{39A0B157-D525-85B3-7C57-7982B69109F5}"/>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0291" name="Oval 19">
              <a:extLst>
                <a:ext uri="{FF2B5EF4-FFF2-40B4-BE49-F238E27FC236}">
                  <a16:creationId xmlns:a16="http://schemas.microsoft.com/office/drawing/2014/main" id="{12EB238D-128C-B57D-8B25-A77A4B17FE40}"/>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10292" name="Line 20">
            <a:extLst>
              <a:ext uri="{FF2B5EF4-FFF2-40B4-BE49-F238E27FC236}">
                <a16:creationId xmlns:a16="http://schemas.microsoft.com/office/drawing/2014/main" id="{A6401E01-FCCF-AB4A-D879-CCA42E5873C4}"/>
              </a:ext>
            </a:extLst>
          </p:cNvPr>
          <p:cNvSpPr>
            <a:spLocks noChangeShapeType="1"/>
          </p:cNvSpPr>
          <p:nvPr/>
        </p:nvSpPr>
        <p:spPr bwMode="auto">
          <a:xfrm>
            <a:off x="3344863" y="3746500"/>
            <a:ext cx="433387"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0293" name="Line 21">
            <a:extLst>
              <a:ext uri="{FF2B5EF4-FFF2-40B4-BE49-F238E27FC236}">
                <a16:creationId xmlns:a16="http://schemas.microsoft.com/office/drawing/2014/main" id="{0343C331-AACF-413A-74A3-D90A4992D7E1}"/>
              </a:ext>
            </a:extLst>
          </p:cNvPr>
          <p:cNvSpPr>
            <a:spLocks noChangeShapeType="1"/>
          </p:cNvSpPr>
          <p:nvPr/>
        </p:nvSpPr>
        <p:spPr bwMode="auto">
          <a:xfrm>
            <a:off x="3343275" y="3362325"/>
            <a:ext cx="433388"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0294" name="Text Box 22">
            <a:extLst>
              <a:ext uri="{FF2B5EF4-FFF2-40B4-BE49-F238E27FC236}">
                <a16:creationId xmlns:a16="http://schemas.microsoft.com/office/drawing/2014/main" id="{8638F360-2081-4B05-9E85-9CF1943E00F7}"/>
              </a:ext>
            </a:extLst>
          </p:cNvPr>
          <p:cNvSpPr txBox="1">
            <a:spLocks noChangeArrowheads="1"/>
          </p:cNvSpPr>
          <p:nvPr/>
        </p:nvSpPr>
        <p:spPr bwMode="auto">
          <a:xfrm>
            <a:off x="1503363" y="5013325"/>
            <a:ext cx="6716712" cy="519113"/>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FFFFF"/>
                </a:solidFill>
                <a:effectLst>
                  <a:outerShdw blurRad="38100" dist="38100" dir="2700000" algn="tl">
                    <a:srgbClr val="000000"/>
                  </a:outerShdw>
                </a:effectLst>
                <a:latin typeface="Times New Roman" pitchFamily="18" charset="0"/>
                <a:ea typeface="+mn-ea"/>
              </a:rPr>
              <a:t>So we have  </a:t>
            </a:r>
            <a:r>
              <a:rPr lang="en-US" sz="2800">
                <a:solidFill>
                  <a:srgbClr val="FC0128"/>
                </a:solidFill>
                <a:effectLst>
                  <a:outerShdw blurRad="38100" dist="38100" dir="2700000" algn="tl">
                    <a:srgbClr val="000000"/>
                  </a:outerShdw>
                </a:effectLst>
                <a:latin typeface="Times New Roman" pitchFamily="18" charset="0"/>
                <a:ea typeface="+mn-ea"/>
              </a:rPr>
              <a:t>2</a:t>
            </a:r>
            <a:r>
              <a:rPr lang="en-US" sz="2800">
                <a:solidFill>
                  <a:srgbClr val="FFFFFF"/>
                </a:solidFill>
                <a:effectLst>
                  <a:outerShdw blurRad="38100" dist="38100" dir="2700000" algn="tl">
                    <a:srgbClr val="000000"/>
                  </a:outerShdw>
                </a:effectLst>
                <a:latin typeface="Times New Roman" pitchFamily="18" charset="0"/>
                <a:ea typeface="+mn-ea"/>
              </a:rPr>
              <a:t> </a:t>
            </a:r>
            <a:r>
              <a:rPr lang="en-US" sz="2800">
                <a:solidFill>
                  <a:srgbClr val="FC0128"/>
                </a:solidFill>
                <a:effectLst>
                  <a:outerShdw blurRad="38100" dist="38100" dir="2700000" algn="tl">
                    <a:srgbClr val="000000"/>
                  </a:outerShdw>
                </a:effectLst>
                <a:latin typeface="Times New Roman" pitchFamily="18" charset="0"/>
                <a:ea typeface="+mn-ea"/>
              </a:rPr>
              <a:t>regions</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0295" name="Text Box 23">
            <a:extLst>
              <a:ext uri="{FF2B5EF4-FFF2-40B4-BE49-F238E27FC236}">
                <a16:creationId xmlns:a16="http://schemas.microsoft.com/office/drawing/2014/main" id="{BCC0D83B-BB9D-D441-2E99-189A1FD8BB82}"/>
              </a:ext>
            </a:extLst>
          </p:cNvPr>
          <p:cNvSpPr txBox="1">
            <a:spLocks noChangeArrowheads="1"/>
          </p:cNvSpPr>
          <p:nvPr/>
        </p:nvSpPr>
        <p:spPr bwMode="auto">
          <a:xfrm>
            <a:off x="3208338" y="2640013"/>
            <a:ext cx="719137"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1</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0296" name="Text Box 24">
            <a:extLst>
              <a:ext uri="{FF2B5EF4-FFF2-40B4-BE49-F238E27FC236}">
                <a16:creationId xmlns:a16="http://schemas.microsoft.com/office/drawing/2014/main" id="{E22E945F-C8EB-D922-4BBB-D69B62E40207}"/>
              </a:ext>
            </a:extLst>
          </p:cNvPr>
          <p:cNvSpPr txBox="1">
            <a:spLocks noChangeArrowheads="1"/>
          </p:cNvSpPr>
          <p:nvPr/>
        </p:nvSpPr>
        <p:spPr bwMode="auto">
          <a:xfrm>
            <a:off x="4513263" y="2641600"/>
            <a:ext cx="719137"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2</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0297" name="Text Box 25">
            <a:extLst>
              <a:ext uri="{FF2B5EF4-FFF2-40B4-BE49-F238E27FC236}">
                <a16:creationId xmlns:a16="http://schemas.microsoft.com/office/drawing/2014/main" id="{5945CAC8-AC36-4CDF-0AF3-541B2DDF7581}"/>
              </a:ext>
            </a:extLst>
          </p:cNvPr>
          <p:cNvSpPr txBox="1">
            <a:spLocks noChangeArrowheads="1"/>
          </p:cNvSpPr>
          <p:nvPr/>
        </p:nvSpPr>
        <p:spPr bwMode="auto">
          <a:xfrm>
            <a:off x="6667500" y="2255838"/>
            <a:ext cx="1789113" cy="1565275"/>
          </a:xfrm>
          <a:prstGeom prst="rect">
            <a:avLst/>
          </a:prstGeom>
          <a:solidFill>
            <a:schemeClr val="folHlink"/>
          </a:solidFill>
          <a:ln w="12700">
            <a:solidFill>
              <a:schemeClr val="accent2"/>
            </a:solidFill>
            <a:miter lim="800000"/>
            <a:headEnd/>
            <a:tailEnd/>
          </a:ln>
          <a:effectLst/>
        </p:spPr>
        <p:txBody>
          <a:bodyPr>
            <a:spAutoFit/>
          </a:bodyPr>
          <a:lstStyle/>
          <a:p>
            <a:pPr>
              <a:spcBef>
                <a:spcPct val="50000"/>
              </a:spcBef>
              <a:defRPr/>
            </a:pPr>
            <a:r>
              <a:rPr lang="en-US">
                <a:solidFill>
                  <a:srgbClr val="FAFD00"/>
                </a:solidFill>
                <a:effectLst>
                  <a:outerShdw blurRad="38100" dist="38100" dir="2700000" algn="tl">
                    <a:srgbClr val="000000"/>
                  </a:outerShdw>
                </a:effectLst>
                <a:latin typeface="Times New Roman" pitchFamily="18" charset="0"/>
                <a:ea typeface="+mn-ea"/>
              </a:rPr>
              <a:t>Ignore!  Not around central atom of interest!</a:t>
            </a:r>
          </a:p>
        </p:txBody>
      </p:sp>
      <p:sp>
        <p:nvSpPr>
          <p:cNvPr id="310298" name="Line 26">
            <a:extLst>
              <a:ext uri="{FF2B5EF4-FFF2-40B4-BE49-F238E27FC236}">
                <a16:creationId xmlns:a16="http://schemas.microsoft.com/office/drawing/2014/main" id="{06B4CEC0-41A3-ABBA-AFD8-5BB3459BFF2F}"/>
              </a:ext>
            </a:extLst>
          </p:cNvPr>
          <p:cNvSpPr>
            <a:spLocks noChangeShapeType="1"/>
          </p:cNvSpPr>
          <p:nvPr/>
        </p:nvSpPr>
        <p:spPr bwMode="auto">
          <a:xfrm flipH="1">
            <a:off x="5999163" y="2640013"/>
            <a:ext cx="568325" cy="234950"/>
          </a:xfrm>
          <a:prstGeom prst="line">
            <a:avLst/>
          </a:prstGeom>
          <a:noFill/>
          <a:ln w="57150">
            <a:solidFill>
              <a:schemeClr val="accent2"/>
            </a:solidFill>
            <a:round/>
            <a:headEnd/>
            <a:tailEnd type="triangle" w="med" len="me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0299" name="Line 27">
            <a:extLst>
              <a:ext uri="{FF2B5EF4-FFF2-40B4-BE49-F238E27FC236}">
                <a16:creationId xmlns:a16="http://schemas.microsoft.com/office/drawing/2014/main" id="{20520442-993B-6462-FD3D-4CF60B55A460}"/>
              </a:ext>
            </a:extLst>
          </p:cNvPr>
          <p:cNvSpPr>
            <a:spLocks noChangeShapeType="1"/>
          </p:cNvSpPr>
          <p:nvPr/>
        </p:nvSpPr>
        <p:spPr bwMode="auto">
          <a:xfrm flipH="1">
            <a:off x="6234113" y="3208338"/>
            <a:ext cx="417512" cy="350837"/>
          </a:xfrm>
          <a:prstGeom prst="line">
            <a:avLst/>
          </a:prstGeom>
          <a:noFill/>
          <a:ln w="57150">
            <a:solidFill>
              <a:schemeClr val="accent2"/>
            </a:solidFill>
            <a:round/>
            <a:headEnd/>
            <a:tailEnd type="triangle" w="med" len="me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0300" name="Line 28">
            <a:extLst>
              <a:ext uri="{FF2B5EF4-FFF2-40B4-BE49-F238E27FC236}">
                <a16:creationId xmlns:a16="http://schemas.microsoft.com/office/drawing/2014/main" id="{5C92F64C-A604-A446-296F-D96AEE2078E1}"/>
              </a:ext>
            </a:extLst>
          </p:cNvPr>
          <p:cNvSpPr>
            <a:spLocks noChangeShapeType="1"/>
          </p:cNvSpPr>
          <p:nvPr/>
        </p:nvSpPr>
        <p:spPr bwMode="auto">
          <a:xfrm flipH="1">
            <a:off x="5548313" y="2890838"/>
            <a:ext cx="1103312" cy="1187450"/>
          </a:xfrm>
          <a:prstGeom prst="line">
            <a:avLst/>
          </a:prstGeom>
          <a:noFill/>
          <a:ln w="57150">
            <a:solidFill>
              <a:schemeClr val="accent2"/>
            </a:solidFill>
            <a:round/>
            <a:headEnd/>
            <a:tailEnd type="triangle" w="med" len="me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0301" name="Line 29">
            <a:extLst>
              <a:ext uri="{FF2B5EF4-FFF2-40B4-BE49-F238E27FC236}">
                <a16:creationId xmlns:a16="http://schemas.microsoft.com/office/drawing/2014/main" id="{FD298F9A-89D3-E073-D340-5A8FCE49372B}"/>
              </a:ext>
            </a:extLst>
          </p:cNvPr>
          <p:cNvSpPr>
            <a:spLocks noChangeShapeType="1"/>
          </p:cNvSpPr>
          <p:nvPr/>
        </p:nvSpPr>
        <p:spPr bwMode="auto">
          <a:xfrm flipH="1">
            <a:off x="2422525" y="2457450"/>
            <a:ext cx="4229100" cy="1019175"/>
          </a:xfrm>
          <a:prstGeom prst="line">
            <a:avLst/>
          </a:prstGeom>
          <a:noFill/>
          <a:ln w="57150">
            <a:solidFill>
              <a:schemeClr val="accent2"/>
            </a:solidFill>
            <a:round/>
            <a:headEnd/>
            <a:tailEnd type="triangle" w="med" len="me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Tree>
    <p:custDataLst>
      <p:tags r:id="rId1"/>
    </p:custData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238B7C78-87C0-EC71-3EE4-3DB397EB9B4C}"/>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1: Laughing Gas</a:t>
            </a:r>
          </a:p>
        </p:txBody>
      </p:sp>
      <p:sp>
        <p:nvSpPr>
          <p:cNvPr id="311299" name="Text Box 3">
            <a:extLst>
              <a:ext uri="{FF2B5EF4-FFF2-40B4-BE49-F238E27FC236}">
                <a16:creationId xmlns:a16="http://schemas.microsoft.com/office/drawing/2014/main" id="{101B7B54-4D1C-98B4-A898-07DA4BF4F333}"/>
              </a:ext>
            </a:extLst>
          </p:cNvPr>
          <p:cNvSpPr txBox="1">
            <a:spLocks noChangeArrowheads="1"/>
          </p:cNvSpPr>
          <p:nvPr/>
        </p:nvSpPr>
        <p:spPr bwMode="auto">
          <a:xfrm>
            <a:off x="3692525" y="30591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N</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1300" name="Text Box 4">
            <a:extLst>
              <a:ext uri="{FF2B5EF4-FFF2-40B4-BE49-F238E27FC236}">
                <a16:creationId xmlns:a16="http://schemas.microsoft.com/office/drawing/2014/main" id="{E70EC260-0819-67DD-586E-A0B12E4DE0CD}"/>
              </a:ext>
            </a:extLst>
          </p:cNvPr>
          <p:cNvSpPr txBox="1">
            <a:spLocks noChangeArrowheads="1"/>
          </p:cNvSpPr>
          <p:nvPr/>
        </p:nvSpPr>
        <p:spPr bwMode="auto">
          <a:xfrm>
            <a:off x="2290763" y="30448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N</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1301" name="Text Box 5">
            <a:extLst>
              <a:ext uri="{FF2B5EF4-FFF2-40B4-BE49-F238E27FC236}">
                <a16:creationId xmlns:a16="http://schemas.microsoft.com/office/drawing/2014/main" id="{661C20C0-AF56-0BA8-2DFB-839E2B6304CE}"/>
              </a:ext>
            </a:extLst>
          </p:cNvPr>
          <p:cNvSpPr txBox="1">
            <a:spLocks noChangeArrowheads="1"/>
          </p:cNvSpPr>
          <p:nvPr/>
        </p:nvSpPr>
        <p:spPr bwMode="auto">
          <a:xfrm>
            <a:off x="4983163" y="30638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1302" name="Line 6">
            <a:extLst>
              <a:ext uri="{FF2B5EF4-FFF2-40B4-BE49-F238E27FC236}">
                <a16:creationId xmlns:a16="http://schemas.microsoft.com/office/drawing/2014/main" id="{F0193FFE-E2B3-1A6A-87A3-3BF1945D0992}"/>
              </a:ext>
            </a:extLst>
          </p:cNvPr>
          <p:cNvSpPr>
            <a:spLocks noChangeShapeType="1"/>
          </p:cNvSpPr>
          <p:nvPr/>
        </p:nvSpPr>
        <p:spPr bwMode="auto">
          <a:xfrm>
            <a:off x="3343275" y="3560763"/>
            <a:ext cx="433388"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1303" name="Line 7">
            <a:extLst>
              <a:ext uri="{FF2B5EF4-FFF2-40B4-BE49-F238E27FC236}">
                <a16:creationId xmlns:a16="http://schemas.microsoft.com/office/drawing/2014/main" id="{8CE4DE61-E320-3F2D-C573-4C31805FCF5C}"/>
              </a:ext>
            </a:extLst>
          </p:cNvPr>
          <p:cNvSpPr>
            <a:spLocks noChangeShapeType="1"/>
          </p:cNvSpPr>
          <p:nvPr/>
        </p:nvSpPr>
        <p:spPr bwMode="auto">
          <a:xfrm>
            <a:off x="4665663" y="3562350"/>
            <a:ext cx="434975"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115720" name="Group 8">
            <a:extLst>
              <a:ext uri="{FF2B5EF4-FFF2-40B4-BE49-F238E27FC236}">
                <a16:creationId xmlns:a16="http://schemas.microsoft.com/office/drawing/2014/main" id="{0E008FB0-4EDC-571E-2B0F-7A6814A384D6}"/>
              </a:ext>
            </a:extLst>
          </p:cNvPr>
          <p:cNvGrpSpPr>
            <a:grpSpLocks/>
          </p:cNvGrpSpPr>
          <p:nvPr/>
        </p:nvGrpSpPr>
        <p:grpSpPr bwMode="auto">
          <a:xfrm>
            <a:off x="5291138" y="2944813"/>
            <a:ext cx="520700" cy="152400"/>
            <a:chOff x="990" y="2694"/>
            <a:chExt cx="328" cy="96"/>
          </a:xfrm>
        </p:grpSpPr>
        <p:sp>
          <p:nvSpPr>
            <p:cNvPr id="311305" name="Oval 9">
              <a:extLst>
                <a:ext uri="{FF2B5EF4-FFF2-40B4-BE49-F238E27FC236}">
                  <a16:creationId xmlns:a16="http://schemas.microsoft.com/office/drawing/2014/main" id="{D22CE452-711B-CFAB-5872-DE34680BE28A}"/>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1306" name="Oval 10">
              <a:extLst>
                <a:ext uri="{FF2B5EF4-FFF2-40B4-BE49-F238E27FC236}">
                  <a16:creationId xmlns:a16="http://schemas.microsoft.com/office/drawing/2014/main" id="{5F15EE39-A895-751D-1F33-4D57704F2B5F}"/>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15721" name="Group 11">
            <a:extLst>
              <a:ext uri="{FF2B5EF4-FFF2-40B4-BE49-F238E27FC236}">
                <a16:creationId xmlns:a16="http://schemas.microsoft.com/office/drawing/2014/main" id="{07D86861-6806-34C9-9DFF-248B1E74CD44}"/>
              </a:ext>
            </a:extLst>
          </p:cNvPr>
          <p:cNvGrpSpPr>
            <a:grpSpLocks/>
          </p:cNvGrpSpPr>
          <p:nvPr/>
        </p:nvGrpSpPr>
        <p:grpSpPr bwMode="auto">
          <a:xfrm>
            <a:off x="5291138" y="4064000"/>
            <a:ext cx="520700" cy="152400"/>
            <a:chOff x="990" y="2694"/>
            <a:chExt cx="328" cy="96"/>
          </a:xfrm>
        </p:grpSpPr>
        <p:sp>
          <p:nvSpPr>
            <p:cNvPr id="311308" name="Oval 12">
              <a:extLst>
                <a:ext uri="{FF2B5EF4-FFF2-40B4-BE49-F238E27FC236}">
                  <a16:creationId xmlns:a16="http://schemas.microsoft.com/office/drawing/2014/main" id="{A77D2D4F-6DFF-9D63-D0E3-2F60E961281A}"/>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1309" name="Oval 13">
              <a:extLst>
                <a:ext uri="{FF2B5EF4-FFF2-40B4-BE49-F238E27FC236}">
                  <a16:creationId xmlns:a16="http://schemas.microsoft.com/office/drawing/2014/main" id="{374D07DF-028B-3FF3-D4CE-8CD273911DE8}"/>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15722" name="Group 14">
            <a:extLst>
              <a:ext uri="{FF2B5EF4-FFF2-40B4-BE49-F238E27FC236}">
                <a16:creationId xmlns:a16="http://schemas.microsoft.com/office/drawing/2014/main" id="{4A377D78-81E7-057E-2675-198332EBF9CC}"/>
              </a:ext>
            </a:extLst>
          </p:cNvPr>
          <p:cNvGrpSpPr>
            <a:grpSpLocks/>
          </p:cNvGrpSpPr>
          <p:nvPr/>
        </p:nvGrpSpPr>
        <p:grpSpPr bwMode="auto">
          <a:xfrm rot="-5400000">
            <a:off x="5889625" y="3543300"/>
            <a:ext cx="520700" cy="152400"/>
            <a:chOff x="990" y="2694"/>
            <a:chExt cx="328" cy="96"/>
          </a:xfrm>
        </p:grpSpPr>
        <p:sp>
          <p:nvSpPr>
            <p:cNvPr id="311311" name="Oval 15">
              <a:extLst>
                <a:ext uri="{FF2B5EF4-FFF2-40B4-BE49-F238E27FC236}">
                  <a16:creationId xmlns:a16="http://schemas.microsoft.com/office/drawing/2014/main" id="{30D6A656-A000-D03A-AE7B-FD63A26DD34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1312" name="Oval 16">
              <a:extLst>
                <a:ext uri="{FF2B5EF4-FFF2-40B4-BE49-F238E27FC236}">
                  <a16:creationId xmlns:a16="http://schemas.microsoft.com/office/drawing/2014/main" id="{64573F47-693E-3816-BD96-0ED5C81D824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15723" name="Group 17">
            <a:extLst>
              <a:ext uri="{FF2B5EF4-FFF2-40B4-BE49-F238E27FC236}">
                <a16:creationId xmlns:a16="http://schemas.microsoft.com/office/drawing/2014/main" id="{E6D3BB76-0ED9-753D-5643-68C9D253020D}"/>
              </a:ext>
            </a:extLst>
          </p:cNvPr>
          <p:cNvGrpSpPr>
            <a:grpSpLocks/>
          </p:cNvGrpSpPr>
          <p:nvPr/>
        </p:nvGrpSpPr>
        <p:grpSpPr bwMode="auto">
          <a:xfrm rot="-5400000">
            <a:off x="1963738" y="3495675"/>
            <a:ext cx="520700" cy="152400"/>
            <a:chOff x="990" y="2694"/>
            <a:chExt cx="328" cy="96"/>
          </a:xfrm>
        </p:grpSpPr>
        <p:sp>
          <p:nvSpPr>
            <p:cNvPr id="311314" name="Oval 18">
              <a:extLst>
                <a:ext uri="{FF2B5EF4-FFF2-40B4-BE49-F238E27FC236}">
                  <a16:creationId xmlns:a16="http://schemas.microsoft.com/office/drawing/2014/main" id="{F94AD3ED-7571-74CD-54BC-7E0C397249FB}"/>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1315" name="Oval 19">
              <a:extLst>
                <a:ext uri="{FF2B5EF4-FFF2-40B4-BE49-F238E27FC236}">
                  <a16:creationId xmlns:a16="http://schemas.microsoft.com/office/drawing/2014/main" id="{976435B2-20DB-CB5C-8E1D-40083FAF8BB8}"/>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11316" name="Line 20">
            <a:extLst>
              <a:ext uri="{FF2B5EF4-FFF2-40B4-BE49-F238E27FC236}">
                <a16:creationId xmlns:a16="http://schemas.microsoft.com/office/drawing/2014/main" id="{A9CF5B3C-A0DF-19D9-FC72-06BC50DA2FCD}"/>
              </a:ext>
            </a:extLst>
          </p:cNvPr>
          <p:cNvSpPr>
            <a:spLocks noChangeShapeType="1"/>
          </p:cNvSpPr>
          <p:nvPr/>
        </p:nvSpPr>
        <p:spPr bwMode="auto">
          <a:xfrm>
            <a:off x="3344863" y="3746500"/>
            <a:ext cx="433387"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1317" name="Line 21">
            <a:extLst>
              <a:ext uri="{FF2B5EF4-FFF2-40B4-BE49-F238E27FC236}">
                <a16:creationId xmlns:a16="http://schemas.microsoft.com/office/drawing/2014/main" id="{7FC2F3DD-7C3D-5F9B-5C85-952C23C78AD6}"/>
              </a:ext>
            </a:extLst>
          </p:cNvPr>
          <p:cNvSpPr>
            <a:spLocks noChangeShapeType="1"/>
          </p:cNvSpPr>
          <p:nvPr/>
        </p:nvSpPr>
        <p:spPr bwMode="auto">
          <a:xfrm>
            <a:off x="3343275" y="3362325"/>
            <a:ext cx="433388"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1318" name="Text Box 22">
            <a:extLst>
              <a:ext uri="{FF2B5EF4-FFF2-40B4-BE49-F238E27FC236}">
                <a16:creationId xmlns:a16="http://schemas.microsoft.com/office/drawing/2014/main" id="{B91E3476-FF89-1C36-BCE8-1C5D0F8E5B9A}"/>
              </a:ext>
            </a:extLst>
          </p:cNvPr>
          <p:cNvSpPr txBox="1">
            <a:spLocks noChangeArrowheads="1"/>
          </p:cNvSpPr>
          <p:nvPr/>
        </p:nvSpPr>
        <p:spPr bwMode="auto">
          <a:xfrm>
            <a:off x="3208338" y="2640013"/>
            <a:ext cx="719137"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1</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1319" name="Text Box 23">
            <a:extLst>
              <a:ext uri="{FF2B5EF4-FFF2-40B4-BE49-F238E27FC236}">
                <a16:creationId xmlns:a16="http://schemas.microsoft.com/office/drawing/2014/main" id="{9E3C6B9B-991F-94E7-EE78-D6CDB600CF8C}"/>
              </a:ext>
            </a:extLst>
          </p:cNvPr>
          <p:cNvSpPr txBox="1">
            <a:spLocks noChangeArrowheads="1"/>
          </p:cNvSpPr>
          <p:nvPr/>
        </p:nvSpPr>
        <p:spPr bwMode="auto">
          <a:xfrm>
            <a:off x="4513263" y="2641600"/>
            <a:ext cx="719137"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2</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1320" name="Text Box 24">
            <a:extLst>
              <a:ext uri="{FF2B5EF4-FFF2-40B4-BE49-F238E27FC236}">
                <a16:creationId xmlns:a16="http://schemas.microsoft.com/office/drawing/2014/main" id="{16D20CE1-61F4-8341-3098-138A58C9D4FB}"/>
              </a:ext>
            </a:extLst>
          </p:cNvPr>
          <p:cNvSpPr txBox="1">
            <a:spLocks noChangeArrowheads="1"/>
          </p:cNvSpPr>
          <p:nvPr/>
        </p:nvSpPr>
        <p:spPr bwMode="auto">
          <a:xfrm>
            <a:off x="1503363" y="5013325"/>
            <a:ext cx="6716712" cy="519113"/>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FFFFF"/>
                </a:solidFill>
                <a:effectLst>
                  <a:outerShdw blurRad="38100" dist="38100" dir="2700000" algn="tl">
                    <a:srgbClr val="000000"/>
                  </a:outerShdw>
                </a:effectLst>
                <a:latin typeface="Times New Roman" pitchFamily="18" charset="0"/>
                <a:ea typeface="+mn-ea"/>
              </a:rPr>
              <a:t>So we have  </a:t>
            </a:r>
            <a:r>
              <a:rPr lang="en-US" sz="2800">
                <a:solidFill>
                  <a:srgbClr val="FC0128"/>
                </a:solidFill>
                <a:effectLst>
                  <a:outerShdw blurRad="38100" dist="38100" dir="2700000" algn="tl">
                    <a:srgbClr val="000000"/>
                  </a:outerShdw>
                </a:effectLst>
                <a:latin typeface="Times New Roman" pitchFamily="18" charset="0"/>
                <a:ea typeface="+mn-ea"/>
              </a:rPr>
              <a:t>2</a:t>
            </a:r>
            <a:r>
              <a:rPr lang="en-US" sz="2800">
                <a:solidFill>
                  <a:srgbClr val="FFFFFF"/>
                </a:solidFill>
                <a:effectLst>
                  <a:outerShdw blurRad="38100" dist="38100" dir="2700000" algn="tl">
                    <a:srgbClr val="000000"/>
                  </a:outerShdw>
                </a:effectLst>
                <a:latin typeface="Times New Roman" pitchFamily="18" charset="0"/>
                <a:ea typeface="+mn-ea"/>
              </a:rPr>
              <a:t> </a:t>
            </a:r>
            <a:r>
              <a:rPr lang="en-US" sz="2800">
                <a:solidFill>
                  <a:srgbClr val="FC0128"/>
                </a:solidFill>
                <a:effectLst>
                  <a:outerShdw blurRad="38100" dist="38100" dir="2700000" algn="tl">
                    <a:srgbClr val="000000"/>
                  </a:outerShdw>
                </a:effectLst>
                <a:latin typeface="Times New Roman" pitchFamily="18" charset="0"/>
                <a:ea typeface="+mn-ea"/>
              </a:rPr>
              <a:t>regions</a:t>
            </a:r>
            <a:endParaRPr lang="en-US">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0E264591-753C-9CCC-7764-E48D83010A3C}"/>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1: Laughing Gas</a:t>
            </a:r>
          </a:p>
        </p:txBody>
      </p:sp>
      <p:sp>
        <p:nvSpPr>
          <p:cNvPr id="312323" name="Text Box 3">
            <a:extLst>
              <a:ext uri="{FF2B5EF4-FFF2-40B4-BE49-F238E27FC236}">
                <a16:creationId xmlns:a16="http://schemas.microsoft.com/office/drawing/2014/main" id="{BB8BE0C3-73B6-35FB-7C90-E650662C3D66}"/>
              </a:ext>
            </a:extLst>
          </p:cNvPr>
          <p:cNvSpPr txBox="1">
            <a:spLocks noChangeArrowheads="1"/>
          </p:cNvSpPr>
          <p:nvPr/>
        </p:nvSpPr>
        <p:spPr bwMode="auto">
          <a:xfrm>
            <a:off x="3692525" y="30591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N</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2324" name="Text Box 4">
            <a:extLst>
              <a:ext uri="{FF2B5EF4-FFF2-40B4-BE49-F238E27FC236}">
                <a16:creationId xmlns:a16="http://schemas.microsoft.com/office/drawing/2014/main" id="{E7497399-BB09-8B1C-0E5F-D89212A0DDEC}"/>
              </a:ext>
            </a:extLst>
          </p:cNvPr>
          <p:cNvSpPr txBox="1">
            <a:spLocks noChangeArrowheads="1"/>
          </p:cNvSpPr>
          <p:nvPr/>
        </p:nvSpPr>
        <p:spPr bwMode="auto">
          <a:xfrm>
            <a:off x="2290763" y="30448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N</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2325" name="Text Box 5">
            <a:extLst>
              <a:ext uri="{FF2B5EF4-FFF2-40B4-BE49-F238E27FC236}">
                <a16:creationId xmlns:a16="http://schemas.microsoft.com/office/drawing/2014/main" id="{149CA7BE-734A-F92E-EB90-5144BB3A127E}"/>
              </a:ext>
            </a:extLst>
          </p:cNvPr>
          <p:cNvSpPr txBox="1">
            <a:spLocks noChangeArrowheads="1"/>
          </p:cNvSpPr>
          <p:nvPr/>
        </p:nvSpPr>
        <p:spPr bwMode="auto">
          <a:xfrm>
            <a:off x="4983163" y="30638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2326" name="Line 6">
            <a:extLst>
              <a:ext uri="{FF2B5EF4-FFF2-40B4-BE49-F238E27FC236}">
                <a16:creationId xmlns:a16="http://schemas.microsoft.com/office/drawing/2014/main" id="{37ABE226-50D3-7CAB-8695-E9993749A66F}"/>
              </a:ext>
            </a:extLst>
          </p:cNvPr>
          <p:cNvSpPr>
            <a:spLocks noChangeShapeType="1"/>
          </p:cNvSpPr>
          <p:nvPr/>
        </p:nvSpPr>
        <p:spPr bwMode="auto">
          <a:xfrm>
            <a:off x="3343275" y="3560763"/>
            <a:ext cx="433388"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2327" name="Line 7">
            <a:extLst>
              <a:ext uri="{FF2B5EF4-FFF2-40B4-BE49-F238E27FC236}">
                <a16:creationId xmlns:a16="http://schemas.microsoft.com/office/drawing/2014/main" id="{5B0AB705-B18E-E197-C0B9-CDDD4967E3AE}"/>
              </a:ext>
            </a:extLst>
          </p:cNvPr>
          <p:cNvSpPr>
            <a:spLocks noChangeShapeType="1"/>
          </p:cNvSpPr>
          <p:nvPr/>
        </p:nvSpPr>
        <p:spPr bwMode="auto">
          <a:xfrm>
            <a:off x="4665663" y="3562350"/>
            <a:ext cx="434975"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117768" name="Group 8">
            <a:extLst>
              <a:ext uri="{FF2B5EF4-FFF2-40B4-BE49-F238E27FC236}">
                <a16:creationId xmlns:a16="http://schemas.microsoft.com/office/drawing/2014/main" id="{5FFB9BCD-388B-7D32-7A03-B24742792321}"/>
              </a:ext>
            </a:extLst>
          </p:cNvPr>
          <p:cNvGrpSpPr>
            <a:grpSpLocks/>
          </p:cNvGrpSpPr>
          <p:nvPr/>
        </p:nvGrpSpPr>
        <p:grpSpPr bwMode="auto">
          <a:xfrm>
            <a:off x="5291138" y="2944813"/>
            <a:ext cx="520700" cy="152400"/>
            <a:chOff x="990" y="2694"/>
            <a:chExt cx="328" cy="96"/>
          </a:xfrm>
        </p:grpSpPr>
        <p:sp>
          <p:nvSpPr>
            <p:cNvPr id="312329" name="Oval 9">
              <a:extLst>
                <a:ext uri="{FF2B5EF4-FFF2-40B4-BE49-F238E27FC236}">
                  <a16:creationId xmlns:a16="http://schemas.microsoft.com/office/drawing/2014/main" id="{41ED344E-4CCD-B43A-BA80-1848E52D79A4}"/>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2330" name="Oval 10">
              <a:extLst>
                <a:ext uri="{FF2B5EF4-FFF2-40B4-BE49-F238E27FC236}">
                  <a16:creationId xmlns:a16="http://schemas.microsoft.com/office/drawing/2014/main" id="{370E8836-9B97-7365-523F-FAD17BC27D74}"/>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17769" name="Group 11">
            <a:extLst>
              <a:ext uri="{FF2B5EF4-FFF2-40B4-BE49-F238E27FC236}">
                <a16:creationId xmlns:a16="http://schemas.microsoft.com/office/drawing/2014/main" id="{65355AF8-C0F0-6FE8-AFEB-AE8B8BA8ED69}"/>
              </a:ext>
            </a:extLst>
          </p:cNvPr>
          <p:cNvGrpSpPr>
            <a:grpSpLocks/>
          </p:cNvGrpSpPr>
          <p:nvPr/>
        </p:nvGrpSpPr>
        <p:grpSpPr bwMode="auto">
          <a:xfrm>
            <a:off x="5291138" y="4064000"/>
            <a:ext cx="520700" cy="152400"/>
            <a:chOff x="990" y="2694"/>
            <a:chExt cx="328" cy="96"/>
          </a:xfrm>
        </p:grpSpPr>
        <p:sp>
          <p:nvSpPr>
            <p:cNvPr id="312332" name="Oval 12">
              <a:extLst>
                <a:ext uri="{FF2B5EF4-FFF2-40B4-BE49-F238E27FC236}">
                  <a16:creationId xmlns:a16="http://schemas.microsoft.com/office/drawing/2014/main" id="{A0ADCD02-8AD6-4667-058E-ED999BBB7E13}"/>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2333" name="Oval 13">
              <a:extLst>
                <a:ext uri="{FF2B5EF4-FFF2-40B4-BE49-F238E27FC236}">
                  <a16:creationId xmlns:a16="http://schemas.microsoft.com/office/drawing/2014/main" id="{BC496D76-FC88-47FD-9CC0-0F710ED25317}"/>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17770" name="Group 14">
            <a:extLst>
              <a:ext uri="{FF2B5EF4-FFF2-40B4-BE49-F238E27FC236}">
                <a16:creationId xmlns:a16="http://schemas.microsoft.com/office/drawing/2014/main" id="{A005D852-2AC4-57F6-AAC5-4D1CDB41CB10}"/>
              </a:ext>
            </a:extLst>
          </p:cNvPr>
          <p:cNvGrpSpPr>
            <a:grpSpLocks/>
          </p:cNvGrpSpPr>
          <p:nvPr/>
        </p:nvGrpSpPr>
        <p:grpSpPr bwMode="auto">
          <a:xfrm rot="-5400000">
            <a:off x="5889625" y="3543300"/>
            <a:ext cx="520700" cy="152400"/>
            <a:chOff x="990" y="2694"/>
            <a:chExt cx="328" cy="96"/>
          </a:xfrm>
        </p:grpSpPr>
        <p:sp>
          <p:nvSpPr>
            <p:cNvPr id="312335" name="Oval 15">
              <a:extLst>
                <a:ext uri="{FF2B5EF4-FFF2-40B4-BE49-F238E27FC236}">
                  <a16:creationId xmlns:a16="http://schemas.microsoft.com/office/drawing/2014/main" id="{50784409-8917-0558-28F4-8474477042FC}"/>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2336" name="Oval 16">
              <a:extLst>
                <a:ext uri="{FF2B5EF4-FFF2-40B4-BE49-F238E27FC236}">
                  <a16:creationId xmlns:a16="http://schemas.microsoft.com/office/drawing/2014/main" id="{FDCFFFCB-38A6-8C6A-5BA0-FD73B0744E96}"/>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17771" name="Group 17">
            <a:extLst>
              <a:ext uri="{FF2B5EF4-FFF2-40B4-BE49-F238E27FC236}">
                <a16:creationId xmlns:a16="http://schemas.microsoft.com/office/drawing/2014/main" id="{D68871CD-7D21-AF2B-762A-38B45E6C9058}"/>
              </a:ext>
            </a:extLst>
          </p:cNvPr>
          <p:cNvGrpSpPr>
            <a:grpSpLocks/>
          </p:cNvGrpSpPr>
          <p:nvPr/>
        </p:nvGrpSpPr>
        <p:grpSpPr bwMode="auto">
          <a:xfrm rot="-5400000">
            <a:off x="1963738" y="3495675"/>
            <a:ext cx="520700" cy="152400"/>
            <a:chOff x="990" y="2694"/>
            <a:chExt cx="328" cy="96"/>
          </a:xfrm>
        </p:grpSpPr>
        <p:sp>
          <p:nvSpPr>
            <p:cNvPr id="312338" name="Oval 18">
              <a:extLst>
                <a:ext uri="{FF2B5EF4-FFF2-40B4-BE49-F238E27FC236}">
                  <a16:creationId xmlns:a16="http://schemas.microsoft.com/office/drawing/2014/main" id="{CF76A548-92FA-9E1C-A626-AEAA4E06A56B}"/>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2339" name="Oval 19">
              <a:extLst>
                <a:ext uri="{FF2B5EF4-FFF2-40B4-BE49-F238E27FC236}">
                  <a16:creationId xmlns:a16="http://schemas.microsoft.com/office/drawing/2014/main" id="{285C0032-F858-5F8B-301F-9F1AF9B9691B}"/>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12340" name="Line 20">
            <a:extLst>
              <a:ext uri="{FF2B5EF4-FFF2-40B4-BE49-F238E27FC236}">
                <a16:creationId xmlns:a16="http://schemas.microsoft.com/office/drawing/2014/main" id="{575A2EC5-1459-3046-F58E-70BF75DD2150}"/>
              </a:ext>
            </a:extLst>
          </p:cNvPr>
          <p:cNvSpPr>
            <a:spLocks noChangeShapeType="1"/>
          </p:cNvSpPr>
          <p:nvPr/>
        </p:nvSpPr>
        <p:spPr bwMode="auto">
          <a:xfrm>
            <a:off x="3344863" y="3746500"/>
            <a:ext cx="433387"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2341" name="Line 21">
            <a:extLst>
              <a:ext uri="{FF2B5EF4-FFF2-40B4-BE49-F238E27FC236}">
                <a16:creationId xmlns:a16="http://schemas.microsoft.com/office/drawing/2014/main" id="{9EA73A53-E10C-AA2F-296B-AD5E03E328E9}"/>
              </a:ext>
            </a:extLst>
          </p:cNvPr>
          <p:cNvSpPr>
            <a:spLocks noChangeShapeType="1"/>
          </p:cNvSpPr>
          <p:nvPr/>
        </p:nvSpPr>
        <p:spPr bwMode="auto">
          <a:xfrm>
            <a:off x="3343275" y="3362325"/>
            <a:ext cx="433388"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2342" name="Text Box 22">
            <a:extLst>
              <a:ext uri="{FF2B5EF4-FFF2-40B4-BE49-F238E27FC236}">
                <a16:creationId xmlns:a16="http://schemas.microsoft.com/office/drawing/2014/main" id="{DA414AA2-EBC5-6297-4241-401FFFBEFA2E}"/>
              </a:ext>
            </a:extLst>
          </p:cNvPr>
          <p:cNvSpPr txBox="1">
            <a:spLocks noChangeArrowheads="1"/>
          </p:cNvSpPr>
          <p:nvPr/>
        </p:nvSpPr>
        <p:spPr bwMode="auto">
          <a:xfrm>
            <a:off x="1503363" y="5013325"/>
            <a:ext cx="6716712" cy="519113"/>
          </a:xfrm>
          <a:prstGeom prst="rect">
            <a:avLst/>
          </a:prstGeom>
          <a:noFill/>
          <a:ln w="12700">
            <a:noFill/>
            <a:miter lim="800000"/>
            <a:headEnd/>
            <a:tailEnd/>
          </a:ln>
          <a:effectLst/>
        </p:spPr>
        <p:txBody>
          <a:bodyPr>
            <a:spAutoFit/>
          </a:bodyPr>
          <a:lstStyle/>
          <a:p>
            <a:pPr>
              <a:spcBef>
                <a:spcPct val="50000"/>
              </a:spcBef>
              <a:defRPr/>
            </a:pPr>
            <a:r>
              <a:rPr lang="en-US" sz="2800">
                <a:solidFill>
                  <a:srgbClr val="FFFFFF"/>
                </a:solidFill>
                <a:effectLst>
                  <a:outerShdw blurRad="38100" dist="38100" dir="2700000" algn="tl">
                    <a:srgbClr val="000000"/>
                  </a:outerShdw>
                </a:effectLst>
                <a:latin typeface="Times New Roman" pitchFamily="18" charset="0"/>
                <a:ea typeface="+mn-ea"/>
              </a:rPr>
              <a:t>How many </a:t>
            </a:r>
            <a:r>
              <a:rPr lang="en-US" sz="2800">
                <a:solidFill>
                  <a:srgbClr val="FC0128"/>
                </a:solidFill>
                <a:effectLst>
                  <a:outerShdw blurRad="38100" dist="38100" dir="2700000" algn="tl">
                    <a:srgbClr val="000000"/>
                  </a:outerShdw>
                </a:effectLst>
                <a:latin typeface="Times New Roman" pitchFamily="18" charset="0"/>
                <a:ea typeface="+mn-ea"/>
              </a:rPr>
              <a:t>regions</a:t>
            </a:r>
            <a:r>
              <a:rPr lang="en-US" sz="2800">
                <a:solidFill>
                  <a:srgbClr val="FFFFFF"/>
                </a:solidFill>
                <a:effectLst>
                  <a:outerShdw blurRad="38100" dist="38100" dir="2700000" algn="tl">
                    <a:srgbClr val="000000"/>
                  </a:outerShdw>
                </a:effectLst>
                <a:latin typeface="Times New Roman" pitchFamily="18" charset="0"/>
                <a:ea typeface="+mn-ea"/>
              </a:rPr>
              <a:t> are </a:t>
            </a:r>
            <a:r>
              <a:rPr lang="en-US" sz="2800">
                <a:solidFill>
                  <a:srgbClr val="F6BF69"/>
                </a:solidFill>
                <a:effectLst>
                  <a:outerShdw blurRad="38100" dist="38100" dir="2700000" algn="tl">
                    <a:srgbClr val="000000"/>
                  </a:outerShdw>
                </a:effectLst>
                <a:latin typeface="Times New Roman" pitchFamily="18" charset="0"/>
                <a:ea typeface="+mn-ea"/>
              </a:rPr>
              <a:t>bonds</a:t>
            </a:r>
            <a:r>
              <a:rPr lang="en-US" sz="2800">
                <a:solidFill>
                  <a:srgbClr val="FFFFFF"/>
                </a:solidFill>
                <a:effectLst>
                  <a:outerShdw blurRad="38100" dist="38100" dir="2700000" algn="tl">
                    <a:srgbClr val="000000"/>
                  </a:outerShdw>
                </a:effectLst>
                <a:latin typeface="Times New Roman" pitchFamily="18" charset="0"/>
                <a:ea typeface="+mn-ea"/>
              </a:rPr>
              <a:t>?</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2343" name="Text Box 23">
            <a:extLst>
              <a:ext uri="{FF2B5EF4-FFF2-40B4-BE49-F238E27FC236}">
                <a16:creationId xmlns:a16="http://schemas.microsoft.com/office/drawing/2014/main" id="{35D3D6E9-C6D2-EEF2-8D22-872CE49D77D3}"/>
              </a:ext>
            </a:extLst>
          </p:cNvPr>
          <p:cNvSpPr txBox="1">
            <a:spLocks noChangeArrowheads="1"/>
          </p:cNvSpPr>
          <p:nvPr/>
        </p:nvSpPr>
        <p:spPr bwMode="auto">
          <a:xfrm>
            <a:off x="3208338" y="2640013"/>
            <a:ext cx="719137"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1</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2344" name="Text Box 24">
            <a:extLst>
              <a:ext uri="{FF2B5EF4-FFF2-40B4-BE49-F238E27FC236}">
                <a16:creationId xmlns:a16="http://schemas.microsoft.com/office/drawing/2014/main" id="{0C22CF2D-428D-08BD-175F-D33F54176C2A}"/>
              </a:ext>
            </a:extLst>
          </p:cNvPr>
          <p:cNvSpPr txBox="1">
            <a:spLocks noChangeArrowheads="1"/>
          </p:cNvSpPr>
          <p:nvPr/>
        </p:nvSpPr>
        <p:spPr bwMode="auto">
          <a:xfrm>
            <a:off x="4513263" y="2641600"/>
            <a:ext cx="719137"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2</a:t>
            </a:r>
            <a:endParaRPr lang="en-US">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B44DCF6E-8546-3698-1D3C-FE041122CA58}"/>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1: Laughing Gas</a:t>
            </a:r>
          </a:p>
        </p:txBody>
      </p:sp>
      <p:sp>
        <p:nvSpPr>
          <p:cNvPr id="313347" name="Text Box 3">
            <a:extLst>
              <a:ext uri="{FF2B5EF4-FFF2-40B4-BE49-F238E27FC236}">
                <a16:creationId xmlns:a16="http://schemas.microsoft.com/office/drawing/2014/main" id="{62256BBB-E525-EC44-92B4-737C99029220}"/>
              </a:ext>
            </a:extLst>
          </p:cNvPr>
          <p:cNvSpPr txBox="1">
            <a:spLocks noChangeArrowheads="1"/>
          </p:cNvSpPr>
          <p:nvPr/>
        </p:nvSpPr>
        <p:spPr bwMode="auto">
          <a:xfrm>
            <a:off x="3692525" y="30591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N</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3348" name="Text Box 4">
            <a:extLst>
              <a:ext uri="{FF2B5EF4-FFF2-40B4-BE49-F238E27FC236}">
                <a16:creationId xmlns:a16="http://schemas.microsoft.com/office/drawing/2014/main" id="{3208782F-8C53-C6D0-758D-F21213688E0A}"/>
              </a:ext>
            </a:extLst>
          </p:cNvPr>
          <p:cNvSpPr txBox="1">
            <a:spLocks noChangeArrowheads="1"/>
          </p:cNvSpPr>
          <p:nvPr/>
        </p:nvSpPr>
        <p:spPr bwMode="auto">
          <a:xfrm>
            <a:off x="2290763" y="30448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N</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3349" name="Text Box 5">
            <a:extLst>
              <a:ext uri="{FF2B5EF4-FFF2-40B4-BE49-F238E27FC236}">
                <a16:creationId xmlns:a16="http://schemas.microsoft.com/office/drawing/2014/main" id="{AE916368-9EE5-57AA-8F1E-4E0D8010B950}"/>
              </a:ext>
            </a:extLst>
          </p:cNvPr>
          <p:cNvSpPr txBox="1">
            <a:spLocks noChangeArrowheads="1"/>
          </p:cNvSpPr>
          <p:nvPr/>
        </p:nvSpPr>
        <p:spPr bwMode="auto">
          <a:xfrm>
            <a:off x="4983163" y="30638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3350" name="Line 6">
            <a:extLst>
              <a:ext uri="{FF2B5EF4-FFF2-40B4-BE49-F238E27FC236}">
                <a16:creationId xmlns:a16="http://schemas.microsoft.com/office/drawing/2014/main" id="{65FAA768-25B2-1839-184A-0AAE6932B51C}"/>
              </a:ext>
            </a:extLst>
          </p:cNvPr>
          <p:cNvSpPr>
            <a:spLocks noChangeShapeType="1"/>
          </p:cNvSpPr>
          <p:nvPr/>
        </p:nvSpPr>
        <p:spPr bwMode="auto">
          <a:xfrm>
            <a:off x="3343275" y="3560763"/>
            <a:ext cx="433388"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3351" name="Line 7">
            <a:extLst>
              <a:ext uri="{FF2B5EF4-FFF2-40B4-BE49-F238E27FC236}">
                <a16:creationId xmlns:a16="http://schemas.microsoft.com/office/drawing/2014/main" id="{06EC36CF-8D21-9302-23F6-5E56FD66F140}"/>
              </a:ext>
            </a:extLst>
          </p:cNvPr>
          <p:cNvSpPr>
            <a:spLocks noChangeShapeType="1"/>
          </p:cNvSpPr>
          <p:nvPr/>
        </p:nvSpPr>
        <p:spPr bwMode="auto">
          <a:xfrm>
            <a:off x="4665663" y="3562350"/>
            <a:ext cx="434975"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119816" name="Group 8">
            <a:extLst>
              <a:ext uri="{FF2B5EF4-FFF2-40B4-BE49-F238E27FC236}">
                <a16:creationId xmlns:a16="http://schemas.microsoft.com/office/drawing/2014/main" id="{A60289A8-C9BF-2CAA-A911-20E84736BAD3}"/>
              </a:ext>
            </a:extLst>
          </p:cNvPr>
          <p:cNvGrpSpPr>
            <a:grpSpLocks/>
          </p:cNvGrpSpPr>
          <p:nvPr/>
        </p:nvGrpSpPr>
        <p:grpSpPr bwMode="auto">
          <a:xfrm>
            <a:off x="5291138" y="2944813"/>
            <a:ext cx="520700" cy="152400"/>
            <a:chOff x="990" y="2694"/>
            <a:chExt cx="328" cy="96"/>
          </a:xfrm>
        </p:grpSpPr>
        <p:sp>
          <p:nvSpPr>
            <p:cNvPr id="313353" name="Oval 9">
              <a:extLst>
                <a:ext uri="{FF2B5EF4-FFF2-40B4-BE49-F238E27FC236}">
                  <a16:creationId xmlns:a16="http://schemas.microsoft.com/office/drawing/2014/main" id="{6805BEF2-D4F1-120F-15EB-123F0F0FAF9C}"/>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3354" name="Oval 10">
              <a:extLst>
                <a:ext uri="{FF2B5EF4-FFF2-40B4-BE49-F238E27FC236}">
                  <a16:creationId xmlns:a16="http://schemas.microsoft.com/office/drawing/2014/main" id="{91AB838D-2D43-3A6D-D990-1EB6315A1A4F}"/>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19817" name="Group 11">
            <a:extLst>
              <a:ext uri="{FF2B5EF4-FFF2-40B4-BE49-F238E27FC236}">
                <a16:creationId xmlns:a16="http://schemas.microsoft.com/office/drawing/2014/main" id="{42FB22B5-E9B1-7B09-B2AC-3BA9C1DFFE5A}"/>
              </a:ext>
            </a:extLst>
          </p:cNvPr>
          <p:cNvGrpSpPr>
            <a:grpSpLocks/>
          </p:cNvGrpSpPr>
          <p:nvPr/>
        </p:nvGrpSpPr>
        <p:grpSpPr bwMode="auto">
          <a:xfrm>
            <a:off x="5291138" y="4064000"/>
            <a:ext cx="520700" cy="152400"/>
            <a:chOff x="990" y="2694"/>
            <a:chExt cx="328" cy="96"/>
          </a:xfrm>
        </p:grpSpPr>
        <p:sp>
          <p:nvSpPr>
            <p:cNvPr id="313356" name="Oval 12">
              <a:extLst>
                <a:ext uri="{FF2B5EF4-FFF2-40B4-BE49-F238E27FC236}">
                  <a16:creationId xmlns:a16="http://schemas.microsoft.com/office/drawing/2014/main" id="{04E8624E-57D5-ACA6-2B27-66720D24657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3357" name="Oval 13">
              <a:extLst>
                <a:ext uri="{FF2B5EF4-FFF2-40B4-BE49-F238E27FC236}">
                  <a16:creationId xmlns:a16="http://schemas.microsoft.com/office/drawing/2014/main" id="{385DDE29-01F0-ECDA-B1A6-9EC1ABC25278}"/>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19818" name="Group 14">
            <a:extLst>
              <a:ext uri="{FF2B5EF4-FFF2-40B4-BE49-F238E27FC236}">
                <a16:creationId xmlns:a16="http://schemas.microsoft.com/office/drawing/2014/main" id="{1551CC8E-30F0-9539-0BFD-B0CDD7DA87AB}"/>
              </a:ext>
            </a:extLst>
          </p:cNvPr>
          <p:cNvGrpSpPr>
            <a:grpSpLocks/>
          </p:cNvGrpSpPr>
          <p:nvPr/>
        </p:nvGrpSpPr>
        <p:grpSpPr bwMode="auto">
          <a:xfrm rot="-5400000">
            <a:off x="5889625" y="3543300"/>
            <a:ext cx="520700" cy="152400"/>
            <a:chOff x="990" y="2694"/>
            <a:chExt cx="328" cy="96"/>
          </a:xfrm>
        </p:grpSpPr>
        <p:sp>
          <p:nvSpPr>
            <p:cNvPr id="313359" name="Oval 15">
              <a:extLst>
                <a:ext uri="{FF2B5EF4-FFF2-40B4-BE49-F238E27FC236}">
                  <a16:creationId xmlns:a16="http://schemas.microsoft.com/office/drawing/2014/main" id="{C1355102-89CB-20E5-F6E8-E2FAB690640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3360" name="Oval 16">
              <a:extLst>
                <a:ext uri="{FF2B5EF4-FFF2-40B4-BE49-F238E27FC236}">
                  <a16:creationId xmlns:a16="http://schemas.microsoft.com/office/drawing/2014/main" id="{3C24031F-9D70-1CCB-3EFA-4FB358782E3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19819" name="Group 17">
            <a:extLst>
              <a:ext uri="{FF2B5EF4-FFF2-40B4-BE49-F238E27FC236}">
                <a16:creationId xmlns:a16="http://schemas.microsoft.com/office/drawing/2014/main" id="{D6E90066-CE80-D76E-A84B-BA2EE0F9E6AE}"/>
              </a:ext>
            </a:extLst>
          </p:cNvPr>
          <p:cNvGrpSpPr>
            <a:grpSpLocks/>
          </p:cNvGrpSpPr>
          <p:nvPr/>
        </p:nvGrpSpPr>
        <p:grpSpPr bwMode="auto">
          <a:xfrm rot="-5400000">
            <a:off x="1963738" y="3495675"/>
            <a:ext cx="520700" cy="152400"/>
            <a:chOff x="990" y="2694"/>
            <a:chExt cx="328" cy="96"/>
          </a:xfrm>
        </p:grpSpPr>
        <p:sp>
          <p:nvSpPr>
            <p:cNvPr id="313362" name="Oval 18">
              <a:extLst>
                <a:ext uri="{FF2B5EF4-FFF2-40B4-BE49-F238E27FC236}">
                  <a16:creationId xmlns:a16="http://schemas.microsoft.com/office/drawing/2014/main" id="{07D76C8C-0E3D-C741-0A49-BFA2C2313126}"/>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3363" name="Oval 19">
              <a:extLst>
                <a:ext uri="{FF2B5EF4-FFF2-40B4-BE49-F238E27FC236}">
                  <a16:creationId xmlns:a16="http://schemas.microsoft.com/office/drawing/2014/main" id="{FC01ECA1-28A7-7836-1EB0-23CF30213F6E}"/>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13364" name="Line 20">
            <a:extLst>
              <a:ext uri="{FF2B5EF4-FFF2-40B4-BE49-F238E27FC236}">
                <a16:creationId xmlns:a16="http://schemas.microsoft.com/office/drawing/2014/main" id="{98FC47EF-20CA-B9B8-0DEB-4734B13E3A44}"/>
              </a:ext>
            </a:extLst>
          </p:cNvPr>
          <p:cNvSpPr>
            <a:spLocks noChangeShapeType="1"/>
          </p:cNvSpPr>
          <p:nvPr/>
        </p:nvSpPr>
        <p:spPr bwMode="auto">
          <a:xfrm>
            <a:off x="3344863" y="3746500"/>
            <a:ext cx="433387"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3365" name="Line 21">
            <a:extLst>
              <a:ext uri="{FF2B5EF4-FFF2-40B4-BE49-F238E27FC236}">
                <a16:creationId xmlns:a16="http://schemas.microsoft.com/office/drawing/2014/main" id="{C36F6949-B741-D7E1-4003-0E13FE5F0CA6}"/>
              </a:ext>
            </a:extLst>
          </p:cNvPr>
          <p:cNvSpPr>
            <a:spLocks noChangeShapeType="1"/>
          </p:cNvSpPr>
          <p:nvPr/>
        </p:nvSpPr>
        <p:spPr bwMode="auto">
          <a:xfrm>
            <a:off x="3343275" y="3362325"/>
            <a:ext cx="433388"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3366" name="Text Box 22">
            <a:extLst>
              <a:ext uri="{FF2B5EF4-FFF2-40B4-BE49-F238E27FC236}">
                <a16:creationId xmlns:a16="http://schemas.microsoft.com/office/drawing/2014/main" id="{2622D9B3-B416-D411-A762-363CAFFCEC4A}"/>
              </a:ext>
            </a:extLst>
          </p:cNvPr>
          <p:cNvSpPr txBox="1">
            <a:spLocks noChangeArrowheads="1"/>
          </p:cNvSpPr>
          <p:nvPr/>
        </p:nvSpPr>
        <p:spPr bwMode="auto">
          <a:xfrm>
            <a:off x="1503363" y="5013325"/>
            <a:ext cx="6716712" cy="519113"/>
          </a:xfrm>
          <a:prstGeom prst="rect">
            <a:avLst/>
          </a:prstGeom>
          <a:noFill/>
          <a:ln w="12700">
            <a:noFill/>
            <a:miter lim="800000"/>
            <a:headEnd/>
            <a:tailEnd/>
          </a:ln>
          <a:effectLst/>
        </p:spPr>
        <p:txBody>
          <a:bodyPr>
            <a:spAutoFit/>
          </a:bodyPr>
          <a:lstStyle/>
          <a:p>
            <a:pPr>
              <a:spcBef>
                <a:spcPct val="50000"/>
              </a:spcBef>
              <a:defRPr/>
            </a:pPr>
            <a:r>
              <a:rPr lang="en-US" sz="2800">
                <a:solidFill>
                  <a:srgbClr val="FFFFFF"/>
                </a:solidFill>
                <a:effectLst>
                  <a:outerShdw blurRad="38100" dist="38100" dir="2700000" algn="tl">
                    <a:srgbClr val="000000"/>
                  </a:outerShdw>
                </a:effectLst>
                <a:latin typeface="Times New Roman" pitchFamily="18" charset="0"/>
                <a:ea typeface="+mn-ea"/>
              </a:rPr>
              <a:t>How many </a:t>
            </a:r>
            <a:r>
              <a:rPr lang="en-US" sz="2800">
                <a:solidFill>
                  <a:srgbClr val="FC0128"/>
                </a:solidFill>
                <a:effectLst>
                  <a:outerShdw blurRad="38100" dist="38100" dir="2700000" algn="tl">
                    <a:srgbClr val="000000"/>
                  </a:outerShdw>
                </a:effectLst>
                <a:latin typeface="Times New Roman" pitchFamily="18" charset="0"/>
                <a:ea typeface="+mn-ea"/>
              </a:rPr>
              <a:t>regions</a:t>
            </a:r>
            <a:r>
              <a:rPr lang="en-US" sz="2800">
                <a:solidFill>
                  <a:srgbClr val="FFFFFF"/>
                </a:solidFill>
                <a:effectLst>
                  <a:outerShdw blurRad="38100" dist="38100" dir="2700000" algn="tl">
                    <a:srgbClr val="000000"/>
                  </a:outerShdw>
                </a:effectLst>
                <a:latin typeface="Times New Roman" pitchFamily="18" charset="0"/>
                <a:ea typeface="+mn-ea"/>
              </a:rPr>
              <a:t> are </a:t>
            </a:r>
            <a:r>
              <a:rPr lang="en-US" sz="2800">
                <a:solidFill>
                  <a:srgbClr val="F6BF69"/>
                </a:solidFill>
                <a:effectLst>
                  <a:outerShdw blurRad="38100" dist="38100" dir="2700000" algn="tl">
                    <a:srgbClr val="000000"/>
                  </a:outerShdw>
                </a:effectLst>
                <a:latin typeface="Times New Roman" pitchFamily="18" charset="0"/>
                <a:ea typeface="+mn-ea"/>
              </a:rPr>
              <a:t>bonds</a:t>
            </a:r>
            <a:r>
              <a:rPr lang="en-US" sz="2800">
                <a:solidFill>
                  <a:srgbClr val="FFFFFF"/>
                </a:solidFill>
                <a:effectLst>
                  <a:outerShdw blurRad="38100" dist="38100" dir="2700000" algn="tl">
                    <a:srgbClr val="000000"/>
                  </a:outerShdw>
                </a:effectLst>
                <a:latin typeface="Times New Roman" pitchFamily="18" charset="0"/>
                <a:ea typeface="+mn-ea"/>
              </a:rPr>
              <a:t>?</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3367" name="Text Box 23">
            <a:extLst>
              <a:ext uri="{FF2B5EF4-FFF2-40B4-BE49-F238E27FC236}">
                <a16:creationId xmlns:a16="http://schemas.microsoft.com/office/drawing/2014/main" id="{65090891-2ECF-8EA0-3FBC-EB7BD5470437}"/>
              </a:ext>
            </a:extLst>
          </p:cNvPr>
          <p:cNvSpPr txBox="1">
            <a:spLocks noChangeArrowheads="1"/>
          </p:cNvSpPr>
          <p:nvPr/>
        </p:nvSpPr>
        <p:spPr bwMode="auto">
          <a:xfrm>
            <a:off x="3208338" y="2640013"/>
            <a:ext cx="719137"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1</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3368" name="Text Box 24">
            <a:extLst>
              <a:ext uri="{FF2B5EF4-FFF2-40B4-BE49-F238E27FC236}">
                <a16:creationId xmlns:a16="http://schemas.microsoft.com/office/drawing/2014/main" id="{F853BF64-A89E-2FE4-9967-0CC1168013AA}"/>
              </a:ext>
            </a:extLst>
          </p:cNvPr>
          <p:cNvSpPr txBox="1">
            <a:spLocks noChangeArrowheads="1"/>
          </p:cNvSpPr>
          <p:nvPr/>
        </p:nvSpPr>
        <p:spPr bwMode="auto">
          <a:xfrm>
            <a:off x="4513263" y="2641600"/>
            <a:ext cx="719137"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2</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3369" name="Text Box 25">
            <a:extLst>
              <a:ext uri="{FF2B5EF4-FFF2-40B4-BE49-F238E27FC236}">
                <a16:creationId xmlns:a16="http://schemas.microsoft.com/office/drawing/2014/main" id="{D29E3C02-FD2D-7565-49F7-E9CB0F7FCBE0}"/>
              </a:ext>
            </a:extLst>
          </p:cNvPr>
          <p:cNvSpPr txBox="1">
            <a:spLocks noChangeArrowheads="1"/>
          </p:cNvSpPr>
          <p:nvPr/>
        </p:nvSpPr>
        <p:spPr bwMode="auto">
          <a:xfrm>
            <a:off x="3160713" y="3795713"/>
            <a:ext cx="719137"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6BF69"/>
                </a:solidFill>
                <a:effectLst>
                  <a:outerShdw blurRad="38100" dist="38100" dir="2700000" algn="tl">
                    <a:srgbClr val="000000"/>
                  </a:outerShdw>
                </a:effectLst>
                <a:latin typeface="Times New Roman" pitchFamily="18" charset="0"/>
                <a:ea typeface="+mn-ea"/>
              </a:rPr>
              <a:t>1</a:t>
            </a:r>
            <a:endParaRPr lang="en-US">
              <a:solidFill>
                <a:srgbClr val="F6BF69"/>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43C37DC1-E86C-054D-6648-72EA35243245}"/>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1: Laughing Gas</a:t>
            </a:r>
          </a:p>
        </p:txBody>
      </p:sp>
      <p:sp>
        <p:nvSpPr>
          <p:cNvPr id="314371" name="Text Box 3">
            <a:extLst>
              <a:ext uri="{FF2B5EF4-FFF2-40B4-BE49-F238E27FC236}">
                <a16:creationId xmlns:a16="http://schemas.microsoft.com/office/drawing/2014/main" id="{3491B007-89F5-DC94-6091-B7CA2717F8E0}"/>
              </a:ext>
            </a:extLst>
          </p:cNvPr>
          <p:cNvSpPr txBox="1">
            <a:spLocks noChangeArrowheads="1"/>
          </p:cNvSpPr>
          <p:nvPr/>
        </p:nvSpPr>
        <p:spPr bwMode="auto">
          <a:xfrm>
            <a:off x="3692525" y="30591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N</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4372" name="Text Box 4">
            <a:extLst>
              <a:ext uri="{FF2B5EF4-FFF2-40B4-BE49-F238E27FC236}">
                <a16:creationId xmlns:a16="http://schemas.microsoft.com/office/drawing/2014/main" id="{C3A5B2F1-43D0-9C66-5EDA-E09CCC34C525}"/>
              </a:ext>
            </a:extLst>
          </p:cNvPr>
          <p:cNvSpPr txBox="1">
            <a:spLocks noChangeArrowheads="1"/>
          </p:cNvSpPr>
          <p:nvPr/>
        </p:nvSpPr>
        <p:spPr bwMode="auto">
          <a:xfrm>
            <a:off x="2290763" y="30448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N</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4373" name="Text Box 5">
            <a:extLst>
              <a:ext uri="{FF2B5EF4-FFF2-40B4-BE49-F238E27FC236}">
                <a16:creationId xmlns:a16="http://schemas.microsoft.com/office/drawing/2014/main" id="{0C07EE4A-04D0-416C-0B6E-8E90847B050C}"/>
              </a:ext>
            </a:extLst>
          </p:cNvPr>
          <p:cNvSpPr txBox="1">
            <a:spLocks noChangeArrowheads="1"/>
          </p:cNvSpPr>
          <p:nvPr/>
        </p:nvSpPr>
        <p:spPr bwMode="auto">
          <a:xfrm>
            <a:off x="4983163" y="30638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4374" name="Line 6">
            <a:extLst>
              <a:ext uri="{FF2B5EF4-FFF2-40B4-BE49-F238E27FC236}">
                <a16:creationId xmlns:a16="http://schemas.microsoft.com/office/drawing/2014/main" id="{A454D7DC-BBA5-572A-40B4-1C8FACB2AAE0}"/>
              </a:ext>
            </a:extLst>
          </p:cNvPr>
          <p:cNvSpPr>
            <a:spLocks noChangeShapeType="1"/>
          </p:cNvSpPr>
          <p:nvPr/>
        </p:nvSpPr>
        <p:spPr bwMode="auto">
          <a:xfrm>
            <a:off x="3343275" y="3560763"/>
            <a:ext cx="433388"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4375" name="Line 7">
            <a:extLst>
              <a:ext uri="{FF2B5EF4-FFF2-40B4-BE49-F238E27FC236}">
                <a16:creationId xmlns:a16="http://schemas.microsoft.com/office/drawing/2014/main" id="{55381176-BA4C-4215-AC93-71E64174573E}"/>
              </a:ext>
            </a:extLst>
          </p:cNvPr>
          <p:cNvSpPr>
            <a:spLocks noChangeShapeType="1"/>
          </p:cNvSpPr>
          <p:nvPr/>
        </p:nvSpPr>
        <p:spPr bwMode="auto">
          <a:xfrm>
            <a:off x="4665663" y="3562350"/>
            <a:ext cx="434975"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121864" name="Group 8">
            <a:extLst>
              <a:ext uri="{FF2B5EF4-FFF2-40B4-BE49-F238E27FC236}">
                <a16:creationId xmlns:a16="http://schemas.microsoft.com/office/drawing/2014/main" id="{8F7094AC-BCFA-D31D-AC88-19B3F87A2ADD}"/>
              </a:ext>
            </a:extLst>
          </p:cNvPr>
          <p:cNvGrpSpPr>
            <a:grpSpLocks/>
          </p:cNvGrpSpPr>
          <p:nvPr/>
        </p:nvGrpSpPr>
        <p:grpSpPr bwMode="auto">
          <a:xfrm>
            <a:off x="5291138" y="2944813"/>
            <a:ext cx="520700" cy="152400"/>
            <a:chOff x="990" y="2694"/>
            <a:chExt cx="328" cy="96"/>
          </a:xfrm>
        </p:grpSpPr>
        <p:sp>
          <p:nvSpPr>
            <p:cNvPr id="314377" name="Oval 9">
              <a:extLst>
                <a:ext uri="{FF2B5EF4-FFF2-40B4-BE49-F238E27FC236}">
                  <a16:creationId xmlns:a16="http://schemas.microsoft.com/office/drawing/2014/main" id="{F2086E71-2F25-C801-770B-755BCA14A90C}"/>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4378" name="Oval 10">
              <a:extLst>
                <a:ext uri="{FF2B5EF4-FFF2-40B4-BE49-F238E27FC236}">
                  <a16:creationId xmlns:a16="http://schemas.microsoft.com/office/drawing/2014/main" id="{E7A42050-BBC8-248E-53F3-D68874168488}"/>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21865" name="Group 11">
            <a:extLst>
              <a:ext uri="{FF2B5EF4-FFF2-40B4-BE49-F238E27FC236}">
                <a16:creationId xmlns:a16="http://schemas.microsoft.com/office/drawing/2014/main" id="{C4B49998-E815-D9B7-08EA-A786A82EDDA6}"/>
              </a:ext>
            </a:extLst>
          </p:cNvPr>
          <p:cNvGrpSpPr>
            <a:grpSpLocks/>
          </p:cNvGrpSpPr>
          <p:nvPr/>
        </p:nvGrpSpPr>
        <p:grpSpPr bwMode="auto">
          <a:xfrm>
            <a:off x="5291138" y="4064000"/>
            <a:ext cx="520700" cy="152400"/>
            <a:chOff x="990" y="2694"/>
            <a:chExt cx="328" cy="96"/>
          </a:xfrm>
        </p:grpSpPr>
        <p:sp>
          <p:nvSpPr>
            <p:cNvPr id="314380" name="Oval 12">
              <a:extLst>
                <a:ext uri="{FF2B5EF4-FFF2-40B4-BE49-F238E27FC236}">
                  <a16:creationId xmlns:a16="http://schemas.microsoft.com/office/drawing/2014/main" id="{76D6A196-69A6-A2BF-4240-815E31D4FFC1}"/>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4381" name="Oval 13">
              <a:extLst>
                <a:ext uri="{FF2B5EF4-FFF2-40B4-BE49-F238E27FC236}">
                  <a16:creationId xmlns:a16="http://schemas.microsoft.com/office/drawing/2014/main" id="{B82EE1EE-4B44-C45A-B319-5FF0B1039698}"/>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21866" name="Group 14">
            <a:extLst>
              <a:ext uri="{FF2B5EF4-FFF2-40B4-BE49-F238E27FC236}">
                <a16:creationId xmlns:a16="http://schemas.microsoft.com/office/drawing/2014/main" id="{068411CB-68EF-5E44-9D71-4B20C6A58DCC}"/>
              </a:ext>
            </a:extLst>
          </p:cNvPr>
          <p:cNvGrpSpPr>
            <a:grpSpLocks/>
          </p:cNvGrpSpPr>
          <p:nvPr/>
        </p:nvGrpSpPr>
        <p:grpSpPr bwMode="auto">
          <a:xfrm rot="-5400000">
            <a:off x="5889625" y="3543300"/>
            <a:ext cx="520700" cy="152400"/>
            <a:chOff x="990" y="2694"/>
            <a:chExt cx="328" cy="96"/>
          </a:xfrm>
        </p:grpSpPr>
        <p:sp>
          <p:nvSpPr>
            <p:cNvPr id="314383" name="Oval 15">
              <a:extLst>
                <a:ext uri="{FF2B5EF4-FFF2-40B4-BE49-F238E27FC236}">
                  <a16:creationId xmlns:a16="http://schemas.microsoft.com/office/drawing/2014/main" id="{99EA6526-DF57-FC93-05DC-2690E720AC1F}"/>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4384" name="Oval 16">
              <a:extLst>
                <a:ext uri="{FF2B5EF4-FFF2-40B4-BE49-F238E27FC236}">
                  <a16:creationId xmlns:a16="http://schemas.microsoft.com/office/drawing/2014/main" id="{419DFF40-25C2-1C5C-20B4-E7DD84D631F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21867" name="Group 17">
            <a:extLst>
              <a:ext uri="{FF2B5EF4-FFF2-40B4-BE49-F238E27FC236}">
                <a16:creationId xmlns:a16="http://schemas.microsoft.com/office/drawing/2014/main" id="{962C988A-4893-CDDB-CF6E-572BDB02C402}"/>
              </a:ext>
            </a:extLst>
          </p:cNvPr>
          <p:cNvGrpSpPr>
            <a:grpSpLocks/>
          </p:cNvGrpSpPr>
          <p:nvPr/>
        </p:nvGrpSpPr>
        <p:grpSpPr bwMode="auto">
          <a:xfrm rot="-5400000">
            <a:off x="1963738" y="3495675"/>
            <a:ext cx="520700" cy="152400"/>
            <a:chOff x="990" y="2694"/>
            <a:chExt cx="328" cy="96"/>
          </a:xfrm>
        </p:grpSpPr>
        <p:sp>
          <p:nvSpPr>
            <p:cNvPr id="314386" name="Oval 18">
              <a:extLst>
                <a:ext uri="{FF2B5EF4-FFF2-40B4-BE49-F238E27FC236}">
                  <a16:creationId xmlns:a16="http://schemas.microsoft.com/office/drawing/2014/main" id="{13D4320D-CCC5-F097-4407-F2566E2B7AC9}"/>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4387" name="Oval 19">
              <a:extLst>
                <a:ext uri="{FF2B5EF4-FFF2-40B4-BE49-F238E27FC236}">
                  <a16:creationId xmlns:a16="http://schemas.microsoft.com/office/drawing/2014/main" id="{11260ED9-C020-95B0-EC94-A1C564BEE349}"/>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14388" name="Line 20">
            <a:extLst>
              <a:ext uri="{FF2B5EF4-FFF2-40B4-BE49-F238E27FC236}">
                <a16:creationId xmlns:a16="http://schemas.microsoft.com/office/drawing/2014/main" id="{44B3C71E-B145-E276-7548-ACD44EB2DA78}"/>
              </a:ext>
            </a:extLst>
          </p:cNvPr>
          <p:cNvSpPr>
            <a:spLocks noChangeShapeType="1"/>
          </p:cNvSpPr>
          <p:nvPr/>
        </p:nvSpPr>
        <p:spPr bwMode="auto">
          <a:xfrm>
            <a:off x="3344863" y="3746500"/>
            <a:ext cx="433387"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4389" name="Line 21">
            <a:extLst>
              <a:ext uri="{FF2B5EF4-FFF2-40B4-BE49-F238E27FC236}">
                <a16:creationId xmlns:a16="http://schemas.microsoft.com/office/drawing/2014/main" id="{043A24A4-72DC-2308-8CFD-1228C3ECFC62}"/>
              </a:ext>
            </a:extLst>
          </p:cNvPr>
          <p:cNvSpPr>
            <a:spLocks noChangeShapeType="1"/>
          </p:cNvSpPr>
          <p:nvPr/>
        </p:nvSpPr>
        <p:spPr bwMode="auto">
          <a:xfrm>
            <a:off x="3343275" y="3362325"/>
            <a:ext cx="433388"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4390" name="Text Box 22">
            <a:extLst>
              <a:ext uri="{FF2B5EF4-FFF2-40B4-BE49-F238E27FC236}">
                <a16:creationId xmlns:a16="http://schemas.microsoft.com/office/drawing/2014/main" id="{F6DD7DC7-1501-1C22-B275-8D5182A9BF13}"/>
              </a:ext>
            </a:extLst>
          </p:cNvPr>
          <p:cNvSpPr txBox="1">
            <a:spLocks noChangeArrowheads="1"/>
          </p:cNvSpPr>
          <p:nvPr/>
        </p:nvSpPr>
        <p:spPr bwMode="auto">
          <a:xfrm>
            <a:off x="1503363" y="5013325"/>
            <a:ext cx="6716712" cy="519113"/>
          </a:xfrm>
          <a:prstGeom prst="rect">
            <a:avLst/>
          </a:prstGeom>
          <a:noFill/>
          <a:ln w="12700">
            <a:noFill/>
            <a:miter lim="800000"/>
            <a:headEnd/>
            <a:tailEnd/>
          </a:ln>
          <a:effectLst/>
        </p:spPr>
        <p:txBody>
          <a:bodyPr>
            <a:spAutoFit/>
          </a:bodyPr>
          <a:lstStyle/>
          <a:p>
            <a:pPr>
              <a:spcBef>
                <a:spcPct val="50000"/>
              </a:spcBef>
              <a:defRPr/>
            </a:pPr>
            <a:r>
              <a:rPr lang="en-US" sz="2800">
                <a:solidFill>
                  <a:srgbClr val="FFFFFF"/>
                </a:solidFill>
                <a:effectLst>
                  <a:outerShdw blurRad="38100" dist="38100" dir="2700000" algn="tl">
                    <a:srgbClr val="000000"/>
                  </a:outerShdw>
                </a:effectLst>
                <a:latin typeface="Times New Roman" pitchFamily="18" charset="0"/>
                <a:ea typeface="+mn-ea"/>
              </a:rPr>
              <a:t>How many </a:t>
            </a:r>
            <a:r>
              <a:rPr lang="en-US" sz="2800">
                <a:solidFill>
                  <a:srgbClr val="FC0128"/>
                </a:solidFill>
                <a:effectLst>
                  <a:outerShdw blurRad="38100" dist="38100" dir="2700000" algn="tl">
                    <a:srgbClr val="000000"/>
                  </a:outerShdw>
                </a:effectLst>
                <a:latin typeface="Times New Roman" pitchFamily="18" charset="0"/>
                <a:ea typeface="+mn-ea"/>
              </a:rPr>
              <a:t>regions</a:t>
            </a:r>
            <a:r>
              <a:rPr lang="en-US" sz="2800">
                <a:solidFill>
                  <a:srgbClr val="FFFFFF"/>
                </a:solidFill>
                <a:effectLst>
                  <a:outerShdw blurRad="38100" dist="38100" dir="2700000" algn="tl">
                    <a:srgbClr val="000000"/>
                  </a:outerShdw>
                </a:effectLst>
                <a:latin typeface="Times New Roman" pitchFamily="18" charset="0"/>
                <a:ea typeface="+mn-ea"/>
              </a:rPr>
              <a:t> are </a:t>
            </a:r>
            <a:r>
              <a:rPr lang="en-US" sz="2800">
                <a:solidFill>
                  <a:srgbClr val="F6BF69"/>
                </a:solidFill>
                <a:effectLst>
                  <a:outerShdw blurRad="38100" dist="38100" dir="2700000" algn="tl">
                    <a:srgbClr val="000000"/>
                  </a:outerShdw>
                </a:effectLst>
                <a:latin typeface="Times New Roman" pitchFamily="18" charset="0"/>
                <a:ea typeface="+mn-ea"/>
              </a:rPr>
              <a:t>bonds</a:t>
            </a:r>
            <a:r>
              <a:rPr lang="en-US" sz="2800">
                <a:solidFill>
                  <a:srgbClr val="FFFFFF"/>
                </a:solidFill>
                <a:effectLst>
                  <a:outerShdw blurRad="38100" dist="38100" dir="2700000" algn="tl">
                    <a:srgbClr val="000000"/>
                  </a:outerShdw>
                </a:effectLst>
                <a:latin typeface="Times New Roman" pitchFamily="18" charset="0"/>
                <a:ea typeface="+mn-ea"/>
              </a:rPr>
              <a:t>?</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4391" name="Text Box 23">
            <a:extLst>
              <a:ext uri="{FF2B5EF4-FFF2-40B4-BE49-F238E27FC236}">
                <a16:creationId xmlns:a16="http://schemas.microsoft.com/office/drawing/2014/main" id="{D65D46B5-990D-CDE7-67FE-284FCEC64CE3}"/>
              </a:ext>
            </a:extLst>
          </p:cNvPr>
          <p:cNvSpPr txBox="1">
            <a:spLocks noChangeArrowheads="1"/>
          </p:cNvSpPr>
          <p:nvPr/>
        </p:nvSpPr>
        <p:spPr bwMode="auto">
          <a:xfrm>
            <a:off x="3208338" y="2640013"/>
            <a:ext cx="719137"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1</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4392" name="Text Box 24">
            <a:extLst>
              <a:ext uri="{FF2B5EF4-FFF2-40B4-BE49-F238E27FC236}">
                <a16:creationId xmlns:a16="http://schemas.microsoft.com/office/drawing/2014/main" id="{460D9AF1-92E8-C6D6-0A0A-19557F54925D}"/>
              </a:ext>
            </a:extLst>
          </p:cNvPr>
          <p:cNvSpPr txBox="1">
            <a:spLocks noChangeArrowheads="1"/>
          </p:cNvSpPr>
          <p:nvPr/>
        </p:nvSpPr>
        <p:spPr bwMode="auto">
          <a:xfrm>
            <a:off x="4513263" y="2641600"/>
            <a:ext cx="719137"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2</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4393" name="Text Box 25">
            <a:extLst>
              <a:ext uri="{FF2B5EF4-FFF2-40B4-BE49-F238E27FC236}">
                <a16:creationId xmlns:a16="http://schemas.microsoft.com/office/drawing/2014/main" id="{988F17AA-4D1A-0EEC-2886-4DDE05156AC7}"/>
              </a:ext>
            </a:extLst>
          </p:cNvPr>
          <p:cNvSpPr txBox="1">
            <a:spLocks noChangeArrowheads="1"/>
          </p:cNvSpPr>
          <p:nvPr/>
        </p:nvSpPr>
        <p:spPr bwMode="auto">
          <a:xfrm>
            <a:off x="3160713" y="3795713"/>
            <a:ext cx="719137"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6BF69"/>
                </a:solidFill>
                <a:effectLst>
                  <a:outerShdw blurRad="38100" dist="38100" dir="2700000" algn="tl">
                    <a:srgbClr val="000000"/>
                  </a:outerShdw>
                </a:effectLst>
                <a:latin typeface="Times New Roman" pitchFamily="18" charset="0"/>
                <a:ea typeface="+mn-ea"/>
              </a:rPr>
              <a:t>1</a:t>
            </a:r>
            <a:endParaRPr lang="en-US">
              <a:solidFill>
                <a:srgbClr val="F6BF69"/>
              </a:solidFill>
              <a:effectLst>
                <a:outerShdw blurRad="38100" dist="38100" dir="2700000" algn="tl">
                  <a:srgbClr val="000000"/>
                </a:outerShdw>
              </a:effectLst>
              <a:latin typeface="Times New Roman" pitchFamily="18" charset="0"/>
              <a:ea typeface="+mn-ea"/>
            </a:endParaRPr>
          </a:p>
        </p:txBody>
      </p:sp>
      <p:sp>
        <p:nvSpPr>
          <p:cNvPr id="314394" name="Text Box 26">
            <a:extLst>
              <a:ext uri="{FF2B5EF4-FFF2-40B4-BE49-F238E27FC236}">
                <a16:creationId xmlns:a16="http://schemas.microsoft.com/office/drawing/2014/main" id="{7CC29007-CE38-60D6-857C-8426720E1F67}"/>
              </a:ext>
            </a:extLst>
          </p:cNvPr>
          <p:cNvSpPr txBox="1">
            <a:spLocks noChangeArrowheads="1"/>
          </p:cNvSpPr>
          <p:nvPr/>
        </p:nvSpPr>
        <p:spPr bwMode="auto">
          <a:xfrm>
            <a:off x="4532313" y="3797300"/>
            <a:ext cx="719137"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6BF69"/>
                </a:solidFill>
                <a:effectLst>
                  <a:outerShdw blurRad="38100" dist="38100" dir="2700000" algn="tl">
                    <a:srgbClr val="000000"/>
                  </a:outerShdw>
                </a:effectLst>
                <a:latin typeface="Times New Roman" pitchFamily="18" charset="0"/>
                <a:ea typeface="+mn-ea"/>
              </a:rPr>
              <a:t>2</a:t>
            </a:r>
            <a:endParaRPr lang="en-US">
              <a:solidFill>
                <a:srgbClr val="F6BF69"/>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C84DC1E4-6D56-E306-24F5-0EF2396429B9}"/>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1: Laughing Gas</a:t>
            </a:r>
          </a:p>
        </p:txBody>
      </p:sp>
      <p:sp>
        <p:nvSpPr>
          <p:cNvPr id="315395" name="Text Box 3">
            <a:extLst>
              <a:ext uri="{FF2B5EF4-FFF2-40B4-BE49-F238E27FC236}">
                <a16:creationId xmlns:a16="http://schemas.microsoft.com/office/drawing/2014/main" id="{2DE302CF-2BD0-21F5-F031-87E9281AC3EE}"/>
              </a:ext>
            </a:extLst>
          </p:cNvPr>
          <p:cNvSpPr txBox="1">
            <a:spLocks noChangeArrowheads="1"/>
          </p:cNvSpPr>
          <p:nvPr/>
        </p:nvSpPr>
        <p:spPr bwMode="auto">
          <a:xfrm>
            <a:off x="3692525" y="30591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N</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5396" name="Text Box 4">
            <a:extLst>
              <a:ext uri="{FF2B5EF4-FFF2-40B4-BE49-F238E27FC236}">
                <a16:creationId xmlns:a16="http://schemas.microsoft.com/office/drawing/2014/main" id="{03CFC03B-7B0E-3CA2-3876-FA89249F06DA}"/>
              </a:ext>
            </a:extLst>
          </p:cNvPr>
          <p:cNvSpPr txBox="1">
            <a:spLocks noChangeArrowheads="1"/>
          </p:cNvSpPr>
          <p:nvPr/>
        </p:nvSpPr>
        <p:spPr bwMode="auto">
          <a:xfrm>
            <a:off x="2290763" y="30448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N</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5397" name="Text Box 5">
            <a:extLst>
              <a:ext uri="{FF2B5EF4-FFF2-40B4-BE49-F238E27FC236}">
                <a16:creationId xmlns:a16="http://schemas.microsoft.com/office/drawing/2014/main" id="{986DC80F-A14F-E7A9-6A4F-B3700FB327B9}"/>
              </a:ext>
            </a:extLst>
          </p:cNvPr>
          <p:cNvSpPr txBox="1">
            <a:spLocks noChangeArrowheads="1"/>
          </p:cNvSpPr>
          <p:nvPr/>
        </p:nvSpPr>
        <p:spPr bwMode="auto">
          <a:xfrm>
            <a:off x="4983163" y="30638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5398" name="Line 6">
            <a:extLst>
              <a:ext uri="{FF2B5EF4-FFF2-40B4-BE49-F238E27FC236}">
                <a16:creationId xmlns:a16="http://schemas.microsoft.com/office/drawing/2014/main" id="{09AE76F1-E41C-D766-045D-2568B72E92E6}"/>
              </a:ext>
            </a:extLst>
          </p:cNvPr>
          <p:cNvSpPr>
            <a:spLocks noChangeShapeType="1"/>
          </p:cNvSpPr>
          <p:nvPr/>
        </p:nvSpPr>
        <p:spPr bwMode="auto">
          <a:xfrm>
            <a:off x="3343275" y="3560763"/>
            <a:ext cx="433388"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5399" name="Line 7">
            <a:extLst>
              <a:ext uri="{FF2B5EF4-FFF2-40B4-BE49-F238E27FC236}">
                <a16:creationId xmlns:a16="http://schemas.microsoft.com/office/drawing/2014/main" id="{E15032A4-CD8D-E5E1-B310-D71D5DF0B51D}"/>
              </a:ext>
            </a:extLst>
          </p:cNvPr>
          <p:cNvSpPr>
            <a:spLocks noChangeShapeType="1"/>
          </p:cNvSpPr>
          <p:nvPr/>
        </p:nvSpPr>
        <p:spPr bwMode="auto">
          <a:xfrm>
            <a:off x="4665663" y="3562350"/>
            <a:ext cx="434975"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123912" name="Group 8">
            <a:extLst>
              <a:ext uri="{FF2B5EF4-FFF2-40B4-BE49-F238E27FC236}">
                <a16:creationId xmlns:a16="http://schemas.microsoft.com/office/drawing/2014/main" id="{20705BFE-C5BF-85AC-30F0-9C379989F916}"/>
              </a:ext>
            </a:extLst>
          </p:cNvPr>
          <p:cNvGrpSpPr>
            <a:grpSpLocks/>
          </p:cNvGrpSpPr>
          <p:nvPr/>
        </p:nvGrpSpPr>
        <p:grpSpPr bwMode="auto">
          <a:xfrm>
            <a:off x="5291138" y="2944813"/>
            <a:ext cx="520700" cy="152400"/>
            <a:chOff x="990" y="2694"/>
            <a:chExt cx="328" cy="96"/>
          </a:xfrm>
        </p:grpSpPr>
        <p:sp>
          <p:nvSpPr>
            <p:cNvPr id="315401" name="Oval 9">
              <a:extLst>
                <a:ext uri="{FF2B5EF4-FFF2-40B4-BE49-F238E27FC236}">
                  <a16:creationId xmlns:a16="http://schemas.microsoft.com/office/drawing/2014/main" id="{255219D3-1F3F-DF1D-7DB8-3465E205967F}"/>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5402" name="Oval 10">
              <a:extLst>
                <a:ext uri="{FF2B5EF4-FFF2-40B4-BE49-F238E27FC236}">
                  <a16:creationId xmlns:a16="http://schemas.microsoft.com/office/drawing/2014/main" id="{CA351279-2289-009C-4337-A5822A37C002}"/>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23913" name="Group 11">
            <a:extLst>
              <a:ext uri="{FF2B5EF4-FFF2-40B4-BE49-F238E27FC236}">
                <a16:creationId xmlns:a16="http://schemas.microsoft.com/office/drawing/2014/main" id="{439C0B26-2B86-2DAD-C015-2B110CDA86ED}"/>
              </a:ext>
            </a:extLst>
          </p:cNvPr>
          <p:cNvGrpSpPr>
            <a:grpSpLocks/>
          </p:cNvGrpSpPr>
          <p:nvPr/>
        </p:nvGrpSpPr>
        <p:grpSpPr bwMode="auto">
          <a:xfrm>
            <a:off x="5291138" y="4064000"/>
            <a:ext cx="520700" cy="152400"/>
            <a:chOff x="990" y="2694"/>
            <a:chExt cx="328" cy="96"/>
          </a:xfrm>
        </p:grpSpPr>
        <p:sp>
          <p:nvSpPr>
            <p:cNvPr id="315404" name="Oval 12">
              <a:extLst>
                <a:ext uri="{FF2B5EF4-FFF2-40B4-BE49-F238E27FC236}">
                  <a16:creationId xmlns:a16="http://schemas.microsoft.com/office/drawing/2014/main" id="{958CF5CD-5C16-9D54-50EF-CEC646F27557}"/>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5405" name="Oval 13">
              <a:extLst>
                <a:ext uri="{FF2B5EF4-FFF2-40B4-BE49-F238E27FC236}">
                  <a16:creationId xmlns:a16="http://schemas.microsoft.com/office/drawing/2014/main" id="{7E4EBF5D-7A72-2ED1-84A2-BBDE36CD2B7F}"/>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23914" name="Group 14">
            <a:extLst>
              <a:ext uri="{FF2B5EF4-FFF2-40B4-BE49-F238E27FC236}">
                <a16:creationId xmlns:a16="http://schemas.microsoft.com/office/drawing/2014/main" id="{2149F2EA-2FD9-C747-42F7-7C867EC02144}"/>
              </a:ext>
            </a:extLst>
          </p:cNvPr>
          <p:cNvGrpSpPr>
            <a:grpSpLocks/>
          </p:cNvGrpSpPr>
          <p:nvPr/>
        </p:nvGrpSpPr>
        <p:grpSpPr bwMode="auto">
          <a:xfrm rot="-5400000">
            <a:off x="5889625" y="3543300"/>
            <a:ext cx="520700" cy="152400"/>
            <a:chOff x="990" y="2694"/>
            <a:chExt cx="328" cy="96"/>
          </a:xfrm>
        </p:grpSpPr>
        <p:sp>
          <p:nvSpPr>
            <p:cNvPr id="315407" name="Oval 15">
              <a:extLst>
                <a:ext uri="{FF2B5EF4-FFF2-40B4-BE49-F238E27FC236}">
                  <a16:creationId xmlns:a16="http://schemas.microsoft.com/office/drawing/2014/main" id="{7BFD71E2-7A37-5A75-A203-7EE5E920C86A}"/>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5408" name="Oval 16">
              <a:extLst>
                <a:ext uri="{FF2B5EF4-FFF2-40B4-BE49-F238E27FC236}">
                  <a16:creationId xmlns:a16="http://schemas.microsoft.com/office/drawing/2014/main" id="{4B0754BF-F1D0-BBC5-CBF6-D71C6DDF1601}"/>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23915" name="Group 17">
            <a:extLst>
              <a:ext uri="{FF2B5EF4-FFF2-40B4-BE49-F238E27FC236}">
                <a16:creationId xmlns:a16="http://schemas.microsoft.com/office/drawing/2014/main" id="{2D91DB77-7430-FF2A-00AD-7C3CF03FBC94}"/>
              </a:ext>
            </a:extLst>
          </p:cNvPr>
          <p:cNvGrpSpPr>
            <a:grpSpLocks/>
          </p:cNvGrpSpPr>
          <p:nvPr/>
        </p:nvGrpSpPr>
        <p:grpSpPr bwMode="auto">
          <a:xfrm rot="-5400000">
            <a:off x="1963738" y="3495675"/>
            <a:ext cx="520700" cy="152400"/>
            <a:chOff x="990" y="2694"/>
            <a:chExt cx="328" cy="96"/>
          </a:xfrm>
        </p:grpSpPr>
        <p:sp>
          <p:nvSpPr>
            <p:cNvPr id="315410" name="Oval 18">
              <a:extLst>
                <a:ext uri="{FF2B5EF4-FFF2-40B4-BE49-F238E27FC236}">
                  <a16:creationId xmlns:a16="http://schemas.microsoft.com/office/drawing/2014/main" id="{699804F8-0F03-5ACE-85E2-47B75F03A683}"/>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5411" name="Oval 19">
              <a:extLst>
                <a:ext uri="{FF2B5EF4-FFF2-40B4-BE49-F238E27FC236}">
                  <a16:creationId xmlns:a16="http://schemas.microsoft.com/office/drawing/2014/main" id="{49905E64-1CF5-CF81-DCE6-59A6317DD188}"/>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15412" name="Line 20">
            <a:extLst>
              <a:ext uri="{FF2B5EF4-FFF2-40B4-BE49-F238E27FC236}">
                <a16:creationId xmlns:a16="http://schemas.microsoft.com/office/drawing/2014/main" id="{16BB9CC5-97B8-3782-5550-7839009D6854}"/>
              </a:ext>
            </a:extLst>
          </p:cNvPr>
          <p:cNvSpPr>
            <a:spLocks noChangeShapeType="1"/>
          </p:cNvSpPr>
          <p:nvPr/>
        </p:nvSpPr>
        <p:spPr bwMode="auto">
          <a:xfrm>
            <a:off x="3344863" y="3746500"/>
            <a:ext cx="433387"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5413" name="Line 21">
            <a:extLst>
              <a:ext uri="{FF2B5EF4-FFF2-40B4-BE49-F238E27FC236}">
                <a16:creationId xmlns:a16="http://schemas.microsoft.com/office/drawing/2014/main" id="{5E3C94C3-00BA-769A-2D3C-D8AA11857B30}"/>
              </a:ext>
            </a:extLst>
          </p:cNvPr>
          <p:cNvSpPr>
            <a:spLocks noChangeShapeType="1"/>
          </p:cNvSpPr>
          <p:nvPr/>
        </p:nvSpPr>
        <p:spPr bwMode="auto">
          <a:xfrm>
            <a:off x="3343275" y="3362325"/>
            <a:ext cx="433388"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5414" name="Text Box 22">
            <a:extLst>
              <a:ext uri="{FF2B5EF4-FFF2-40B4-BE49-F238E27FC236}">
                <a16:creationId xmlns:a16="http://schemas.microsoft.com/office/drawing/2014/main" id="{05C2F2EE-F60B-D31F-4234-A6FC91D5B72E}"/>
              </a:ext>
            </a:extLst>
          </p:cNvPr>
          <p:cNvSpPr txBox="1">
            <a:spLocks noChangeArrowheads="1"/>
          </p:cNvSpPr>
          <p:nvPr/>
        </p:nvSpPr>
        <p:spPr bwMode="auto">
          <a:xfrm>
            <a:off x="1503363" y="5013325"/>
            <a:ext cx="6716712" cy="519113"/>
          </a:xfrm>
          <a:prstGeom prst="rect">
            <a:avLst/>
          </a:prstGeom>
          <a:noFill/>
          <a:ln w="12700">
            <a:noFill/>
            <a:miter lim="800000"/>
            <a:headEnd/>
            <a:tailEnd/>
          </a:ln>
          <a:effectLst/>
        </p:spPr>
        <p:txBody>
          <a:bodyPr>
            <a:spAutoFit/>
          </a:bodyPr>
          <a:lstStyle/>
          <a:p>
            <a:pPr>
              <a:spcBef>
                <a:spcPct val="50000"/>
              </a:spcBef>
              <a:defRPr/>
            </a:pPr>
            <a:r>
              <a:rPr lang="en-US" sz="2800">
                <a:solidFill>
                  <a:srgbClr val="FFFFFF"/>
                </a:solidFill>
                <a:effectLst>
                  <a:outerShdw blurRad="38100" dist="38100" dir="2700000" algn="tl">
                    <a:srgbClr val="000000"/>
                  </a:outerShdw>
                </a:effectLst>
                <a:latin typeface="Times New Roman" pitchFamily="18" charset="0"/>
                <a:ea typeface="+mn-ea"/>
              </a:rPr>
              <a:t>So we have  </a:t>
            </a:r>
            <a:r>
              <a:rPr lang="en-US" sz="2800">
                <a:solidFill>
                  <a:srgbClr val="FC0128"/>
                </a:solidFill>
                <a:effectLst>
                  <a:outerShdw blurRad="38100" dist="38100" dir="2700000" algn="tl">
                    <a:srgbClr val="000000"/>
                  </a:outerShdw>
                </a:effectLst>
                <a:latin typeface="Times New Roman" pitchFamily="18" charset="0"/>
                <a:ea typeface="+mn-ea"/>
              </a:rPr>
              <a:t>2</a:t>
            </a:r>
            <a:r>
              <a:rPr lang="en-US" sz="2800">
                <a:solidFill>
                  <a:srgbClr val="FFFFFF"/>
                </a:solidFill>
                <a:effectLst>
                  <a:outerShdw blurRad="38100" dist="38100" dir="2700000" algn="tl">
                    <a:srgbClr val="000000"/>
                  </a:outerShdw>
                </a:effectLst>
                <a:latin typeface="Times New Roman" pitchFamily="18" charset="0"/>
                <a:ea typeface="+mn-ea"/>
              </a:rPr>
              <a:t> </a:t>
            </a:r>
            <a:r>
              <a:rPr lang="en-US" sz="2800">
                <a:solidFill>
                  <a:srgbClr val="FC0128"/>
                </a:solidFill>
                <a:effectLst>
                  <a:outerShdw blurRad="38100" dist="38100" dir="2700000" algn="tl">
                    <a:srgbClr val="000000"/>
                  </a:outerShdw>
                </a:effectLst>
                <a:latin typeface="Times New Roman" pitchFamily="18" charset="0"/>
                <a:ea typeface="+mn-ea"/>
              </a:rPr>
              <a:t>regions</a:t>
            </a:r>
            <a:r>
              <a:rPr lang="en-US" sz="2800">
                <a:solidFill>
                  <a:srgbClr val="FFFFFF"/>
                </a:solidFill>
                <a:effectLst>
                  <a:outerShdw blurRad="38100" dist="38100" dir="2700000" algn="tl">
                    <a:srgbClr val="000000"/>
                  </a:outerShdw>
                </a:effectLst>
                <a:latin typeface="Times New Roman" pitchFamily="18" charset="0"/>
                <a:ea typeface="+mn-ea"/>
              </a:rPr>
              <a:t> with </a:t>
            </a:r>
            <a:r>
              <a:rPr lang="en-US" sz="2800">
                <a:solidFill>
                  <a:srgbClr val="F6BF69"/>
                </a:solidFill>
                <a:effectLst>
                  <a:outerShdw blurRad="38100" dist="38100" dir="2700000" algn="tl">
                    <a:srgbClr val="000000"/>
                  </a:outerShdw>
                </a:effectLst>
                <a:latin typeface="Times New Roman" pitchFamily="18" charset="0"/>
                <a:ea typeface="+mn-ea"/>
              </a:rPr>
              <a:t>2</a:t>
            </a:r>
            <a:r>
              <a:rPr lang="en-US" sz="2800">
                <a:solidFill>
                  <a:srgbClr val="FFFFFF"/>
                </a:solidFill>
                <a:effectLst>
                  <a:outerShdw blurRad="38100" dist="38100" dir="2700000" algn="tl">
                    <a:srgbClr val="000000"/>
                  </a:outerShdw>
                </a:effectLst>
                <a:latin typeface="Times New Roman" pitchFamily="18" charset="0"/>
                <a:ea typeface="+mn-ea"/>
              </a:rPr>
              <a:t> </a:t>
            </a:r>
            <a:r>
              <a:rPr lang="en-US" sz="2800">
                <a:solidFill>
                  <a:srgbClr val="F6BF69"/>
                </a:solidFill>
                <a:effectLst>
                  <a:outerShdw blurRad="38100" dist="38100" dir="2700000" algn="tl">
                    <a:srgbClr val="000000"/>
                  </a:outerShdw>
                </a:effectLst>
                <a:latin typeface="Times New Roman" pitchFamily="18" charset="0"/>
                <a:ea typeface="+mn-ea"/>
              </a:rPr>
              <a:t>bonds</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5415" name="Text Box 23">
            <a:extLst>
              <a:ext uri="{FF2B5EF4-FFF2-40B4-BE49-F238E27FC236}">
                <a16:creationId xmlns:a16="http://schemas.microsoft.com/office/drawing/2014/main" id="{8773CB05-7756-0F19-66AA-3E8FB92EFDFA}"/>
              </a:ext>
            </a:extLst>
          </p:cNvPr>
          <p:cNvSpPr txBox="1">
            <a:spLocks noChangeArrowheads="1"/>
          </p:cNvSpPr>
          <p:nvPr/>
        </p:nvSpPr>
        <p:spPr bwMode="auto">
          <a:xfrm>
            <a:off x="3208338" y="2640013"/>
            <a:ext cx="719137"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1</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5416" name="Text Box 24">
            <a:extLst>
              <a:ext uri="{FF2B5EF4-FFF2-40B4-BE49-F238E27FC236}">
                <a16:creationId xmlns:a16="http://schemas.microsoft.com/office/drawing/2014/main" id="{2315402B-A020-D32A-4E16-899886BFEA2A}"/>
              </a:ext>
            </a:extLst>
          </p:cNvPr>
          <p:cNvSpPr txBox="1">
            <a:spLocks noChangeArrowheads="1"/>
          </p:cNvSpPr>
          <p:nvPr/>
        </p:nvSpPr>
        <p:spPr bwMode="auto">
          <a:xfrm>
            <a:off x="4513263" y="2641600"/>
            <a:ext cx="719137"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2</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15417" name="Text Box 25">
            <a:extLst>
              <a:ext uri="{FF2B5EF4-FFF2-40B4-BE49-F238E27FC236}">
                <a16:creationId xmlns:a16="http://schemas.microsoft.com/office/drawing/2014/main" id="{9398DC9E-4A5A-30D9-8934-84A941895659}"/>
              </a:ext>
            </a:extLst>
          </p:cNvPr>
          <p:cNvSpPr txBox="1">
            <a:spLocks noChangeArrowheads="1"/>
          </p:cNvSpPr>
          <p:nvPr/>
        </p:nvSpPr>
        <p:spPr bwMode="auto">
          <a:xfrm>
            <a:off x="3160713" y="3795713"/>
            <a:ext cx="719137"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6BF69"/>
                </a:solidFill>
                <a:effectLst>
                  <a:outerShdw blurRad="38100" dist="38100" dir="2700000" algn="tl">
                    <a:srgbClr val="000000"/>
                  </a:outerShdw>
                </a:effectLst>
                <a:latin typeface="Times New Roman" pitchFamily="18" charset="0"/>
                <a:ea typeface="+mn-ea"/>
              </a:rPr>
              <a:t>1</a:t>
            </a:r>
            <a:endParaRPr lang="en-US">
              <a:solidFill>
                <a:srgbClr val="F6BF69"/>
              </a:solidFill>
              <a:effectLst>
                <a:outerShdw blurRad="38100" dist="38100" dir="2700000" algn="tl">
                  <a:srgbClr val="000000"/>
                </a:outerShdw>
              </a:effectLst>
              <a:latin typeface="Times New Roman" pitchFamily="18" charset="0"/>
              <a:ea typeface="+mn-ea"/>
            </a:endParaRPr>
          </a:p>
        </p:txBody>
      </p:sp>
      <p:sp>
        <p:nvSpPr>
          <p:cNvPr id="315418" name="Text Box 26">
            <a:extLst>
              <a:ext uri="{FF2B5EF4-FFF2-40B4-BE49-F238E27FC236}">
                <a16:creationId xmlns:a16="http://schemas.microsoft.com/office/drawing/2014/main" id="{F00E83CF-9630-AB75-0102-D85FC03EE8AB}"/>
              </a:ext>
            </a:extLst>
          </p:cNvPr>
          <p:cNvSpPr txBox="1">
            <a:spLocks noChangeArrowheads="1"/>
          </p:cNvSpPr>
          <p:nvPr/>
        </p:nvSpPr>
        <p:spPr bwMode="auto">
          <a:xfrm>
            <a:off x="4532313" y="3797300"/>
            <a:ext cx="719137"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6BF69"/>
                </a:solidFill>
                <a:effectLst>
                  <a:outerShdw blurRad="38100" dist="38100" dir="2700000" algn="tl">
                    <a:srgbClr val="000000"/>
                  </a:outerShdw>
                </a:effectLst>
                <a:latin typeface="Times New Roman" pitchFamily="18" charset="0"/>
                <a:ea typeface="+mn-ea"/>
              </a:rPr>
              <a:t>2</a:t>
            </a:r>
            <a:endParaRPr lang="en-US">
              <a:solidFill>
                <a:srgbClr val="F6BF69"/>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Text Box 2">
            <a:extLst>
              <a:ext uri="{FF2B5EF4-FFF2-40B4-BE49-F238E27FC236}">
                <a16:creationId xmlns:a16="http://schemas.microsoft.com/office/drawing/2014/main" id="{C06D6B14-4D4F-38E3-8DAC-5EC732DEB9C8}"/>
              </a:ext>
            </a:extLst>
          </p:cNvPr>
          <p:cNvSpPr txBox="1">
            <a:spLocks noChangeArrowheads="1"/>
          </p:cNvSpPr>
          <p:nvPr/>
        </p:nvSpPr>
        <p:spPr bwMode="auto">
          <a:xfrm>
            <a:off x="236538" y="401638"/>
            <a:ext cx="8455025" cy="4900612"/>
          </a:xfrm>
          <a:prstGeom prst="rect">
            <a:avLst/>
          </a:prstGeom>
          <a:noFill/>
          <a:ln w="12700">
            <a:noFill/>
            <a:miter lim="800000"/>
            <a:headEnd/>
            <a:tailEnd/>
          </a:ln>
          <a:effectLst/>
        </p:spPr>
        <p:txBody>
          <a:bodyPr>
            <a:spAutoFit/>
          </a:bodyPr>
          <a:lstStyle/>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a:t>
            </a:r>
            <a:r>
              <a:rPr lang="en-US" sz="2800" b="1" u="sng">
                <a:solidFill>
                  <a:srgbClr val="F6BF69"/>
                </a:solidFill>
                <a:effectLst>
                  <a:outerShdw blurRad="38100" dist="38100" dir="2700000" algn="tl">
                    <a:srgbClr val="000000"/>
                  </a:outerShdw>
                </a:effectLst>
                <a:latin typeface="Times New Roman" pitchFamily="18" charset="0"/>
                <a:ea typeface="+mn-ea"/>
              </a:rPr>
              <a:t># of regions	  # with bonds	Shape</a:t>
            </a:r>
            <a:endParaRPr lang="en-US">
              <a:solidFill>
                <a:srgbClr val="FFFFFF"/>
              </a:solidFill>
              <a:effectLst>
                <a:outerShdw blurRad="38100" dist="38100" dir="2700000" algn="tl">
                  <a:srgbClr val="000000"/>
                </a:outerShdw>
              </a:effectLst>
              <a:latin typeface="Times New Roman" pitchFamily="18" charset="0"/>
              <a:ea typeface="+mn-ea"/>
            </a:endParaRP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2			2		Linear</a:t>
            </a:r>
          </a:p>
          <a:p>
            <a:pPr>
              <a:spcBef>
                <a:spcPct val="50000"/>
              </a:spcBef>
              <a:defRPr/>
            </a:pPr>
            <a:endParaRPr lang="en-US">
              <a:solidFill>
                <a:srgbClr val="FFFFFF"/>
              </a:solidFill>
              <a:effectLst>
                <a:outerShdw blurRad="38100" dist="38100" dir="2700000" algn="tl">
                  <a:srgbClr val="000000"/>
                </a:outerShdw>
              </a:effectLst>
              <a:latin typeface="Times New Roman" pitchFamily="18" charset="0"/>
              <a:ea typeface="+mn-ea"/>
            </a:endParaRP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2		Bent</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Trigonal planar</a:t>
            </a:r>
          </a:p>
          <a:p>
            <a:pPr>
              <a:spcBef>
                <a:spcPct val="50000"/>
              </a:spcBef>
              <a:defRPr/>
            </a:pPr>
            <a:endParaRPr lang="en-US">
              <a:solidFill>
                <a:srgbClr val="FFFFFF"/>
              </a:solidFill>
              <a:effectLst>
                <a:outerShdw blurRad="38100" dist="38100" dir="2700000" algn="tl">
                  <a:srgbClr val="000000"/>
                </a:outerShdw>
              </a:effectLst>
              <a:latin typeface="Times New Roman" pitchFamily="18" charset="0"/>
              <a:ea typeface="+mn-ea"/>
            </a:endParaRP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4			2		Bent</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Triangular pyramid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4		Tetrahedral</a:t>
            </a:r>
          </a:p>
        </p:txBody>
      </p:sp>
    </p:spTree>
    <p:custDataLst>
      <p:tags r:id="rId1"/>
    </p:custData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Text Box 2">
            <a:extLst>
              <a:ext uri="{FF2B5EF4-FFF2-40B4-BE49-F238E27FC236}">
                <a16:creationId xmlns:a16="http://schemas.microsoft.com/office/drawing/2014/main" id="{C62EA8ED-1FBE-63AA-ABD5-FDDD14B9DB88}"/>
              </a:ext>
            </a:extLst>
          </p:cNvPr>
          <p:cNvSpPr txBox="1">
            <a:spLocks noChangeArrowheads="1"/>
          </p:cNvSpPr>
          <p:nvPr/>
        </p:nvSpPr>
        <p:spPr bwMode="auto">
          <a:xfrm>
            <a:off x="231775" y="401638"/>
            <a:ext cx="8488363" cy="4900612"/>
          </a:xfrm>
          <a:prstGeom prst="rect">
            <a:avLst/>
          </a:prstGeom>
          <a:noFill/>
          <a:ln w="12700">
            <a:noFill/>
            <a:miter lim="800000"/>
            <a:headEnd/>
            <a:tailEnd/>
          </a:ln>
          <a:effectLst/>
        </p:spPr>
        <p:txBody>
          <a:bodyPr>
            <a:spAutoFit/>
          </a:bodyPr>
          <a:lstStyle/>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a:t>
            </a:r>
            <a:r>
              <a:rPr lang="en-US" sz="2800" b="1" u="sng">
                <a:solidFill>
                  <a:srgbClr val="F6BF69"/>
                </a:solidFill>
                <a:effectLst>
                  <a:outerShdw blurRad="38100" dist="38100" dir="2700000" algn="tl">
                    <a:srgbClr val="000000"/>
                  </a:outerShdw>
                </a:effectLst>
                <a:latin typeface="Times New Roman" pitchFamily="18" charset="0"/>
                <a:ea typeface="+mn-ea"/>
              </a:rPr>
              <a:t># of regions	  # with bonds	Shape</a:t>
            </a:r>
            <a:endParaRPr lang="en-US">
              <a:solidFill>
                <a:srgbClr val="FFFFFF"/>
              </a:solidFill>
              <a:effectLst>
                <a:outerShdw blurRad="38100" dist="38100" dir="2700000" algn="tl">
                  <a:srgbClr val="000000"/>
                </a:outerShdw>
              </a:effectLst>
              <a:latin typeface="Times New Roman" pitchFamily="18" charset="0"/>
              <a:ea typeface="+mn-ea"/>
            </a:endParaRP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2			2		Linear</a:t>
            </a:r>
          </a:p>
          <a:p>
            <a:pPr>
              <a:spcBef>
                <a:spcPct val="50000"/>
              </a:spcBef>
              <a:defRPr/>
            </a:pPr>
            <a:endParaRPr lang="en-US">
              <a:solidFill>
                <a:srgbClr val="FFFFFF"/>
              </a:solidFill>
              <a:effectLst>
                <a:outerShdw blurRad="38100" dist="38100" dir="2700000" algn="tl">
                  <a:srgbClr val="000000"/>
                </a:outerShdw>
              </a:effectLst>
              <a:latin typeface="Times New Roman" pitchFamily="18" charset="0"/>
              <a:ea typeface="+mn-ea"/>
            </a:endParaRP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2		Bent</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Trigonal planar</a:t>
            </a:r>
          </a:p>
          <a:p>
            <a:pPr>
              <a:spcBef>
                <a:spcPct val="50000"/>
              </a:spcBef>
              <a:defRPr/>
            </a:pPr>
            <a:endParaRPr lang="en-US">
              <a:solidFill>
                <a:srgbClr val="FFFFFF"/>
              </a:solidFill>
              <a:effectLst>
                <a:outerShdw blurRad="38100" dist="38100" dir="2700000" algn="tl">
                  <a:srgbClr val="000000"/>
                </a:outerShdw>
              </a:effectLst>
              <a:latin typeface="Times New Roman" pitchFamily="18" charset="0"/>
              <a:ea typeface="+mn-ea"/>
            </a:endParaRP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4			2		Bent</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Triangular pyramid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4		Tetrahedral</a:t>
            </a:r>
          </a:p>
        </p:txBody>
      </p:sp>
      <p:sp>
        <p:nvSpPr>
          <p:cNvPr id="317443" name="Rectangle 3">
            <a:extLst>
              <a:ext uri="{FF2B5EF4-FFF2-40B4-BE49-F238E27FC236}">
                <a16:creationId xmlns:a16="http://schemas.microsoft.com/office/drawing/2014/main" id="{12A0A281-1E22-B054-1235-D0CFD82E9DB6}"/>
              </a:ext>
            </a:extLst>
          </p:cNvPr>
          <p:cNvSpPr>
            <a:spLocks noChangeArrowheads="1"/>
          </p:cNvSpPr>
          <p:nvPr/>
        </p:nvSpPr>
        <p:spPr bwMode="auto">
          <a:xfrm>
            <a:off x="901700" y="1036638"/>
            <a:ext cx="1655763" cy="468312"/>
          </a:xfrm>
          <a:prstGeom prst="rect">
            <a:avLst/>
          </a:prstGeom>
          <a:noFill/>
          <a:ln w="12700">
            <a:solidFill>
              <a:schemeClr val="tx1"/>
            </a:solidFill>
            <a:miter lim="800000"/>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Tree>
    <p:custDataLst>
      <p:tags r:id="rId1"/>
    </p:custData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Text Box 2">
            <a:extLst>
              <a:ext uri="{FF2B5EF4-FFF2-40B4-BE49-F238E27FC236}">
                <a16:creationId xmlns:a16="http://schemas.microsoft.com/office/drawing/2014/main" id="{2EA93994-CB74-1D8A-7B15-9AB0D3AD2306}"/>
              </a:ext>
            </a:extLst>
          </p:cNvPr>
          <p:cNvSpPr txBox="1">
            <a:spLocks noChangeArrowheads="1"/>
          </p:cNvSpPr>
          <p:nvPr/>
        </p:nvSpPr>
        <p:spPr bwMode="auto">
          <a:xfrm>
            <a:off x="231775" y="401638"/>
            <a:ext cx="8488363" cy="4900612"/>
          </a:xfrm>
          <a:prstGeom prst="rect">
            <a:avLst/>
          </a:prstGeom>
          <a:noFill/>
          <a:ln w="12700">
            <a:noFill/>
            <a:miter lim="800000"/>
            <a:headEnd/>
            <a:tailEnd/>
          </a:ln>
          <a:effectLst/>
        </p:spPr>
        <p:txBody>
          <a:bodyPr>
            <a:spAutoFit/>
          </a:bodyPr>
          <a:lstStyle/>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a:t>
            </a:r>
            <a:r>
              <a:rPr lang="en-US" sz="2800" b="1" u="sng">
                <a:solidFill>
                  <a:srgbClr val="F6BF69"/>
                </a:solidFill>
                <a:effectLst>
                  <a:outerShdw blurRad="38100" dist="38100" dir="2700000" algn="tl">
                    <a:srgbClr val="000000"/>
                  </a:outerShdw>
                </a:effectLst>
                <a:latin typeface="Times New Roman" pitchFamily="18" charset="0"/>
                <a:ea typeface="+mn-ea"/>
              </a:rPr>
              <a:t># of regions	  # with bonds	Shape</a:t>
            </a:r>
            <a:endParaRPr lang="en-US">
              <a:solidFill>
                <a:srgbClr val="FFFFFF"/>
              </a:solidFill>
              <a:effectLst>
                <a:outerShdw blurRad="38100" dist="38100" dir="2700000" algn="tl">
                  <a:srgbClr val="000000"/>
                </a:outerShdw>
              </a:effectLst>
              <a:latin typeface="Times New Roman" pitchFamily="18" charset="0"/>
              <a:ea typeface="+mn-ea"/>
            </a:endParaRP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2			2		Linear</a:t>
            </a:r>
          </a:p>
          <a:p>
            <a:pPr>
              <a:spcBef>
                <a:spcPct val="50000"/>
              </a:spcBef>
              <a:defRPr/>
            </a:pPr>
            <a:endParaRPr lang="en-US">
              <a:solidFill>
                <a:srgbClr val="FFFFFF"/>
              </a:solidFill>
              <a:effectLst>
                <a:outerShdw blurRad="38100" dist="38100" dir="2700000" algn="tl">
                  <a:srgbClr val="000000"/>
                </a:outerShdw>
              </a:effectLst>
              <a:latin typeface="Times New Roman" pitchFamily="18" charset="0"/>
              <a:ea typeface="+mn-ea"/>
            </a:endParaRP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2		Bent</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Trigonal planar</a:t>
            </a:r>
          </a:p>
          <a:p>
            <a:pPr>
              <a:spcBef>
                <a:spcPct val="50000"/>
              </a:spcBef>
              <a:defRPr/>
            </a:pPr>
            <a:endParaRPr lang="en-US">
              <a:solidFill>
                <a:srgbClr val="FFFFFF"/>
              </a:solidFill>
              <a:effectLst>
                <a:outerShdw blurRad="38100" dist="38100" dir="2700000" algn="tl">
                  <a:srgbClr val="000000"/>
                </a:outerShdw>
              </a:effectLst>
              <a:latin typeface="Times New Roman" pitchFamily="18" charset="0"/>
              <a:ea typeface="+mn-ea"/>
            </a:endParaRP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4			2		Bent</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Triangular pyramid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4		Tetrahedral</a:t>
            </a:r>
          </a:p>
        </p:txBody>
      </p:sp>
      <p:sp>
        <p:nvSpPr>
          <p:cNvPr id="318467" name="Rectangle 3">
            <a:extLst>
              <a:ext uri="{FF2B5EF4-FFF2-40B4-BE49-F238E27FC236}">
                <a16:creationId xmlns:a16="http://schemas.microsoft.com/office/drawing/2014/main" id="{53C4E062-5AAA-C821-1EF7-B72CFD379D5F}"/>
              </a:ext>
            </a:extLst>
          </p:cNvPr>
          <p:cNvSpPr>
            <a:spLocks noChangeArrowheads="1"/>
          </p:cNvSpPr>
          <p:nvPr/>
        </p:nvSpPr>
        <p:spPr bwMode="auto">
          <a:xfrm>
            <a:off x="901700" y="1036638"/>
            <a:ext cx="1655763" cy="468312"/>
          </a:xfrm>
          <a:prstGeom prst="rect">
            <a:avLst/>
          </a:prstGeom>
          <a:noFill/>
          <a:ln w="12700">
            <a:solidFill>
              <a:schemeClr val="tx1"/>
            </a:solidFill>
            <a:miter lim="800000"/>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8468" name="Rectangle 4">
            <a:extLst>
              <a:ext uri="{FF2B5EF4-FFF2-40B4-BE49-F238E27FC236}">
                <a16:creationId xmlns:a16="http://schemas.microsoft.com/office/drawing/2014/main" id="{C4E8E89A-2F44-DEC7-609B-3AF3D6136C73}"/>
              </a:ext>
            </a:extLst>
          </p:cNvPr>
          <p:cNvSpPr>
            <a:spLocks noChangeArrowheads="1"/>
          </p:cNvSpPr>
          <p:nvPr/>
        </p:nvSpPr>
        <p:spPr bwMode="auto">
          <a:xfrm>
            <a:off x="3209925" y="1038225"/>
            <a:ext cx="1655763" cy="468313"/>
          </a:xfrm>
          <a:prstGeom prst="rect">
            <a:avLst/>
          </a:prstGeom>
          <a:noFill/>
          <a:ln w="12700">
            <a:solidFill>
              <a:schemeClr val="tx1"/>
            </a:solidFill>
            <a:miter lim="800000"/>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8469" name="Line 5">
            <a:extLst>
              <a:ext uri="{FF2B5EF4-FFF2-40B4-BE49-F238E27FC236}">
                <a16:creationId xmlns:a16="http://schemas.microsoft.com/office/drawing/2014/main" id="{09458B71-A736-BA68-B920-49A8AA4DA249}"/>
              </a:ext>
            </a:extLst>
          </p:cNvPr>
          <p:cNvSpPr>
            <a:spLocks noChangeShapeType="1"/>
          </p:cNvSpPr>
          <p:nvPr/>
        </p:nvSpPr>
        <p:spPr bwMode="auto">
          <a:xfrm>
            <a:off x="2624138" y="1254125"/>
            <a:ext cx="534987" cy="0"/>
          </a:xfrm>
          <a:prstGeom prst="line">
            <a:avLst/>
          </a:prstGeom>
          <a:noFill/>
          <a:ln w="28575">
            <a:solidFill>
              <a:schemeClr val="tx1"/>
            </a:solidFill>
            <a:round/>
            <a:headEnd/>
            <a:tailEnd type="triangle" w="med" len="me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Tree>
    <p:custDataLst>
      <p:tags r:id="rId1"/>
    </p:custData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Text Box 2">
            <a:extLst>
              <a:ext uri="{FF2B5EF4-FFF2-40B4-BE49-F238E27FC236}">
                <a16:creationId xmlns:a16="http://schemas.microsoft.com/office/drawing/2014/main" id="{98B16C3C-2774-1EA6-9125-427C796673D1}"/>
              </a:ext>
            </a:extLst>
          </p:cNvPr>
          <p:cNvSpPr txBox="1">
            <a:spLocks noChangeArrowheads="1"/>
          </p:cNvSpPr>
          <p:nvPr/>
        </p:nvSpPr>
        <p:spPr bwMode="auto">
          <a:xfrm>
            <a:off x="231775" y="401638"/>
            <a:ext cx="8488363" cy="4900612"/>
          </a:xfrm>
          <a:prstGeom prst="rect">
            <a:avLst/>
          </a:prstGeom>
          <a:noFill/>
          <a:ln w="12700">
            <a:noFill/>
            <a:miter lim="800000"/>
            <a:headEnd/>
            <a:tailEnd/>
          </a:ln>
          <a:effectLst/>
        </p:spPr>
        <p:txBody>
          <a:bodyPr>
            <a:spAutoFit/>
          </a:bodyPr>
          <a:lstStyle/>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a:t>
            </a:r>
            <a:r>
              <a:rPr lang="en-US" sz="2800" b="1" u="sng">
                <a:solidFill>
                  <a:srgbClr val="F6BF69"/>
                </a:solidFill>
                <a:effectLst>
                  <a:outerShdw blurRad="38100" dist="38100" dir="2700000" algn="tl">
                    <a:srgbClr val="000000"/>
                  </a:outerShdw>
                </a:effectLst>
                <a:latin typeface="Times New Roman" pitchFamily="18" charset="0"/>
                <a:ea typeface="+mn-ea"/>
              </a:rPr>
              <a:t># of regions	  # with bonds	Shape</a:t>
            </a:r>
            <a:endParaRPr lang="en-US">
              <a:solidFill>
                <a:srgbClr val="FFFFFF"/>
              </a:solidFill>
              <a:effectLst>
                <a:outerShdw blurRad="38100" dist="38100" dir="2700000" algn="tl">
                  <a:srgbClr val="000000"/>
                </a:outerShdw>
              </a:effectLst>
              <a:latin typeface="Times New Roman" pitchFamily="18" charset="0"/>
              <a:ea typeface="+mn-ea"/>
            </a:endParaRP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2			2		Linear</a:t>
            </a:r>
          </a:p>
          <a:p>
            <a:pPr>
              <a:spcBef>
                <a:spcPct val="50000"/>
              </a:spcBef>
              <a:defRPr/>
            </a:pPr>
            <a:endParaRPr lang="en-US">
              <a:solidFill>
                <a:srgbClr val="FFFFFF"/>
              </a:solidFill>
              <a:effectLst>
                <a:outerShdw blurRad="38100" dist="38100" dir="2700000" algn="tl">
                  <a:srgbClr val="000000"/>
                </a:outerShdw>
              </a:effectLst>
              <a:latin typeface="Times New Roman" pitchFamily="18" charset="0"/>
              <a:ea typeface="+mn-ea"/>
            </a:endParaRP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2		Bent</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Trigonal planar</a:t>
            </a:r>
          </a:p>
          <a:p>
            <a:pPr>
              <a:spcBef>
                <a:spcPct val="50000"/>
              </a:spcBef>
              <a:defRPr/>
            </a:pPr>
            <a:endParaRPr lang="en-US">
              <a:solidFill>
                <a:srgbClr val="FFFFFF"/>
              </a:solidFill>
              <a:effectLst>
                <a:outerShdw blurRad="38100" dist="38100" dir="2700000" algn="tl">
                  <a:srgbClr val="000000"/>
                </a:outerShdw>
              </a:effectLst>
              <a:latin typeface="Times New Roman" pitchFamily="18" charset="0"/>
              <a:ea typeface="+mn-ea"/>
            </a:endParaRP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4			2		Bent</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Triangular pyramid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4		Tetrahedral</a:t>
            </a:r>
          </a:p>
        </p:txBody>
      </p:sp>
      <p:sp>
        <p:nvSpPr>
          <p:cNvPr id="319491" name="Rectangle 3">
            <a:extLst>
              <a:ext uri="{FF2B5EF4-FFF2-40B4-BE49-F238E27FC236}">
                <a16:creationId xmlns:a16="http://schemas.microsoft.com/office/drawing/2014/main" id="{36FF8FE4-407F-A2AA-E343-D6ACDB0FF670}"/>
              </a:ext>
            </a:extLst>
          </p:cNvPr>
          <p:cNvSpPr>
            <a:spLocks noChangeArrowheads="1"/>
          </p:cNvSpPr>
          <p:nvPr/>
        </p:nvSpPr>
        <p:spPr bwMode="auto">
          <a:xfrm>
            <a:off x="901700" y="1036638"/>
            <a:ext cx="1655763" cy="468312"/>
          </a:xfrm>
          <a:prstGeom prst="rect">
            <a:avLst/>
          </a:prstGeom>
          <a:noFill/>
          <a:ln w="12700">
            <a:solidFill>
              <a:schemeClr val="tx1"/>
            </a:solidFill>
            <a:miter lim="800000"/>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9492" name="Rectangle 4">
            <a:extLst>
              <a:ext uri="{FF2B5EF4-FFF2-40B4-BE49-F238E27FC236}">
                <a16:creationId xmlns:a16="http://schemas.microsoft.com/office/drawing/2014/main" id="{D905B722-A25C-6393-87C6-D4ED1F1CB45D}"/>
              </a:ext>
            </a:extLst>
          </p:cNvPr>
          <p:cNvSpPr>
            <a:spLocks noChangeArrowheads="1"/>
          </p:cNvSpPr>
          <p:nvPr/>
        </p:nvSpPr>
        <p:spPr bwMode="auto">
          <a:xfrm>
            <a:off x="3209925" y="1038225"/>
            <a:ext cx="1655763" cy="468313"/>
          </a:xfrm>
          <a:prstGeom prst="rect">
            <a:avLst/>
          </a:prstGeom>
          <a:noFill/>
          <a:ln w="12700">
            <a:solidFill>
              <a:schemeClr val="tx1"/>
            </a:solidFill>
            <a:miter lim="800000"/>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9493" name="Line 5">
            <a:extLst>
              <a:ext uri="{FF2B5EF4-FFF2-40B4-BE49-F238E27FC236}">
                <a16:creationId xmlns:a16="http://schemas.microsoft.com/office/drawing/2014/main" id="{5106DD97-011C-E374-3127-F17062BCC164}"/>
              </a:ext>
            </a:extLst>
          </p:cNvPr>
          <p:cNvSpPr>
            <a:spLocks noChangeShapeType="1"/>
          </p:cNvSpPr>
          <p:nvPr/>
        </p:nvSpPr>
        <p:spPr bwMode="auto">
          <a:xfrm>
            <a:off x="2624138" y="1254125"/>
            <a:ext cx="534987" cy="0"/>
          </a:xfrm>
          <a:prstGeom prst="line">
            <a:avLst/>
          </a:prstGeom>
          <a:noFill/>
          <a:ln w="28575">
            <a:solidFill>
              <a:schemeClr val="tx1"/>
            </a:solidFill>
            <a:round/>
            <a:headEnd/>
            <a:tailEnd type="triangle" w="med" len="me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9494" name="Rectangle 6">
            <a:extLst>
              <a:ext uri="{FF2B5EF4-FFF2-40B4-BE49-F238E27FC236}">
                <a16:creationId xmlns:a16="http://schemas.microsoft.com/office/drawing/2014/main" id="{FFEA35C6-6276-CE9F-967B-58C334B0BA8D}"/>
              </a:ext>
            </a:extLst>
          </p:cNvPr>
          <p:cNvSpPr>
            <a:spLocks noChangeArrowheads="1"/>
          </p:cNvSpPr>
          <p:nvPr/>
        </p:nvSpPr>
        <p:spPr bwMode="auto">
          <a:xfrm>
            <a:off x="5518150" y="1057275"/>
            <a:ext cx="1655763" cy="468313"/>
          </a:xfrm>
          <a:prstGeom prst="rect">
            <a:avLst/>
          </a:prstGeom>
          <a:noFill/>
          <a:ln w="12700">
            <a:solidFill>
              <a:schemeClr val="tx1"/>
            </a:solidFill>
            <a:miter lim="800000"/>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19495" name="Line 7">
            <a:extLst>
              <a:ext uri="{FF2B5EF4-FFF2-40B4-BE49-F238E27FC236}">
                <a16:creationId xmlns:a16="http://schemas.microsoft.com/office/drawing/2014/main" id="{EFC535E7-67D9-3BC9-9F3B-028C6184F596}"/>
              </a:ext>
            </a:extLst>
          </p:cNvPr>
          <p:cNvSpPr>
            <a:spLocks noChangeShapeType="1"/>
          </p:cNvSpPr>
          <p:nvPr/>
        </p:nvSpPr>
        <p:spPr bwMode="auto">
          <a:xfrm>
            <a:off x="4965700" y="1290638"/>
            <a:ext cx="534988" cy="0"/>
          </a:xfrm>
          <a:prstGeom prst="line">
            <a:avLst/>
          </a:prstGeom>
          <a:noFill/>
          <a:ln w="28575">
            <a:solidFill>
              <a:schemeClr val="tx1"/>
            </a:solidFill>
            <a:round/>
            <a:headEnd/>
            <a:tailEnd type="triangle" w="med" len="me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Tree>
    <p:custDataLst>
      <p:tags r:id="rId1"/>
    </p:custData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4146" name="Rectangle 2">
            <a:extLst>
              <a:ext uri="{FF2B5EF4-FFF2-40B4-BE49-F238E27FC236}">
                <a16:creationId xmlns:a16="http://schemas.microsoft.com/office/drawing/2014/main" id="{A06A8385-B55C-9A3B-183F-754337692004}"/>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2: Carbonate Ion</a:t>
            </a:r>
          </a:p>
        </p:txBody>
      </p:sp>
      <p:sp>
        <p:nvSpPr>
          <p:cNvPr id="324611" name="Rectangle 3">
            <a:extLst>
              <a:ext uri="{FF2B5EF4-FFF2-40B4-BE49-F238E27FC236}">
                <a16:creationId xmlns:a16="http://schemas.microsoft.com/office/drawing/2014/main" id="{A350EA8B-C276-7DC3-528C-66A2E1D7CD40}"/>
              </a:ext>
            </a:extLst>
          </p:cNvPr>
          <p:cNvSpPr>
            <a:spLocks noGrp="1" noChangeArrowheads="1"/>
          </p:cNvSpPr>
          <p:nvPr>
            <p:ph type="body" idx="4294967295"/>
          </p:nvPr>
        </p:nvSpPr>
        <p:spPr>
          <a:xfrm>
            <a:off x="601663" y="2765425"/>
            <a:ext cx="7772400" cy="3430588"/>
          </a:xfrm>
        </p:spPr>
        <p:txBody>
          <a:bodyPr/>
          <a:lstStyle/>
          <a:p>
            <a:pPr>
              <a:buFont typeface="Monotype Sorts" pitchFamily="2" charset="2"/>
              <a:buChar char=" "/>
            </a:pPr>
            <a:r>
              <a:rPr lang="en-US" altLang="en-US"/>
              <a:t>1 x C  =  1 x 4e</a:t>
            </a:r>
            <a:r>
              <a:rPr lang="en-US" altLang="en-US" baseline="30000"/>
              <a:t>-</a:t>
            </a:r>
            <a:r>
              <a:rPr lang="en-US" altLang="en-US"/>
              <a:t>  =  4 e</a:t>
            </a:r>
            <a:r>
              <a:rPr lang="en-US" altLang="en-US" baseline="30000"/>
              <a:t>-</a:t>
            </a:r>
            <a:endParaRPr lang="en-US" altLang="en-US"/>
          </a:p>
          <a:p>
            <a:pPr>
              <a:buFont typeface="Monotype Sorts" pitchFamily="2" charset="2"/>
              <a:buChar char=" "/>
            </a:pPr>
            <a:r>
              <a:rPr lang="en-US" altLang="en-US"/>
              <a:t>3 x O  =  3 x 6e</a:t>
            </a:r>
            <a:r>
              <a:rPr lang="en-US" altLang="en-US" baseline="30000"/>
              <a:t>-</a:t>
            </a:r>
            <a:r>
              <a:rPr lang="en-US" altLang="en-US"/>
              <a:t>  =  18 e</a:t>
            </a:r>
            <a:r>
              <a:rPr lang="en-US" altLang="en-US" baseline="30000"/>
              <a:t>-</a:t>
            </a:r>
            <a:endParaRPr lang="en-US" altLang="en-US"/>
          </a:p>
          <a:p>
            <a:pPr>
              <a:buFont typeface="Monotype Sorts" pitchFamily="2" charset="2"/>
              <a:buChar char=" "/>
            </a:pPr>
            <a:r>
              <a:rPr lang="en-US" altLang="en-US"/>
              <a:t>species charge     =  2 e</a:t>
            </a:r>
            <a:r>
              <a:rPr lang="en-US" altLang="en-US" baseline="30000"/>
              <a:t>-</a:t>
            </a:r>
          </a:p>
          <a:p>
            <a:pPr>
              <a:buFont typeface="Monotype Sorts" pitchFamily="2" charset="2"/>
              <a:buChar char=" "/>
            </a:pPr>
            <a:r>
              <a:rPr lang="en-US" altLang="en-US" baseline="30000"/>
              <a:t>______________________________</a:t>
            </a:r>
            <a:endParaRPr lang="en-US" altLang="en-US"/>
          </a:p>
          <a:p>
            <a:pPr>
              <a:buFont typeface="Monotype Sorts" pitchFamily="2" charset="2"/>
              <a:buChar char=" "/>
            </a:pPr>
            <a:r>
              <a:rPr lang="en-US" altLang="en-US"/>
              <a:t>Total                        24 e</a:t>
            </a:r>
            <a:r>
              <a:rPr lang="en-US" altLang="en-US" baseline="30000"/>
              <a:t>-</a:t>
            </a:r>
            <a:endParaRPr lang="en-US" altLang="en-US"/>
          </a:p>
        </p:txBody>
      </p:sp>
      <p:sp>
        <p:nvSpPr>
          <p:cNvPr id="324612" name="Rectangle 4">
            <a:extLst>
              <a:ext uri="{FF2B5EF4-FFF2-40B4-BE49-F238E27FC236}">
                <a16:creationId xmlns:a16="http://schemas.microsoft.com/office/drawing/2014/main" id="{C5D499B9-4738-460D-C27D-DC9EB502E22E}"/>
              </a:ext>
            </a:extLst>
          </p:cNvPr>
          <p:cNvSpPr>
            <a:spLocks noChangeArrowheads="1"/>
          </p:cNvSpPr>
          <p:nvPr/>
        </p:nvSpPr>
        <p:spPr bwMode="auto">
          <a:xfrm>
            <a:off x="1273175" y="1735138"/>
            <a:ext cx="6148388"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1.  Find total # of valence e-’s in molecule or ion</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4611">
                                            <p:txEl>
                                              <p:pRg st="0" end="0"/>
                                            </p:txEl>
                                          </p:spTgt>
                                        </p:tgtEl>
                                        <p:attrNameLst>
                                          <p:attrName>style.visibility</p:attrName>
                                        </p:attrNameLst>
                                      </p:cBhvr>
                                      <p:to>
                                        <p:strVal val="visible"/>
                                      </p:to>
                                    </p:set>
                                    <p:animEffect transition="in" filter="wipe(left)">
                                      <p:cBhvr>
                                        <p:cTn id="7" dur="500"/>
                                        <p:tgtEl>
                                          <p:spTgt spid="3246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4611">
                                            <p:txEl>
                                              <p:pRg st="1" end="1"/>
                                            </p:txEl>
                                          </p:spTgt>
                                        </p:tgtEl>
                                        <p:attrNameLst>
                                          <p:attrName>style.visibility</p:attrName>
                                        </p:attrNameLst>
                                      </p:cBhvr>
                                      <p:to>
                                        <p:strVal val="visible"/>
                                      </p:to>
                                    </p:set>
                                    <p:animEffect transition="in" filter="wipe(left)">
                                      <p:cBhvr>
                                        <p:cTn id="12" dur="500"/>
                                        <p:tgtEl>
                                          <p:spTgt spid="3246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24611">
                                            <p:txEl>
                                              <p:pRg st="2" end="2"/>
                                            </p:txEl>
                                          </p:spTgt>
                                        </p:tgtEl>
                                        <p:attrNameLst>
                                          <p:attrName>style.visibility</p:attrName>
                                        </p:attrNameLst>
                                      </p:cBhvr>
                                      <p:to>
                                        <p:strVal val="visible"/>
                                      </p:to>
                                    </p:set>
                                    <p:animEffect transition="in" filter="wipe(left)">
                                      <p:cBhvr>
                                        <p:cTn id="17" dur="500"/>
                                        <p:tgtEl>
                                          <p:spTgt spid="3246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24611">
                                            <p:txEl>
                                              <p:pRg st="3" end="3"/>
                                            </p:txEl>
                                          </p:spTgt>
                                        </p:tgtEl>
                                        <p:attrNameLst>
                                          <p:attrName>style.visibility</p:attrName>
                                        </p:attrNameLst>
                                      </p:cBhvr>
                                      <p:to>
                                        <p:strVal val="visible"/>
                                      </p:to>
                                    </p:set>
                                    <p:animEffect transition="in" filter="wipe(left)">
                                      <p:cBhvr>
                                        <p:cTn id="22" dur="500"/>
                                        <p:tgtEl>
                                          <p:spTgt spid="3246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24611">
                                            <p:txEl>
                                              <p:pRg st="4" end="4"/>
                                            </p:txEl>
                                          </p:spTgt>
                                        </p:tgtEl>
                                        <p:attrNameLst>
                                          <p:attrName>style.visibility</p:attrName>
                                        </p:attrNameLst>
                                      </p:cBhvr>
                                      <p:to>
                                        <p:strVal val="visible"/>
                                      </p:to>
                                    </p:set>
                                    <p:animEffect transition="in" filter="wipe(left)">
                                      <p:cBhvr>
                                        <p:cTn id="27" dur="500"/>
                                        <p:tgtEl>
                                          <p:spTgt spid="3246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1" grpId="0" build="p"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145EDFE1-CF97-3BF0-154F-CE87A3A356EB}"/>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2: Carbonate Ion</a:t>
            </a:r>
          </a:p>
        </p:txBody>
      </p:sp>
      <p:sp>
        <p:nvSpPr>
          <p:cNvPr id="326659" name="Rectangle 3">
            <a:extLst>
              <a:ext uri="{FF2B5EF4-FFF2-40B4-BE49-F238E27FC236}">
                <a16:creationId xmlns:a16="http://schemas.microsoft.com/office/drawing/2014/main" id="{7F0A9B15-DC99-8CF8-E406-F5B89EEF4FEB}"/>
              </a:ext>
            </a:extLst>
          </p:cNvPr>
          <p:cNvSpPr>
            <a:spLocks noChangeArrowheads="1"/>
          </p:cNvSpPr>
          <p:nvPr/>
        </p:nvSpPr>
        <p:spPr bwMode="auto">
          <a:xfrm>
            <a:off x="1273175" y="1735138"/>
            <a:ext cx="5356225"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2.  Connect the skeleton with single bonds</a:t>
            </a:r>
          </a:p>
        </p:txBody>
      </p:sp>
      <p:sp>
        <p:nvSpPr>
          <p:cNvPr id="326660" name="Text Box 4">
            <a:extLst>
              <a:ext uri="{FF2B5EF4-FFF2-40B4-BE49-F238E27FC236}">
                <a16:creationId xmlns:a16="http://schemas.microsoft.com/office/drawing/2014/main" id="{65F450B1-0350-9C70-E98F-73DE079E3EDC}"/>
              </a:ext>
            </a:extLst>
          </p:cNvPr>
          <p:cNvSpPr txBox="1">
            <a:spLocks noChangeArrowheads="1"/>
          </p:cNvSpPr>
          <p:nvPr/>
        </p:nvSpPr>
        <p:spPr bwMode="auto">
          <a:xfrm>
            <a:off x="3659188" y="37941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C</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26661" name="Text Box 5">
            <a:extLst>
              <a:ext uri="{FF2B5EF4-FFF2-40B4-BE49-F238E27FC236}">
                <a16:creationId xmlns:a16="http://schemas.microsoft.com/office/drawing/2014/main" id="{2F03B1F4-A2EB-BB31-C18C-AB364B5FB12F}"/>
              </a:ext>
            </a:extLst>
          </p:cNvPr>
          <p:cNvSpPr txBox="1">
            <a:spLocks noChangeArrowheads="1"/>
          </p:cNvSpPr>
          <p:nvPr/>
        </p:nvSpPr>
        <p:spPr bwMode="auto">
          <a:xfrm>
            <a:off x="2257425" y="37798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26662" name="Text Box 6">
            <a:extLst>
              <a:ext uri="{FF2B5EF4-FFF2-40B4-BE49-F238E27FC236}">
                <a16:creationId xmlns:a16="http://schemas.microsoft.com/office/drawing/2014/main" id="{BAEA4DE5-9CEF-EF93-C3EF-099F54EFA145}"/>
              </a:ext>
            </a:extLst>
          </p:cNvPr>
          <p:cNvSpPr txBox="1">
            <a:spLocks noChangeArrowheads="1"/>
          </p:cNvSpPr>
          <p:nvPr/>
        </p:nvSpPr>
        <p:spPr bwMode="auto">
          <a:xfrm>
            <a:off x="4949825" y="379888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26663" name="Line 7">
            <a:extLst>
              <a:ext uri="{FF2B5EF4-FFF2-40B4-BE49-F238E27FC236}">
                <a16:creationId xmlns:a16="http://schemas.microsoft.com/office/drawing/2014/main" id="{A8B18E31-EB71-0E95-0354-A733DC68A902}"/>
              </a:ext>
            </a:extLst>
          </p:cNvPr>
          <p:cNvSpPr>
            <a:spLocks noChangeShapeType="1"/>
          </p:cNvSpPr>
          <p:nvPr/>
        </p:nvSpPr>
        <p:spPr bwMode="auto">
          <a:xfrm>
            <a:off x="3309938" y="4295775"/>
            <a:ext cx="433387"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26664" name="Line 8">
            <a:extLst>
              <a:ext uri="{FF2B5EF4-FFF2-40B4-BE49-F238E27FC236}">
                <a16:creationId xmlns:a16="http://schemas.microsoft.com/office/drawing/2014/main" id="{960648CD-EED7-4089-F396-9BACAFDA4738}"/>
              </a:ext>
            </a:extLst>
          </p:cNvPr>
          <p:cNvSpPr>
            <a:spLocks noChangeShapeType="1"/>
          </p:cNvSpPr>
          <p:nvPr/>
        </p:nvSpPr>
        <p:spPr bwMode="auto">
          <a:xfrm>
            <a:off x="4632325" y="4297363"/>
            <a:ext cx="434975"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26665" name="Text Box 9">
            <a:extLst>
              <a:ext uri="{FF2B5EF4-FFF2-40B4-BE49-F238E27FC236}">
                <a16:creationId xmlns:a16="http://schemas.microsoft.com/office/drawing/2014/main" id="{DD91F543-B3DF-C41C-EFA2-580912731C40}"/>
              </a:ext>
            </a:extLst>
          </p:cNvPr>
          <p:cNvSpPr txBox="1">
            <a:spLocks noChangeArrowheads="1"/>
          </p:cNvSpPr>
          <p:nvPr/>
        </p:nvSpPr>
        <p:spPr bwMode="auto">
          <a:xfrm>
            <a:off x="3681413" y="24796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26666" name="Line 10">
            <a:extLst>
              <a:ext uri="{FF2B5EF4-FFF2-40B4-BE49-F238E27FC236}">
                <a16:creationId xmlns:a16="http://schemas.microsoft.com/office/drawing/2014/main" id="{ADFA736B-0B59-C4E9-11ED-27E7694F5F1F}"/>
              </a:ext>
            </a:extLst>
          </p:cNvPr>
          <p:cNvSpPr>
            <a:spLocks noChangeShapeType="1"/>
          </p:cNvSpPr>
          <p:nvPr/>
        </p:nvSpPr>
        <p:spPr bwMode="auto">
          <a:xfrm flipV="1">
            <a:off x="4227513" y="3476625"/>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26667" name="Text Box 11">
            <a:extLst>
              <a:ext uri="{FF2B5EF4-FFF2-40B4-BE49-F238E27FC236}">
                <a16:creationId xmlns:a16="http://schemas.microsoft.com/office/drawing/2014/main" id="{EEED0EB0-23EA-292E-0AB9-111467FAE955}"/>
              </a:ext>
            </a:extLst>
          </p:cNvPr>
          <p:cNvSpPr txBox="1">
            <a:spLocks noChangeArrowheads="1"/>
          </p:cNvSpPr>
          <p:nvPr/>
        </p:nvSpPr>
        <p:spPr bwMode="auto">
          <a:xfrm>
            <a:off x="384175" y="5732463"/>
            <a:ext cx="1370013"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24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a:extLst>
              <a:ext uri="{FF2B5EF4-FFF2-40B4-BE49-F238E27FC236}">
                <a16:creationId xmlns:a16="http://schemas.microsoft.com/office/drawing/2014/main" id="{21E1B7E0-FA0E-B99C-71FC-1EFEDBED4A8B}"/>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2: Carbonate Ion</a:t>
            </a:r>
          </a:p>
        </p:txBody>
      </p:sp>
      <p:sp>
        <p:nvSpPr>
          <p:cNvPr id="328707" name="Rectangle 3">
            <a:extLst>
              <a:ext uri="{FF2B5EF4-FFF2-40B4-BE49-F238E27FC236}">
                <a16:creationId xmlns:a16="http://schemas.microsoft.com/office/drawing/2014/main" id="{4410748B-24E2-69F6-AD28-1CBB5372910E}"/>
              </a:ext>
            </a:extLst>
          </p:cNvPr>
          <p:cNvSpPr>
            <a:spLocks noChangeArrowheads="1"/>
          </p:cNvSpPr>
          <p:nvPr/>
        </p:nvSpPr>
        <p:spPr bwMode="auto">
          <a:xfrm>
            <a:off x="1273175" y="1735138"/>
            <a:ext cx="5356225"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2.  Connect the skeleton with single bonds</a:t>
            </a:r>
          </a:p>
        </p:txBody>
      </p:sp>
      <p:sp>
        <p:nvSpPr>
          <p:cNvPr id="328708" name="Text Box 4">
            <a:extLst>
              <a:ext uri="{FF2B5EF4-FFF2-40B4-BE49-F238E27FC236}">
                <a16:creationId xmlns:a16="http://schemas.microsoft.com/office/drawing/2014/main" id="{118A095D-3CB5-20FD-5B56-7721B8959163}"/>
              </a:ext>
            </a:extLst>
          </p:cNvPr>
          <p:cNvSpPr txBox="1">
            <a:spLocks noChangeArrowheads="1"/>
          </p:cNvSpPr>
          <p:nvPr/>
        </p:nvSpPr>
        <p:spPr bwMode="auto">
          <a:xfrm>
            <a:off x="3659188" y="37941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C</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28709" name="Text Box 5">
            <a:extLst>
              <a:ext uri="{FF2B5EF4-FFF2-40B4-BE49-F238E27FC236}">
                <a16:creationId xmlns:a16="http://schemas.microsoft.com/office/drawing/2014/main" id="{81353744-7E3B-DDB7-80AE-7F640997ECBA}"/>
              </a:ext>
            </a:extLst>
          </p:cNvPr>
          <p:cNvSpPr txBox="1">
            <a:spLocks noChangeArrowheads="1"/>
          </p:cNvSpPr>
          <p:nvPr/>
        </p:nvSpPr>
        <p:spPr bwMode="auto">
          <a:xfrm>
            <a:off x="2257425" y="37798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28710" name="Text Box 6">
            <a:extLst>
              <a:ext uri="{FF2B5EF4-FFF2-40B4-BE49-F238E27FC236}">
                <a16:creationId xmlns:a16="http://schemas.microsoft.com/office/drawing/2014/main" id="{C8B279F9-AFA4-FC50-8702-51EC1266F52C}"/>
              </a:ext>
            </a:extLst>
          </p:cNvPr>
          <p:cNvSpPr txBox="1">
            <a:spLocks noChangeArrowheads="1"/>
          </p:cNvSpPr>
          <p:nvPr/>
        </p:nvSpPr>
        <p:spPr bwMode="auto">
          <a:xfrm>
            <a:off x="4949825" y="379888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28711" name="Line 7">
            <a:extLst>
              <a:ext uri="{FF2B5EF4-FFF2-40B4-BE49-F238E27FC236}">
                <a16:creationId xmlns:a16="http://schemas.microsoft.com/office/drawing/2014/main" id="{12B857CD-EBFA-1704-09B8-5F40B761667C}"/>
              </a:ext>
            </a:extLst>
          </p:cNvPr>
          <p:cNvSpPr>
            <a:spLocks noChangeShapeType="1"/>
          </p:cNvSpPr>
          <p:nvPr/>
        </p:nvSpPr>
        <p:spPr bwMode="auto">
          <a:xfrm>
            <a:off x="3309938" y="4295775"/>
            <a:ext cx="433387"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28712" name="Line 8">
            <a:extLst>
              <a:ext uri="{FF2B5EF4-FFF2-40B4-BE49-F238E27FC236}">
                <a16:creationId xmlns:a16="http://schemas.microsoft.com/office/drawing/2014/main" id="{44763C0F-3815-204D-2E19-5EC056136470}"/>
              </a:ext>
            </a:extLst>
          </p:cNvPr>
          <p:cNvSpPr>
            <a:spLocks noChangeShapeType="1"/>
          </p:cNvSpPr>
          <p:nvPr/>
        </p:nvSpPr>
        <p:spPr bwMode="auto">
          <a:xfrm>
            <a:off x="4632325" y="4297363"/>
            <a:ext cx="434975"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28713" name="Text Box 9">
            <a:extLst>
              <a:ext uri="{FF2B5EF4-FFF2-40B4-BE49-F238E27FC236}">
                <a16:creationId xmlns:a16="http://schemas.microsoft.com/office/drawing/2014/main" id="{45CF6AD5-1089-0AB1-BA65-CD1FA7879765}"/>
              </a:ext>
            </a:extLst>
          </p:cNvPr>
          <p:cNvSpPr txBox="1">
            <a:spLocks noChangeArrowheads="1"/>
          </p:cNvSpPr>
          <p:nvPr/>
        </p:nvSpPr>
        <p:spPr bwMode="auto">
          <a:xfrm>
            <a:off x="3681413" y="24796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28714" name="Line 10">
            <a:extLst>
              <a:ext uri="{FF2B5EF4-FFF2-40B4-BE49-F238E27FC236}">
                <a16:creationId xmlns:a16="http://schemas.microsoft.com/office/drawing/2014/main" id="{14D2CD5D-B5D3-37A9-B15A-8C655D01BA00}"/>
              </a:ext>
            </a:extLst>
          </p:cNvPr>
          <p:cNvSpPr>
            <a:spLocks noChangeShapeType="1"/>
          </p:cNvSpPr>
          <p:nvPr/>
        </p:nvSpPr>
        <p:spPr bwMode="auto">
          <a:xfrm flipV="1">
            <a:off x="4227513" y="3476625"/>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28715" name="Rectangle 11">
            <a:extLst>
              <a:ext uri="{FF2B5EF4-FFF2-40B4-BE49-F238E27FC236}">
                <a16:creationId xmlns:a16="http://schemas.microsoft.com/office/drawing/2014/main" id="{1A1D714F-5F2E-41FF-91E0-A7157ED10020}"/>
              </a:ext>
            </a:extLst>
          </p:cNvPr>
          <p:cNvSpPr>
            <a:spLocks noChangeArrowheads="1"/>
          </p:cNvSpPr>
          <p:nvPr/>
        </p:nvSpPr>
        <p:spPr bwMode="auto">
          <a:xfrm>
            <a:off x="1273175" y="1735138"/>
            <a:ext cx="7196138"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3.  Place lone pairs to give non-H terminal atoms an octet</a:t>
            </a:r>
          </a:p>
        </p:txBody>
      </p:sp>
      <p:grpSp>
        <p:nvGrpSpPr>
          <p:cNvPr id="138252" name="Group 12">
            <a:extLst>
              <a:ext uri="{FF2B5EF4-FFF2-40B4-BE49-F238E27FC236}">
                <a16:creationId xmlns:a16="http://schemas.microsoft.com/office/drawing/2014/main" id="{795986E8-EEBA-8C70-71A0-4F65EBA7DD25}"/>
              </a:ext>
            </a:extLst>
          </p:cNvPr>
          <p:cNvGrpSpPr>
            <a:grpSpLocks/>
          </p:cNvGrpSpPr>
          <p:nvPr/>
        </p:nvGrpSpPr>
        <p:grpSpPr bwMode="auto">
          <a:xfrm>
            <a:off x="3952875" y="2411413"/>
            <a:ext cx="520700" cy="152400"/>
            <a:chOff x="990" y="2694"/>
            <a:chExt cx="328" cy="96"/>
          </a:xfrm>
        </p:grpSpPr>
        <p:sp>
          <p:nvSpPr>
            <p:cNvPr id="328717" name="Oval 13">
              <a:extLst>
                <a:ext uri="{FF2B5EF4-FFF2-40B4-BE49-F238E27FC236}">
                  <a16:creationId xmlns:a16="http://schemas.microsoft.com/office/drawing/2014/main" id="{8D93E6A5-4CB1-AA65-3CC5-D331305B4E67}"/>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28718" name="Oval 14">
              <a:extLst>
                <a:ext uri="{FF2B5EF4-FFF2-40B4-BE49-F238E27FC236}">
                  <a16:creationId xmlns:a16="http://schemas.microsoft.com/office/drawing/2014/main" id="{389DC3FE-B9DF-7B5C-6A0A-F31B6F6DE279}"/>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38253" name="Group 15">
            <a:extLst>
              <a:ext uri="{FF2B5EF4-FFF2-40B4-BE49-F238E27FC236}">
                <a16:creationId xmlns:a16="http://schemas.microsoft.com/office/drawing/2014/main" id="{86C17549-32DB-9D6A-A5B6-060C7CBDD51E}"/>
              </a:ext>
            </a:extLst>
          </p:cNvPr>
          <p:cNvGrpSpPr>
            <a:grpSpLocks/>
          </p:cNvGrpSpPr>
          <p:nvPr/>
        </p:nvGrpSpPr>
        <p:grpSpPr bwMode="auto">
          <a:xfrm>
            <a:off x="5224463" y="4816475"/>
            <a:ext cx="520700" cy="152400"/>
            <a:chOff x="990" y="2694"/>
            <a:chExt cx="328" cy="96"/>
          </a:xfrm>
        </p:grpSpPr>
        <p:sp>
          <p:nvSpPr>
            <p:cNvPr id="328720" name="Oval 16">
              <a:extLst>
                <a:ext uri="{FF2B5EF4-FFF2-40B4-BE49-F238E27FC236}">
                  <a16:creationId xmlns:a16="http://schemas.microsoft.com/office/drawing/2014/main" id="{FC7326D1-6CA5-CAD2-7D1F-48912227151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28721" name="Oval 17">
              <a:extLst>
                <a:ext uri="{FF2B5EF4-FFF2-40B4-BE49-F238E27FC236}">
                  <a16:creationId xmlns:a16="http://schemas.microsoft.com/office/drawing/2014/main" id="{06D1EBED-796E-473F-0C30-DE394F6122D1}"/>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38254" name="Group 18">
            <a:extLst>
              <a:ext uri="{FF2B5EF4-FFF2-40B4-BE49-F238E27FC236}">
                <a16:creationId xmlns:a16="http://schemas.microsoft.com/office/drawing/2014/main" id="{7F03254E-184D-27A6-35A8-F67916A8D1EB}"/>
              </a:ext>
            </a:extLst>
          </p:cNvPr>
          <p:cNvGrpSpPr>
            <a:grpSpLocks/>
          </p:cNvGrpSpPr>
          <p:nvPr/>
        </p:nvGrpSpPr>
        <p:grpSpPr bwMode="auto">
          <a:xfrm rot="-5400000">
            <a:off x="5822950" y="4295775"/>
            <a:ext cx="520700" cy="152400"/>
            <a:chOff x="990" y="2694"/>
            <a:chExt cx="328" cy="96"/>
          </a:xfrm>
        </p:grpSpPr>
        <p:sp>
          <p:nvSpPr>
            <p:cNvPr id="328723" name="Oval 19">
              <a:extLst>
                <a:ext uri="{FF2B5EF4-FFF2-40B4-BE49-F238E27FC236}">
                  <a16:creationId xmlns:a16="http://schemas.microsoft.com/office/drawing/2014/main" id="{C8B10DA7-EE68-F4E6-A94C-4A9496D3A878}"/>
                </a:ext>
              </a:extLst>
            </p:cNvPr>
            <p:cNvSpPr>
              <a:spLocks noChangeArrowheads="1"/>
            </p:cNvSpPr>
            <p:nvPr/>
          </p:nvSpPr>
          <p:spPr bwMode="auto">
            <a:xfrm>
              <a:off x="990" y="265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28724" name="Oval 20">
              <a:extLst>
                <a:ext uri="{FF2B5EF4-FFF2-40B4-BE49-F238E27FC236}">
                  <a16:creationId xmlns:a16="http://schemas.microsoft.com/office/drawing/2014/main" id="{B6F1CB80-2EAD-FCE1-FED8-3AB49386CE7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38255" name="Group 21">
            <a:extLst>
              <a:ext uri="{FF2B5EF4-FFF2-40B4-BE49-F238E27FC236}">
                <a16:creationId xmlns:a16="http://schemas.microsoft.com/office/drawing/2014/main" id="{DF576B60-CD48-6810-9BDB-37EB0F77C2A7}"/>
              </a:ext>
            </a:extLst>
          </p:cNvPr>
          <p:cNvGrpSpPr>
            <a:grpSpLocks/>
          </p:cNvGrpSpPr>
          <p:nvPr/>
        </p:nvGrpSpPr>
        <p:grpSpPr bwMode="auto">
          <a:xfrm>
            <a:off x="5226050" y="3698875"/>
            <a:ext cx="520700" cy="152400"/>
            <a:chOff x="990" y="2694"/>
            <a:chExt cx="328" cy="96"/>
          </a:xfrm>
        </p:grpSpPr>
        <p:sp>
          <p:nvSpPr>
            <p:cNvPr id="328726" name="Oval 22">
              <a:extLst>
                <a:ext uri="{FF2B5EF4-FFF2-40B4-BE49-F238E27FC236}">
                  <a16:creationId xmlns:a16="http://schemas.microsoft.com/office/drawing/2014/main" id="{396087D5-3438-350E-E360-B8173942788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28727" name="Oval 23">
              <a:extLst>
                <a:ext uri="{FF2B5EF4-FFF2-40B4-BE49-F238E27FC236}">
                  <a16:creationId xmlns:a16="http://schemas.microsoft.com/office/drawing/2014/main" id="{DD68F3B5-7BFC-B784-C902-16377D860F5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38256" name="Group 24">
            <a:extLst>
              <a:ext uri="{FF2B5EF4-FFF2-40B4-BE49-F238E27FC236}">
                <a16:creationId xmlns:a16="http://schemas.microsoft.com/office/drawing/2014/main" id="{F5EABA54-A6DE-1606-F3AF-8C23B3C96F80}"/>
              </a:ext>
            </a:extLst>
          </p:cNvPr>
          <p:cNvGrpSpPr>
            <a:grpSpLocks/>
          </p:cNvGrpSpPr>
          <p:nvPr/>
        </p:nvGrpSpPr>
        <p:grpSpPr bwMode="auto">
          <a:xfrm>
            <a:off x="2519363" y="4751388"/>
            <a:ext cx="520700" cy="152400"/>
            <a:chOff x="990" y="2694"/>
            <a:chExt cx="328" cy="96"/>
          </a:xfrm>
        </p:grpSpPr>
        <p:sp>
          <p:nvSpPr>
            <p:cNvPr id="328729" name="Oval 25">
              <a:extLst>
                <a:ext uri="{FF2B5EF4-FFF2-40B4-BE49-F238E27FC236}">
                  <a16:creationId xmlns:a16="http://schemas.microsoft.com/office/drawing/2014/main" id="{6DD20A2C-2E87-C83D-6667-3FC2E5CBD26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28730" name="Oval 26">
              <a:extLst>
                <a:ext uri="{FF2B5EF4-FFF2-40B4-BE49-F238E27FC236}">
                  <a16:creationId xmlns:a16="http://schemas.microsoft.com/office/drawing/2014/main" id="{FABE3393-A7E0-73FF-F2B3-2D79F75C6194}"/>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38257" name="Group 27">
            <a:extLst>
              <a:ext uri="{FF2B5EF4-FFF2-40B4-BE49-F238E27FC236}">
                <a16:creationId xmlns:a16="http://schemas.microsoft.com/office/drawing/2014/main" id="{CE3AEA4E-A45C-5969-4608-706CF0CFED64}"/>
              </a:ext>
            </a:extLst>
          </p:cNvPr>
          <p:cNvGrpSpPr>
            <a:grpSpLocks/>
          </p:cNvGrpSpPr>
          <p:nvPr/>
        </p:nvGrpSpPr>
        <p:grpSpPr bwMode="auto">
          <a:xfrm rot="-5400000">
            <a:off x="4487863" y="2927350"/>
            <a:ext cx="520700" cy="152400"/>
            <a:chOff x="990" y="2694"/>
            <a:chExt cx="328" cy="96"/>
          </a:xfrm>
        </p:grpSpPr>
        <p:sp>
          <p:nvSpPr>
            <p:cNvPr id="328732" name="Oval 28">
              <a:extLst>
                <a:ext uri="{FF2B5EF4-FFF2-40B4-BE49-F238E27FC236}">
                  <a16:creationId xmlns:a16="http://schemas.microsoft.com/office/drawing/2014/main" id="{282B9C7E-8F3A-C4C2-E375-B64BCAB16751}"/>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28733" name="Oval 29">
              <a:extLst>
                <a:ext uri="{FF2B5EF4-FFF2-40B4-BE49-F238E27FC236}">
                  <a16:creationId xmlns:a16="http://schemas.microsoft.com/office/drawing/2014/main" id="{CB4C15CE-E6D9-58DE-2946-169A8A51EF9E}"/>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38258" name="Group 30">
            <a:extLst>
              <a:ext uri="{FF2B5EF4-FFF2-40B4-BE49-F238E27FC236}">
                <a16:creationId xmlns:a16="http://schemas.microsoft.com/office/drawing/2014/main" id="{B53BD327-1873-34A3-7E95-E7E3F15DC9AC}"/>
              </a:ext>
            </a:extLst>
          </p:cNvPr>
          <p:cNvGrpSpPr>
            <a:grpSpLocks/>
          </p:cNvGrpSpPr>
          <p:nvPr/>
        </p:nvGrpSpPr>
        <p:grpSpPr bwMode="auto">
          <a:xfrm rot="-5400000">
            <a:off x="3436938" y="2963863"/>
            <a:ext cx="520700" cy="152400"/>
            <a:chOff x="990" y="2694"/>
            <a:chExt cx="328" cy="96"/>
          </a:xfrm>
        </p:grpSpPr>
        <p:sp>
          <p:nvSpPr>
            <p:cNvPr id="328735" name="Oval 31">
              <a:extLst>
                <a:ext uri="{FF2B5EF4-FFF2-40B4-BE49-F238E27FC236}">
                  <a16:creationId xmlns:a16="http://schemas.microsoft.com/office/drawing/2014/main" id="{F5B6A290-B8BE-3C4D-4707-68BB9CD73616}"/>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28736" name="Oval 32">
              <a:extLst>
                <a:ext uri="{FF2B5EF4-FFF2-40B4-BE49-F238E27FC236}">
                  <a16:creationId xmlns:a16="http://schemas.microsoft.com/office/drawing/2014/main" id="{CCA8549E-52EC-6427-9CD6-A496A50F4601}"/>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38259" name="Group 33">
            <a:extLst>
              <a:ext uri="{FF2B5EF4-FFF2-40B4-BE49-F238E27FC236}">
                <a16:creationId xmlns:a16="http://schemas.microsoft.com/office/drawing/2014/main" id="{CCCC32FA-E601-48F6-CAC7-DF6794C37E79}"/>
              </a:ext>
            </a:extLst>
          </p:cNvPr>
          <p:cNvGrpSpPr>
            <a:grpSpLocks/>
          </p:cNvGrpSpPr>
          <p:nvPr/>
        </p:nvGrpSpPr>
        <p:grpSpPr bwMode="auto">
          <a:xfrm rot="-5400000">
            <a:off x="2019300" y="4203700"/>
            <a:ext cx="520700" cy="152400"/>
            <a:chOff x="990" y="2694"/>
            <a:chExt cx="328" cy="96"/>
          </a:xfrm>
        </p:grpSpPr>
        <p:sp>
          <p:nvSpPr>
            <p:cNvPr id="328738" name="Oval 34">
              <a:extLst>
                <a:ext uri="{FF2B5EF4-FFF2-40B4-BE49-F238E27FC236}">
                  <a16:creationId xmlns:a16="http://schemas.microsoft.com/office/drawing/2014/main" id="{126E257D-480F-666A-3347-3D4361278597}"/>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28739" name="Oval 35">
              <a:extLst>
                <a:ext uri="{FF2B5EF4-FFF2-40B4-BE49-F238E27FC236}">
                  <a16:creationId xmlns:a16="http://schemas.microsoft.com/office/drawing/2014/main" id="{17E23961-1C3E-A51B-2A54-3F565268EFD1}"/>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38260" name="Group 36">
            <a:extLst>
              <a:ext uri="{FF2B5EF4-FFF2-40B4-BE49-F238E27FC236}">
                <a16:creationId xmlns:a16="http://schemas.microsoft.com/office/drawing/2014/main" id="{416D2008-2C05-7C54-CF61-A288EFBB4CFD}"/>
              </a:ext>
            </a:extLst>
          </p:cNvPr>
          <p:cNvGrpSpPr>
            <a:grpSpLocks/>
          </p:cNvGrpSpPr>
          <p:nvPr/>
        </p:nvGrpSpPr>
        <p:grpSpPr bwMode="auto">
          <a:xfrm>
            <a:off x="2538413" y="3617913"/>
            <a:ext cx="520700" cy="152400"/>
            <a:chOff x="990" y="2694"/>
            <a:chExt cx="328" cy="96"/>
          </a:xfrm>
        </p:grpSpPr>
        <p:sp>
          <p:nvSpPr>
            <p:cNvPr id="328741" name="Oval 37">
              <a:extLst>
                <a:ext uri="{FF2B5EF4-FFF2-40B4-BE49-F238E27FC236}">
                  <a16:creationId xmlns:a16="http://schemas.microsoft.com/office/drawing/2014/main" id="{B2761273-A23F-FAE8-48F0-13417034B09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28742" name="Oval 38">
              <a:extLst>
                <a:ext uri="{FF2B5EF4-FFF2-40B4-BE49-F238E27FC236}">
                  <a16:creationId xmlns:a16="http://schemas.microsoft.com/office/drawing/2014/main" id="{CA94DC2D-D0CD-A60B-A21B-1303C90C2B3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28743" name="Text Box 39">
            <a:extLst>
              <a:ext uri="{FF2B5EF4-FFF2-40B4-BE49-F238E27FC236}">
                <a16:creationId xmlns:a16="http://schemas.microsoft.com/office/drawing/2014/main" id="{7EA244AB-F4FE-EB94-61FC-E99D7B87768D}"/>
              </a:ext>
            </a:extLst>
          </p:cNvPr>
          <p:cNvSpPr txBox="1">
            <a:spLocks noChangeArrowheads="1"/>
          </p:cNvSpPr>
          <p:nvPr/>
        </p:nvSpPr>
        <p:spPr bwMode="auto">
          <a:xfrm>
            <a:off x="384175" y="5732463"/>
            <a:ext cx="1370013"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24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a:extLst>
              <a:ext uri="{FF2B5EF4-FFF2-40B4-BE49-F238E27FC236}">
                <a16:creationId xmlns:a16="http://schemas.microsoft.com/office/drawing/2014/main" id="{20152B46-54D0-2EB9-9F4F-9445C190E27A}"/>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2: Carbonate Ion</a:t>
            </a:r>
          </a:p>
        </p:txBody>
      </p:sp>
      <p:sp>
        <p:nvSpPr>
          <p:cNvPr id="333827" name="Rectangle 3">
            <a:extLst>
              <a:ext uri="{FF2B5EF4-FFF2-40B4-BE49-F238E27FC236}">
                <a16:creationId xmlns:a16="http://schemas.microsoft.com/office/drawing/2014/main" id="{3618C6ED-ECD9-B19A-C8E1-914EE9002A77}"/>
              </a:ext>
            </a:extLst>
          </p:cNvPr>
          <p:cNvSpPr>
            <a:spLocks noChangeArrowheads="1"/>
          </p:cNvSpPr>
          <p:nvPr/>
        </p:nvSpPr>
        <p:spPr bwMode="auto">
          <a:xfrm>
            <a:off x="1273175" y="1735138"/>
            <a:ext cx="5356225"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2.  Connect the skeleton with single bonds</a:t>
            </a:r>
          </a:p>
        </p:txBody>
      </p:sp>
      <p:sp>
        <p:nvSpPr>
          <p:cNvPr id="333828" name="Text Box 4">
            <a:extLst>
              <a:ext uri="{FF2B5EF4-FFF2-40B4-BE49-F238E27FC236}">
                <a16:creationId xmlns:a16="http://schemas.microsoft.com/office/drawing/2014/main" id="{ECCE628F-FB06-F1E8-0E46-05E568C5121E}"/>
              </a:ext>
            </a:extLst>
          </p:cNvPr>
          <p:cNvSpPr txBox="1">
            <a:spLocks noChangeArrowheads="1"/>
          </p:cNvSpPr>
          <p:nvPr/>
        </p:nvSpPr>
        <p:spPr bwMode="auto">
          <a:xfrm>
            <a:off x="3659188" y="37941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C</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3829" name="Text Box 5">
            <a:extLst>
              <a:ext uri="{FF2B5EF4-FFF2-40B4-BE49-F238E27FC236}">
                <a16:creationId xmlns:a16="http://schemas.microsoft.com/office/drawing/2014/main" id="{C6E6823C-5B01-466B-A321-11824641A12C}"/>
              </a:ext>
            </a:extLst>
          </p:cNvPr>
          <p:cNvSpPr txBox="1">
            <a:spLocks noChangeArrowheads="1"/>
          </p:cNvSpPr>
          <p:nvPr/>
        </p:nvSpPr>
        <p:spPr bwMode="auto">
          <a:xfrm>
            <a:off x="2257425" y="37798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3830" name="Text Box 6">
            <a:extLst>
              <a:ext uri="{FF2B5EF4-FFF2-40B4-BE49-F238E27FC236}">
                <a16:creationId xmlns:a16="http://schemas.microsoft.com/office/drawing/2014/main" id="{503780F1-06C4-50F2-0BD4-2FC5E6EDD6E4}"/>
              </a:ext>
            </a:extLst>
          </p:cNvPr>
          <p:cNvSpPr txBox="1">
            <a:spLocks noChangeArrowheads="1"/>
          </p:cNvSpPr>
          <p:nvPr/>
        </p:nvSpPr>
        <p:spPr bwMode="auto">
          <a:xfrm>
            <a:off x="4949825" y="379888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3831" name="Line 7">
            <a:extLst>
              <a:ext uri="{FF2B5EF4-FFF2-40B4-BE49-F238E27FC236}">
                <a16:creationId xmlns:a16="http://schemas.microsoft.com/office/drawing/2014/main" id="{E82C1536-DBAD-EFC7-6241-F2B1A98BB3E6}"/>
              </a:ext>
            </a:extLst>
          </p:cNvPr>
          <p:cNvSpPr>
            <a:spLocks noChangeShapeType="1"/>
          </p:cNvSpPr>
          <p:nvPr/>
        </p:nvSpPr>
        <p:spPr bwMode="auto">
          <a:xfrm>
            <a:off x="3309938" y="4295775"/>
            <a:ext cx="433387"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3832" name="Line 8">
            <a:extLst>
              <a:ext uri="{FF2B5EF4-FFF2-40B4-BE49-F238E27FC236}">
                <a16:creationId xmlns:a16="http://schemas.microsoft.com/office/drawing/2014/main" id="{C8848416-54D7-B2FF-7A4E-CFB42791370B}"/>
              </a:ext>
            </a:extLst>
          </p:cNvPr>
          <p:cNvSpPr>
            <a:spLocks noChangeShapeType="1"/>
          </p:cNvSpPr>
          <p:nvPr/>
        </p:nvSpPr>
        <p:spPr bwMode="auto">
          <a:xfrm>
            <a:off x="4632325" y="4297363"/>
            <a:ext cx="434975"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3833" name="Text Box 9">
            <a:extLst>
              <a:ext uri="{FF2B5EF4-FFF2-40B4-BE49-F238E27FC236}">
                <a16:creationId xmlns:a16="http://schemas.microsoft.com/office/drawing/2014/main" id="{A64B6F1D-C3AF-5189-6DFC-09618BA21A38}"/>
              </a:ext>
            </a:extLst>
          </p:cNvPr>
          <p:cNvSpPr txBox="1">
            <a:spLocks noChangeArrowheads="1"/>
          </p:cNvSpPr>
          <p:nvPr/>
        </p:nvSpPr>
        <p:spPr bwMode="auto">
          <a:xfrm>
            <a:off x="3681413" y="24796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3834" name="Line 10">
            <a:extLst>
              <a:ext uri="{FF2B5EF4-FFF2-40B4-BE49-F238E27FC236}">
                <a16:creationId xmlns:a16="http://schemas.microsoft.com/office/drawing/2014/main" id="{42D3E133-81DC-E41B-4AF9-56B80DE01563}"/>
              </a:ext>
            </a:extLst>
          </p:cNvPr>
          <p:cNvSpPr>
            <a:spLocks noChangeShapeType="1"/>
          </p:cNvSpPr>
          <p:nvPr/>
        </p:nvSpPr>
        <p:spPr bwMode="auto">
          <a:xfrm flipV="1">
            <a:off x="4227513" y="3476625"/>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3835" name="Rectangle 11">
            <a:extLst>
              <a:ext uri="{FF2B5EF4-FFF2-40B4-BE49-F238E27FC236}">
                <a16:creationId xmlns:a16="http://schemas.microsoft.com/office/drawing/2014/main" id="{06C62A6D-B3B3-3AAA-DAD3-AB9CD34E7409}"/>
              </a:ext>
            </a:extLst>
          </p:cNvPr>
          <p:cNvSpPr>
            <a:spLocks noChangeArrowheads="1"/>
          </p:cNvSpPr>
          <p:nvPr/>
        </p:nvSpPr>
        <p:spPr bwMode="auto">
          <a:xfrm>
            <a:off x="1273175" y="1735138"/>
            <a:ext cx="6732588"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3a.  Check to see how many e</a:t>
            </a:r>
            <a:r>
              <a:rPr lang="en-US" baseline="30000">
                <a:solidFill>
                  <a:srgbClr val="FFFFFF"/>
                </a:solidFill>
                <a:effectLst>
                  <a:outerShdw blurRad="38100" dist="38100" dir="2700000" algn="tl">
                    <a:srgbClr val="000000"/>
                  </a:outerShdw>
                </a:effectLst>
                <a:latin typeface="Times New Roman" pitchFamily="18" charset="0"/>
                <a:ea typeface="+mn-ea"/>
              </a:rPr>
              <a:t>-</a:t>
            </a:r>
            <a:r>
              <a:rPr lang="en-US">
                <a:solidFill>
                  <a:srgbClr val="FFFFFF"/>
                </a:solidFill>
                <a:effectLst>
                  <a:outerShdw blurRad="38100" dist="38100" dir="2700000" algn="tl">
                    <a:srgbClr val="000000"/>
                  </a:outerShdw>
                </a:effectLst>
                <a:latin typeface="Times New Roman" pitchFamily="18" charset="0"/>
                <a:ea typeface="+mn-ea"/>
              </a:rPr>
              <a:t>’s are left and all octets</a:t>
            </a:r>
          </a:p>
        </p:txBody>
      </p:sp>
      <p:grpSp>
        <p:nvGrpSpPr>
          <p:cNvPr id="140300" name="Group 12">
            <a:extLst>
              <a:ext uri="{FF2B5EF4-FFF2-40B4-BE49-F238E27FC236}">
                <a16:creationId xmlns:a16="http://schemas.microsoft.com/office/drawing/2014/main" id="{E98E55B2-9A8F-5E2C-BD62-6DEA5FD1ED96}"/>
              </a:ext>
            </a:extLst>
          </p:cNvPr>
          <p:cNvGrpSpPr>
            <a:grpSpLocks/>
          </p:cNvGrpSpPr>
          <p:nvPr/>
        </p:nvGrpSpPr>
        <p:grpSpPr bwMode="auto">
          <a:xfrm>
            <a:off x="3952875" y="2411413"/>
            <a:ext cx="520700" cy="152400"/>
            <a:chOff x="990" y="2694"/>
            <a:chExt cx="328" cy="96"/>
          </a:xfrm>
        </p:grpSpPr>
        <p:sp>
          <p:nvSpPr>
            <p:cNvPr id="333837" name="Oval 13">
              <a:extLst>
                <a:ext uri="{FF2B5EF4-FFF2-40B4-BE49-F238E27FC236}">
                  <a16:creationId xmlns:a16="http://schemas.microsoft.com/office/drawing/2014/main" id="{6B9A49DE-57B3-1AAE-1C7E-CFF5B83F6544}"/>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3838" name="Oval 14">
              <a:extLst>
                <a:ext uri="{FF2B5EF4-FFF2-40B4-BE49-F238E27FC236}">
                  <a16:creationId xmlns:a16="http://schemas.microsoft.com/office/drawing/2014/main" id="{8A0FC1ED-03FA-C87E-C283-D139A172167C}"/>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0301" name="Group 15">
            <a:extLst>
              <a:ext uri="{FF2B5EF4-FFF2-40B4-BE49-F238E27FC236}">
                <a16:creationId xmlns:a16="http://schemas.microsoft.com/office/drawing/2014/main" id="{44002CED-F1C7-287C-BA90-B6635616C315}"/>
              </a:ext>
            </a:extLst>
          </p:cNvPr>
          <p:cNvGrpSpPr>
            <a:grpSpLocks/>
          </p:cNvGrpSpPr>
          <p:nvPr/>
        </p:nvGrpSpPr>
        <p:grpSpPr bwMode="auto">
          <a:xfrm>
            <a:off x="5224463" y="4816475"/>
            <a:ext cx="520700" cy="152400"/>
            <a:chOff x="990" y="2694"/>
            <a:chExt cx="328" cy="96"/>
          </a:xfrm>
        </p:grpSpPr>
        <p:sp>
          <p:nvSpPr>
            <p:cNvPr id="333840" name="Oval 16">
              <a:extLst>
                <a:ext uri="{FF2B5EF4-FFF2-40B4-BE49-F238E27FC236}">
                  <a16:creationId xmlns:a16="http://schemas.microsoft.com/office/drawing/2014/main" id="{BF7DAC38-47A8-B8EE-0E02-1410A00E0EB8}"/>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3841" name="Oval 17">
              <a:extLst>
                <a:ext uri="{FF2B5EF4-FFF2-40B4-BE49-F238E27FC236}">
                  <a16:creationId xmlns:a16="http://schemas.microsoft.com/office/drawing/2014/main" id="{DCDC22E9-512B-CAC3-B4A7-30DDBFDAEA3A}"/>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0302" name="Group 18">
            <a:extLst>
              <a:ext uri="{FF2B5EF4-FFF2-40B4-BE49-F238E27FC236}">
                <a16:creationId xmlns:a16="http://schemas.microsoft.com/office/drawing/2014/main" id="{0E53D391-A30A-587A-213F-984D0363CFEE}"/>
              </a:ext>
            </a:extLst>
          </p:cNvPr>
          <p:cNvGrpSpPr>
            <a:grpSpLocks/>
          </p:cNvGrpSpPr>
          <p:nvPr/>
        </p:nvGrpSpPr>
        <p:grpSpPr bwMode="auto">
          <a:xfrm rot="-5400000">
            <a:off x="5822950" y="4295775"/>
            <a:ext cx="520700" cy="152400"/>
            <a:chOff x="990" y="2694"/>
            <a:chExt cx="328" cy="96"/>
          </a:xfrm>
        </p:grpSpPr>
        <p:sp>
          <p:nvSpPr>
            <p:cNvPr id="333843" name="Oval 19">
              <a:extLst>
                <a:ext uri="{FF2B5EF4-FFF2-40B4-BE49-F238E27FC236}">
                  <a16:creationId xmlns:a16="http://schemas.microsoft.com/office/drawing/2014/main" id="{224314B6-3003-EAF3-56CE-C5DED6B8BDAF}"/>
                </a:ext>
              </a:extLst>
            </p:cNvPr>
            <p:cNvSpPr>
              <a:spLocks noChangeArrowheads="1"/>
            </p:cNvSpPr>
            <p:nvPr/>
          </p:nvSpPr>
          <p:spPr bwMode="auto">
            <a:xfrm>
              <a:off x="990" y="265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3844" name="Oval 20">
              <a:extLst>
                <a:ext uri="{FF2B5EF4-FFF2-40B4-BE49-F238E27FC236}">
                  <a16:creationId xmlns:a16="http://schemas.microsoft.com/office/drawing/2014/main" id="{31DCDF78-7D7B-F0C0-42EA-87C4E20155E2}"/>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0303" name="Group 21">
            <a:extLst>
              <a:ext uri="{FF2B5EF4-FFF2-40B4-BE49-F238E27FC236}">
                <a16:creationId xmlns:a16="http://schemas.microsoft.com/office/drawing/2014/main" id="{CB6BD983-5CB5-3FCB-2B3F-FB26956BF9EC}"/>
              </a:ext>
            </a:extLst>
          </p:cNvPr>
          <p:cNvGrpSpPr>
            <a:grpSpLocks/>
          </p:cNvGrpSpPr>
          <p:nvPr/>
        </p:nvGrpSpPr>
        <p:grpSpPr bwMode="auto">
          <a:xfrm>
            <a:off x="5226050" y="3698875"/>
            <a:ext cx="520700" cy="152400"/>
            <a:chOff x="990" y="2694"/>
            <a:chExt cx="328" cy="96"/>
          </a:xfrm>
        </p:grpSpPr>
        <p:sp>
          <p:nvSpPr>
            <p:cNvPr id="333846" name="Oval 22">
              <a:extLst>
                <a:ext uri="{FF2B5EF4-FFF2-40B4-BE49-F238E27FC236}">
                  <a16:creationId xmlns:a16="http://schemas.microsoft.com/office/drawing/2014/main" id="{5286745F-D7EC-FC83-014D-36F5E97A0CEB}"/>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3847" name="Oval 23">
              <a:extLst>
                <a:ext uri="{FF2B5EF4-FFF2-40B4-BE49-F238E27FC236}">
                  <a16:creationId xmlns:a16="http://schemas.microsoft.com/office/drawing/2014/main" id="{F9328A87-7120-F25A-8464-CB07D2F8033F}"/>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0304" name="Group 24">
            <a:extLst>
              <a:ext uri="{FF2B5EF4-FFF2-40B4-BE49-F238E27FC236}">
                <a16:creationId xmlns:a16="http://schemas.microsoft.com/office/drawing/2014/main" id="{2B96BD44-700A-6816-C3FE-AB3AD9F1F5C2}"/>
              </a:ext>
            </a:extLst>
          </p:cNvPr>
          <p:cNvGrpSpPr>
            <a:grpSpLocks/>
          </p:cNvGrpSpPr>
          <p:nvPr/>
        </p:nvGrpSpPr>
        <p:grpSpPr bwMode="auto">
          <a:xfrm>
            <a:off x="2519363" y="4751388"/>
            <a:ext cx="520700" cy="152400"/>
            <a:chOff x="990" y="2694"/>
            <a:chExt cx="328" cy="96"/>
          </a:xfrm>
        </p:grpSpPr>
        <p:sp>
          <p:nvSpPr>
            <p:cNvPr id="333849" name="Oval 25">
              <a:extLst>
                <a:ext uri="{FF2B5EF4-FFF2-40B4-BE49-F238E27FC236}">
                  <a16:creationId xmlns:a16="http://schemas.microsoft.com/office/drawing/2014/main" id="{9B7E9C3C-55EA-D361-6B5C-77345BB22F25}"/>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3850" name="Oval 26">
              <a:extLst>
                <a:ext uri="{FF2B5EF4-FFF2-40B4-BE49-F238E27FC236}">
                  <a16:creationId xmlns:a16="http://schemas.microsoft.com/office/drawing/2014/main" id="{A846DF82-0156-3886-B262-D44763F34458}"/>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0305" name="Group 27">
            <a:extLst>
              <a:ext uri="{FF2B5EF4-FFF2-40B4-BE49-F238E27FC236}">
                <a16:creationId xmlns:a16="http://schemas.microsoft.com/office/drawing/2014/main" id="{D8907D78-338F-5A47-910C-1AD48007E65D}"/>
              </a:ext>
            </a:extLst>
          </p:cNvPr>
          <p:cNvGrpSpPr>
            <a:grpSpLocks/>
          </p:cNvGrpSpPr>
          <p:nvPr/>
        </p:nvGrpSpPr>
        <p:grpSpPr bwMode="auto">
          <a:xfrm rot="-5400000">
            <a:off x="4487863" y="2927350"/>
            <a:ext cx="520700" cy="152400"/>
            <a:chOff x="990" y="2694"/>
            <a:chExt cx="328" cy="96"/>
          </a:xfrm>
        </p:grpSpPr>
        <p:sp>
          <p:nvSpPr>
            <p:cNvPr id="333852" name="Oval 28">
              <a:extLst>
                <a:ext uri="{FF2B5EF4-FFF2-40B4-BE49-F238E27FC236}">
                  <a16:creationId xmlns:a16="http://schemas.microsoft.com/office/drawing/2014/main" id="{E526C562-FCBF-901E-5127-7733DF5A4A82}"/>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3853" name="Oval 29">
              <a:extLst>
                <a:ext uri="{FF2B5EF4-FFF2-40B4-BE49-F238E27FC236}">
                  <a16:creationId xmlns:a16="http://schemas.microsoft.com/office/drawing/2014/main" id="{FB6EB6C6-1691-B383-F294-B09B33FB16B1}"/>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0306" name="Group 30">
            <a:extLst>
              <a:ext uri="{FF2B5EF4-FFF2-40B4-BE49-F238E27FC236}">
                <a16:creationId xmlns:a16="http://schemas.microsoft.com/office/drawing/2014/main" id="{565E35E9-D8DF-FFD7-063D-1F3CE0668CEA}"/>
              </a:ext>
            </a:extLst>
          </p:cNvPr>
          <p:cNvGrpSpPr>
            <a:grpSpLocks/>
          </p:cNvGrpSpPr>
          <p:nvPr/>
        </p:nvGrpSpPr>
        <p:grpSpPr bwMode="auto">
          <a:xfrm rot="-5400000">
            <a:off x="3436938" y="2963863"/>
            <a:ext cx="520700" cy="152400"/>
            <a:chOff x="990" y="2694"/>
            <a:chExt cx="328" cy="96"/>
          </a:xfrm>
        </p:grpSpPr>
        <p:sp>
          <p:nvSpPr>
            <p:cNvPr id="333855" name="Oval 31">
              <a:extLst>
                <a:ext uri="{FF2B5EF4-FFF2-40B4-BE49-F238E27FC236}">
                  <a16:creationId xmlns:a16="http://schemas.microsoft.com/office/drawing/2014/main" id="{83752E7D-0993-F87A-AEA4-34571569451C}"/>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3856" name="Oval 32">
              <a:extLst>
                <a:ext uri="{FF2B5EF4-FFF2-40B4-BE49-F238E27FC236}">
                  <a16:creationId xmlns:a16="http://schemas.microsoft.com/office/drawing/2014/main" id="{634DD150-4F7C-34AC-660A-DBAE2D8222A7}"/>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0307" name="Group 33">
            <a:extLst>
              <a:ext uri="{FF2B5EF4-FFF2-40B4-BE49-F238E27FC236}">
                <a16:creationId xmlns:a16="http://schemas.microsoft.com/office/drawing/2014/main" id="{CBD8FAF8-B2E3-88BC-D9AF-D2600EAB7EF6}"/>
              </a:ext>
            </a:extLst>
          </p:cNvPr>
          <p:cNvGrpSpPr>
            <a:grpSpLocks/>
          </p:cNvGrpSpPr>
          <p:nvPr/>
        </p:nvGrpSpPr>
        <p:grpSpPr bwMode="auto">
          <a:xfrm rot="-5400000">
            <a:off x="2019300" y="4203700"/>
            <a:ext cx="520700" cy="152400"/>
            <a:chOff x="990" y="2694"/>
            <a:chExt cx="328" cy="96"/>
          </a:xfrm>
        </p:grpSpPr>
        <p:sp>
          <p:nvSpPr>
            <p:cNvPr id="333858" name="Oval 34">
              <a:extLst>
                <a:ext uri="{FF2B5EF4-FFF2-40B4-BE49-F238E27FC236}">
                  <a16:creationId xmlns:a16="http://schemas.microsoft.com/office/drawing/2014/main" id="{CBD7F7ED-2B01-1D7F-0EED-8C36E44D4D89}"/>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3859" name="Oval 35">
              <a:extLst>
                <a:ext uri="{FF2B5EF4-FFF2-40B4-BE49-F238E27FC236}">
                  <a16:creationId xmlns:a16="http://schemas.microsoft.com/office/drawing/2014/main" id="{690F4A93-CACA-987C-EC58-27E4741713D0}"/>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0308" name="Group 36">
            <a:extLst>
              <a:ext uri="{FF2B5EF4-FFF2-40B4-BE49-F238E27FC236}">
                <a16:creationId xmlns:a16="http://schemas.microsoft.com/office/drawing/2014/main" id="{31B50DD1-E0CE-E546-2358-222A9F5B78AA}"/>
              </a:ext>
            </a:extLst>
          </p:cNvPr>
          <p:cNvGrpSpPr>
            <a:grpSpLocks/>
          </p:cNvGrpSpPr>
          <p:nvPr/>
        </p:nvGrpSpPr>
        <p:grpSpPr bwMode="auto">
          <a:xfrm>
            <a:off x="2538413" y="3617913"/>
            <a:ext cx="520700" cy="152400"/>
            <a:chOff x="990" y="2694"/>
            <a:chExt cx="328" cy="96"/>
          </a:xfrm>
        </p:grpSpPr>
        <p:sp>
          <p:nvSpPr>
            <p:cNvPr id="333861" name="Oval 37">
              <a:extLst>
                <a:ext uri="{FF2B5EF4-FFF2-40B4-BE49-F238E27FC236}">
                  <a16:creationId xmlns:a16="http://schemas.microsoft.com/office/drawing/2014/main" id="{E19863F8-AE1A-BDA2-ABFE-F4B0557FB584}"/>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3862" name="Oval 38">
              <a:extLst>
                <a:ext uri="{FF2B5EF4-FFF2-40B4-BE49-F238E27FC236}">
                  <a16:creationId xmlns:a16="http://schemas.microsoft.com/office/drawing/2014/main" id="{D6281DC1-8FAD-F764-104C-DDD06AE093DA}"/>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33863" name="Oval 39">
            <a:extLst>
              <a:ext uri="{FF2B5EF4-FFF2-40B4-BE49-F238E27FC236}">
                <a16:creationId xmlns:a16="http://schemas.microsoft.com/office/drawing/2014/main" id="{8B81AA5E-C22A-1C56-37E7-9CF2A1797D75}"/>
              </a:ext>
            </a:extLst>
          </p:cNvPr>
          <p:cNvSpPr>
            <a:spLocks noChangeArrowheads="1"/>
          </p:cNvSpPr>
          <p:nvPr/>
        </p:nvSpPr>
        <p:spPr bwMode="auto">
          <a:xfrm>
            <a:off x="3527425" y="3575050"/>
            <a:ext cx="1403350" cy="1538288"/>
          </a:xfrm>
          <a:prstGeom prst="ellipse">
            <a:avLst/>
          </a:prstGeom>
          <a:noFill/>
          <a:ln w="28575">
            <a:solidFill>
              <a:schemeClr val="accent2"/>
            </a:solidFill>
            <a:prstDash val="dash"/>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3864" name="Text Box 40">
            <a:extLst>
              <a:ext uri="{FF2B5EF4-FFF2-40B4-BE49-F238E27FC236}">
                <a16:creationId xmlns:a16="http://schemas.microsoft.com/office/drawing/2014/main" id="{0769A0D7-F5F8-7133-09D5-61734EA6FD3B}"/>
              </a:ext>
            </a:extLst>
          </p:cNvPr>
          <p:cNvSpPr txBox="1">
            <a:spLocks noChangeArrowheads="1"/>
          </p:cNvSpPr>
          <p:nvPr/>
        </p:nvSpPr>
        <p:spPr bwMode="auto">
          <a:xfrm>
            <a:off x="1470025" y="5381625"/>
            <a:ext cx="5983288" cy="519113"/>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FFFFF"/>
                </a:solidFill>
                <a:effectLst>
                  <a:outerShdw blurRad="38100" dist="38100" dir="2700000" algn="tl">
                    <a:srgbClr val="000000"/>
                  </a:outerShdw>
                </a:effectLst>
                <a:latin typeface="Times New Roman" pitchFamily="18" charset="0"/>
                <a:ea typeface="+mn-ea"/>
              </a:rPr>
              <a:t>24 e</a:t>
            </a:r>
            <a:r>
              <a:rPr lang="en-US" sz="2800" baseline="30000">
                <a:solidFill>
                  <a:srgbClr val="FFFFFF"/>
                </a:solidFill>
                <a:effectLst>
                  <a:outerShdw blurRad="38100" dist="38100" dir="2700000" algn="tl">
                    <a:srgbClr val="000000"/>
                  </a:outerShdw>
                </a:effectLst>
                <a:latin typeface="Times New Roman" pitchFamily="18" charset="0"/>
                <a:ea typeface="+mn-ea"/>
              </a:rPr>
              <a:t>-</a:t>
            </a:r>
            <a:r>
              <a:rPr lang="en-US" sz="2800">
                <a:solidFill>
                  <a:srgbClr val="FFFFFF"/>
                </a:solidFill>
                <a:effectLst>
                  <a:outerShdw blurRad="38100" dist="38100" dir="2700000" algn="tl">
                    <a:srgbClr val="000000"/>
                  </a:outerShdw>
                </a:effectLst>
                <a:latin typeface="Times New Roman" pitchFamily="18" charset="0"/>
                <a:ea typeface="+mn-ea"/>
              </a:rPr>
              <a:t>’s used, octet NOT okay</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3865" name="Text Box 41">
            <a:extLst>
              <a:ext uri="{FF2B5EF4-FFF2-40B4-BE49-F238E27FC236}">
                <a16:creationId xmlns:a16="http://schemas.microsoft.com/office/drawing/2014/main" id="{D2E389B4-99F5-1A57-0941-FAA298F11EEE}"/>
              </a:ext>
            </a:extLst>
          </p:cNvPr>
          <p:cNvSpPr txBox="1">
            <a:spLocks noChangeArrowheads="1"/>
          </p:cNvSpPr>
          <p:nvPr/>
        </p:nvSpPr>
        <p:spPr bwMode="auto">
          <a:xfrm>
            <a:off x="384175" y="5732463"/>
            <a:ext cx="1370013"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24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030F9E97-7167-E82D-28D2-0F271FAF67AE}"/>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2: Carbonate Ion</a:t>
            </a:r>
          </a:p>
        </p:txBody>
      </p:sp>
      <p:sp>
        <p:nvSpPr>
          <p:cNvPr id="334851" name="Rectangle 3">
            <a:extLst>
              <a:ext uri="{FF2B5EF4-FFF2-40B4-BE49-F238E27FC236}">
                <a16:creationId xmlns:a16="http://schemas.microsoft.com/office/drawing/2014/main" id="{03C16CBA-8712-D342-125D-2574154839CC}"/>
              </a:ext>
            </a:extLst>
          </p:cNvPr>
          <p:cNvSpPr>
            <a:spLocks noChangeArrowheads="1"/>
          </p:cNvSpPr>
          <p:nvPr/>
        </p:nvSpPr>
        <p:spPr bwMode="auto">
          <a:xfrm>
            <a:off x="1273175" y="1735138"/>
            <a:ext cx="5356225"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2.  Connect the skeleton with single bonds</a:t>
            </a:r>
          </a:p>
        </p:txBody>
      </p:sp>
      <p:sp>
        <p:nvSpPr>
          <p:cNvPr id="334852" name="Text Box 4">
            <a:extLst>
              <a:ext uri="{FF2B5EF4-FFF2-40B4-BE49-F238E27FC236}">
                <a16:creationId xmlns:a16="http://schemas.microsoft.com/office/drawing/2014/main" id="{106FC712-8AC1-B05A-A2B2-78B9363EACAB}"/>
              </a:ext>
            </a:extLst>
          </p:cNvPr>
          <p:cNvSpPr txBox="1">
            <a:spLocks noChangeArrowheads="1"/>
          </p:cNvSpPr>
          <p:nvPr/>
        </p:nvSpPr>
        <p:spPr bwMode="auto">
          <a:xfrm>
            <a:off x="3659188" y="37941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C</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4853" name="Text Box 5">
            <a:extLst>
              <a:ext uri="{FF2B5EF4-FFF2-40B4-BE49-F238E27FC236}">
                <a16:creationId xmlns:a16="http://schemas.microsoft.com/office/drawing/2014/main" id="{9F4C9B7A-40DD-6638-41AA-AB0842A5E02F}"/>
              </a:ext>
            </a:extLst>
          </p:cNvPr>
          <p:cNvSpPr txBox="1">
            <a:spLocks noChangeArrowheads="1"/>
          </p:cNvSpPr>
          <p:nvPr/>
        </p:nvSpPr>
        <p:spPr bwMode="auto">
          <a:xfrm>
            <a:off x="2257425" y="37798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4854" name="Text Box 6">
            <a:extLst>
              <a:ext uri="{FF2B5EF4-FFF2-40B4-BE49-F238E27FC236}">
                <a16:creationId xmlns:a16="http://schemas.microsoft.com/office/drawing/2014/main" id="{50557375-2082-4DA6-39D0-DD8E6ABD8D79}"/>
              </a:ext>
            </a:extLst>
          </p:cNvPr>
          <p:cNvSpPr txBox="1">
            <a:spLocks noChangeArrowheads="1"/>
          </p:cNvSpPr>
          <p:nvPr/>
        </p:nvSpPr>
        <p:spPr bwMode="auto">
          <a:xfrm>
            <a:off x="4949825" y="379888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4855" name="Line 7">
            <a:extLst>
              <a:ext uri="{FF2B5EF4-FFF2-40B4-BE49-F238E27FC236}">
                <a16:creationId xmlns:a16="http://schemas.microsoft.com/office/drawing/2014/main" id="{6FABF68A-9C82-2385-2AA7-8A8B8D823968}"/>
              </a:ext>
            </a:extLst>
          </p:cNvPr>
          <p:cNvSpPr>
            <a:spLocks noChangeShapeType="1"/>
          </p:cNvSpPr>
          <p:nvPr/>
        </p:nvSpPr>
        <p:spPr bwMode="auto">
          <a:xfrm>
            <a:off x="3309938" y="4295775"/>
            <a:ext cx="433387"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4856" name="Line 8">
            <a:extLst>
              <a:ext uri="{FF2B5EF4-FFF2-40B4-BE49-F238E27FC236}">
                <a16:creationId xmlns:a16="http://schemas.microsoft.com/office/drawing/2014/main" id="{9FCEBCE5-68D3-9F31-8858-C1050B9B74EB}"/>
              </a:ext>
            </a:extLst>
          </p:cNvPr>
          <p:cNvSpPr>
            <a:spLocks noChangeShapeType="1"/>
          </p:cNvSpPr>
          <p:nvPr/>
        </p:nvSpPr>
        <p:spPr bwMode="auto">
          <a:xfrm>
            <a:off x="4632325" y="4297363"/>
            <a:ext cx="434975"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4857" name="Text Box 9">
            <a:extLst>
              <a:ext uri="{FF2B5EF4-FFF2-40B4-BE49-F238E27FC236}">
                <a16:creationId xmlns:a16="http://schemas.microsoft.com/office/drawing/2014/main" id="{7A65CDA4-1261-9036-68AD-315E78C1E9B8}"/>
              </a:ext>
            </a:extLst>
          </p:cNvPr>
          <p:cNvSpPr txBox="1">
            <a:spLocks noChangeArrowheads="1"/>
          </p:cNvSpPr>
          <p:nvPr/>
        </p:nvSpPr>
        <p:spPr bwMode="auto">
          <a:xfrm>
            <a:off x="3681413" y="24796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4858" name="Line 10">
            <a:extLst>
              <a:ext uri="{FF2B5EF4-FFF2-40B4-BE49-F238E27FC236}">
                <a16:creationId xmlns:a16="http://schemas.microsoft.com/office/drawing/2014/main" id="{45CE39FA-0581-1B39-D955-680B0A076971}"/>
              </a:ext>
            </a:extLst>
          </p:cNvPr>
          <p:cNvSpPr>
            <a:spLocks noChangeShapeType="1"/>
          </p:cNvSpPr>
          <p:nvPr/>
        </p:nvSpPr>
        <p:spPr bwMode="auto">
          <a:xfrm flipV="1">
            <a:off x="4227513" y="3476625"/>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4859" name="Rectangle 11">
            <a:extLst>
              <a:ext uri="{FF2B5EF4-FFF2-40B4-BE49-F238E27FC236}">
                <a16:creationId xmlns:a16="http://schemas.microsoft.com/office/drawing/2014/main" id="{B71488E3-438A-1721-C89A-A6EFF4869007}"/>
              </a:ext>
            </a:extLst>
          </p:cNvPr>
          <p:cNvSpPr>
            <a:spLocks noChangeArrowheads="1"/>
          </p:cNvSpPr>
          <p:nvPr/>
        </p:nvSpPr>
        <p:spPr bwMode="auto">
          <a:xfrm>
            <a:off x="1273175" y="1735138"/>
            <a:ext cx="6732588"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3a.  Check to see how many e</a:t>
            </a:r>
            <a:r>
              <a:rPr lang="en-US" baseline="30000">
                <a:solidFill>
                  <a:srgbClr val="FFFFFF"/>
                </a:solidFill>
                <a:effectLst>
                  <a:outerShdw blurRad="38100" dist="38100" dir="2700000" algn="tl">
                    <a:srgbClr val="000000"/>
                  </a:outerShdw>
                </a:effectLst>
                <a:latin typeface="Times New Roman" pitchFamily="18" charset="0"/>
                <a:ea typeface="+mn-ea"/>
              </a:rPr>
              <a:t>-</a:t>
            </a:r>
            <a:r>
              <a:rPr lang="en-US">
                <a:solidFill>
                  <a:srgbClr val="FFFFFF"/>
                </a:solidFill>
                <a:effectLst>
                  <a:outerShdw blurRad="38100" dist="38100" dir="2700000" algn="tl">
                    <a:srgbClr val="000000"/>
                  </a:outerShdw>
                </a:effectLst>
                <a:latin typeface="Times New Roman" pitchFamily="18" charset="0"/>
                <a:ea typeface="+mn-ea"/>
              </a:rPr>
              <a:t>’s are left and all octets</a:t>
            </a:r>
          </a:p>
        </p:txBody>
      </p:sp>
      <p:grpSp>
        <p:nvGrpSpPr>
          <p:cNvPr id="142348" name="Group 12">
            <a:extLst>
              <a:ext uri="{FF2B5EF4-FFF2-40B4-BE49-F238E27FC236}">
                <a16:creationId xmlns:a16="http://schemas.microsoft.com/office/drawing/2014/main" id="{5B1C2E0A-AB74-3453-E773-FFCC39253379}"/>
              </a:ext>
            </a:extLst>
          </p:cNvPr>
          <p:cNvGrpSpPr>
            <a:grpSpLocks/>
          </p:cNvGrpSpPr>
          <p:nvPr/>
        </p:nvGrpSpPr>
        <p:grpSpPr bwMode="auto">
          <a:xfrm>
            <a:off x="3952875" y="2411413"/>
            <a:ext cx="520700" cy="152400"/>
            <a:chOff x="990" y="2694"/>
            <a:chExt cx="328" cy="96"/>
          </a:xfrm>
        </p:grpSpPr>
        <p:sp>
          <p:nvSpPr>
            <p:cNvPr id="334861" name="Oval 13">
              <a:extLst>
                <a:ext uri="{FF2B5EF4-FFF2-40B4-BE49-F238E27FC236}">
                  <a16:creationId xmlns:a16="http://schemas.microsoft.com/office/drawing/2014/main" id="{0D8F649E-693B-64BB-EFD7-7EAD04B71AE5}"/>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4862" name="Oval 14">
              <a:extLst>
                <a:ext uri="{FF2B5EF4-FFF2-40B4-BE49-F238E27FC236}">
                  <a16:creationId xmlns:a16="http://schemas.microsoft.com/office/drawing/2014/main" id="{EE1EE780-E3CA-A517-A397-BBF937FDE6F4}"/>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2349" name="Group 15">
            <a:extLst>
              <a:ext uri="{FF2B5EF4-FFF2-40B4-BE49-F238E27FC236}">
                <a16:creationId xmlns:a16="http://schemas.microsoft.com/office/drawing/2014/main" id="{7CB070F0-0E74-BE42-E9DE-B773CDB25941}"/>
              </a:ext>
            </a:extLst>
          </p:cNvPr>
          <p:cNvGrpSpPr>
            <a:grpSpLocks/>
          </p:cNvGrpSpPr>
          <p:nvPr/>
        </p:nvGrpSpPr>
        <p:grpSpPr bwMode="auto">
          <a:xfrm>
            <a:off x="5224463" y="4816475"/>
            <a:ext cx="520700" cy="152400"/>
            <a:chOff x="990" y="2694"/>
            <a:chExt cx="328" cy="96"/>
          </a:xfrm>
        </p:grpSpPr>
        <p:sp>
          <p:nvSpPr>
            <p:cNvPr id="334864" name="Oval 16">
              <a:extLst>
                <a:ext uri="{FF2B5EF4-FFF2-40B4-BE49-F238E27FC236}">
                  <a16:creationId xmlns:a16="http://schemas.microsoft.com/office/drawing/2014/main" id="{1C243B6E-8091-3828-D58F-1D9C04D55C94}"/>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4865" name="Oval 17">
              <a:extLst>
                <a:ext uri="{FF2B5EF4-FFF2-40B4-BE49-F238E27FC236}">
                  <a16:creationId xmlns:a16="http://schemas.microsoft.com/office/drawing/2014/main" id="{2F1A1DC4-189D-B535-5103-2A5DEBDFB11A}"/>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2350" name="Group 18">
            <a:extLst>
              <a:ext uri="{FF2B5EF4-FFF2-40B4-BE49-F238E27FC236}">
                <a16:creationId xmlns:a16="http://schemas.microsoft.com/office/drawing/2014/main" id="{7C2A15B5-67C1-8AF2-009D-3A75E3D3E6EF}"/>
              </a:ext>
            </a:extLst>
          </p:cNvPr>
          <p:cNvGrpSpPr>
            <a:grpSpLocks/>
          </p:cNvGrpSpPr>
          <p:nvPr/>
        </p:nvGrpSpPr>
        <p:grpSpPr bwMode="auto">
          <a:xfrm rot="-5400000">
            <a:off x="5822950" y="4295775"/>
            <a:ext cx="520700" cy="152400"/>
            <a:chOff x="990" y="2694"/>
            <a:chExt cx="328" cy="96"/>
          </a:xfrm>
        </p:grpSpPr>
        <p:sp>
          <p:nvSpPr>
            <p:cNvPr id="334867" name="Oval 19">
              <a:extLst>
                <a:ext uri="{FF2B5EF4-FFF2-40B4-BE49-F238E27FC236}">
                  <a16:creationId xmlns:a16="http://schemas.microsoft.com/office/drawing/2014/main" id="{1683BCF8-DFFD-25B0-1139-3312C02A3A88}"/>
                </a:ext>
              </a:extLst>
            </p:cNvPr>
            <p:cNvSpPr>
              <a:spLocks noChangeArrowheads="1"/>
            </p:cNvSpPr>
            <p:nvPr/>
          </p:nvSpPr>
          <p:spPr bwMode="auto">
            <a:xfrm>
              <a:off x="990" y="265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4868" name="Oval 20">
              <a:extLst>
                <a:ext uri="{FF2B5EF4-FFF2-40B4-BE49-F238E27FC236}">
                  <a16:creationId xmlns:a16="http://schemas.microsoft.com/office/drawing/2014/main" id="{C57EF484-5231-DFBF-D492-0FF486CEB4C4}"/>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2351" name="Group 21">
            <a:extLst>
              <a:ext uri="{FF2B5EF4-FFF2-40B4-BE49-F238E27FC236}">
                <a16:creationId xmlns:a16="http://schemas.microsoft.com/office/drawing/2014/main" id="{9E86004E-2513-EC52-747A-A8075CCE0D80}"/>
              </a:ext>
            </a:extLst>
          </p:cNvPr>
          <p:cNvGrpSpPr>
            <a:grpSpLocks/>
          </p:cNvGrpSpPr>
          <p:nvPr/>
        </p:nvGrpSpPr>
        <p:grpSpPr bwMode="auto">
          <a:xfrm>
            <a:off x="5226050" y="3698875"/>
            <a:ext cx="520700" cy="152400"/>
            <a:chOff x="990" y="2694"/>
            <a:chExt cx="328" cy="96"/>
          </a:xfrm>
        </p:grpSpPr>
        <p:sp>
          <p:nvSpPr>
            <p:cNvPr id="334870" name="Oval 22">
              <a:extLst>
                <a:ext uri="{FF2B5EF4-FFF2-40B4-BE49-F238E27FC236}">
                  <a16:creationId xmlns:a16="http://schemas.microsoft.com/office/drawing/2014/main" id="{A53DD7EA-A218-9E45-17E5-70B8FA5E39A8}"/>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4871" name="Oval 23">
              <a:extLst>
                <a:ext uri="{FF2B5EF4-FFF2-40B4-BE49-F238E27FC236}">
                  <a16:creationId xmlns:a16="http://schemas.microsoft.com/office/drawing/2014/main" id="{5EB34ED1-EA50-45D7-2060-ED41720AA7EF}"/>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2352" name="Group 24">
            <a:extLst>
              <a:ext uri="{FF2B5EF4-FFF2-40B4-BE49-F238E27FC236}">
                <a16:creationId xmlns:a16="http://schemas.microsoft.com/office/drawing/2014/main" id="{CAA672DA-BB9E-BDF0-367F-85ED4B1B21C5}"/>
              </a:ext>
            </a:extLst>
          </p:cNvPr>
          <p:cNvGrpSpPr>
            <a:grpSpLocks/>
          </p:cNvGrpSpPr>
          <p:nvPr/>
        </p:nvGrpSpPr>
        <p:grpSpPr bwMode="auto">
          <a:xfrm>
            <a:off x="2519363" y="4751388"/>
            <a:ext cx="520700" cy="152400"/>
            <a:chOff x="990" y="2694"/>
            <a:chExt cx="328" cy="96"/>
          </a:xfrm>
        </p:grpSpPr>
        <p:sp>
          <p:nvSpPr>
            <p:cNvPr id="334873" name="Oval 25">
              <a:extLst>
                <a:ext uri="{FF2B5EF4-FFF2-40B4-BE49-F238E27FC236}">
                  <a16:creationId xmlns:a16="http://schemas.microsoft.com/office/drawing/2014/main" id="{3FDA635D-FB33-81A9-1784-5C1F434682D5}"/>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4874" name="Oval 26">
              <a:extLst>
                <a:ext uri="{FF2B5EF4-FFF2-40B4-BE49-F238E27FC236}">
                  <a16:creationId xmlns:a16="http://schemas.microsoft.com/office/drawing/2014/main" id="{DB08D395-1855-8116-E68D-9DE42676EF1F}"/>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2353" name="Group 27">
            <a:extLst>
              <a:ext uri="{FF2B5EF4-FFF2-40B4-BE49-F238E27FC236}">
                <a16:creationId xmlns:a16="http://schemas.microsoft.com/office/drawing/2014/main" id="{7A74F8CE-2247-2CFD-2145-0CFE3E6CF0D5}"/>
              </a:ext>
            </a:extLst>
          </p:cNvPr>
          <p:cNvGrpSpPr>
            <a:grpSpLocks/>
          </p:cNvGrpSpPr>
          <p:nvPr/>
        </p:nvGrpSpPr>
        <p:grpSpPr bwMode="auto">
          <a:xfrm rot="-5400000">
            <a:off x="4487863" y="2927350"/>
            <a:ext cx="520700" cy="152400"/>
            <a:chOff x="990" y="2694"/>
            <a:chExt cx="328" cy="96"/>
          </a:xfrm>
        </p:grpSpPr>
        <p:sp>
          <p:nvSpPr>
            <p:cNvPr id="334876" name="Oval 28">
              <a:extLst>
                <a:ext uri="{FF2B5EF4-FFF2-40B4-BE49-F238E27FC236}">
                  <a16:creationId xmlns:a16="http://schemas.microsoft.com/office/drawing/2014/main" id="{5FEFB613-105E-B3DA-2782-6786E40E6033}"/>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4877" name="Oval 29">
              <a:extLst>
                <a:ext uri="{FF2B5EF4-FFF2-40B4-BE49-F238E27FC236}">
                  <a16:creationId xmlns:a16="http://schemas.microsoft.com/office/drawing/2014/main" id="{2E8E834A-C545-4B77-8807-3F8E96023A83}"/>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2354" name="Group 30">
            <a:extLst>
              <a:ext uri="{FF2B5EF4-FFF2-40B4-BE49-F238E27FC236}">
                <a16:creationId xmlns:a16="http://schemas.microsoft.com/office/drawing/2014/main" id="{96898FEA-0C66-CAF6-5F22-CB4FECFF6865}"/>
              </a:ext>
            </a:extLst>
          </p:cNvPr>
          <p:cNvGrpSpPr>
            <a:grpSpLocks/>
          </p:cNvGrpSpPr>
          <p:nvPr/>
        </p:nvGrpSpPr>
        <p:grpSpPr bwMode="auto">
          <a:xfrm rot="-5400000">
            <a:off x="3436938" y="2963863"/>
            <a:ext cx="520700" cy="152400"/>
            <a:chOff x="990" y="2694"/>
            <a:chExt cx="328" cy="96"/>
          </a:xfrm>
        </p:grpSpPr>
        <p:sp>
          <p:nvSpPr>
            <p:cNvPr id="334879" name="Oval 31">
              <a:extLst>
                <a:ext uri="{FF2B5EF4-FFF2-40B4-BE49-F238E27FC236}">
                  <a16:creationId xmlns:a16="http://schemas.microsoft.com/office/drawing/2014/main" id="{E4034753-6286-862B-3C69-BA5D4BE6829F}"/>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4880" name="Oval 32">
              <a:extLst>
                <a:ext uri="{FF2B5EF4-FFF2-40B4-BE49-F238E27FC236}">
                  <a16:creationId xmlns:a16="http://schemas.microsoft.com/office/drawing/2014/main" id="{992B801B-277D-FDC9-1E0A-4E7E292736D0}"/>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2355" name="Group 33">
            <a:extLst>
              <a:ext uri="{FF2B5EF4-FFF2-40B4-BE49-F238E27FC236}">
                <a16:creationId xmlns:a16="http://schemas.microsoft.com/office/drawing/2014/main" id="{F14ACBE3-0A12-1509-78B0-2B16F5B71286}"/>
              </a:ext>
            </a:extLst>
          </p:cNvPr>
          <p:cNvGrpSpPr>
            <a:grpSpLocks/>
          </p:cNvGrpSpPr>
          <p:nvPr/>
        </p:nvGrpSpPr>
        <p:grpSpPr bwMode="auto">
          <a:xfrm rot="-5400000">
            <a:off x="2019300" y="4203700"/>
            <a:ext cx="520700" cy="152400"/>
            <a:chOff x="990" y="2694"/>
            <a:chExt cx="328" cy="96"/>
          </a:xfrm>
        </p:grpSpPr>
        <p:sp>
          <p:nvSpPr>
            <p:cNvPr id="334882" name="Oval 34">
              <a:extLst>
                <a:ext uri="{FF2B5EF4-FFF2-40B4-BE49-F238E27FC236}">
                  <a16:creationId xmlns:a16="http://schemas.microsoft.com/office/drawing/2014/main" id="{EC8700EB-9852-4928-1D17-0769193A7890}"/>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4883" name="Oval 35">
              <a:extLst>
                <a:ext uri="{FF2B5EF4-FFF2-40B4-BE49-F238E27FC236}">
                  <a16:creationId xmlns:a16="http://schemas.microsoft.com/office/drawing/2014/main" id="{48752B14-4A85-C4E2-FAFF-79D3B6018D88}"/>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2356" name="Group 36">
            <a:extLst>
              <a:ext uri="{FF2B5EF4-FFF2-40B4-BE49-F238E27FC236}">
                <a16:creationId xmlns:a16="http://schemas.microsoft.com/office/drawing/2014/main" id="{B4F30AD0-20AC-FD95-ED2A-F25BF572BF9D}"/>
              </a:ext>
            </a:extLst>
          </p:cNvPr>
          <p:cNvGrpSpPr>
            <a:grpSpLocks/>
          </p:cNvGrpSpPr>
          <p:nvPr/>
        </p:nvGrpSpPr>
        <p:grpSpPr bwMode="auto">
          <a:xfrm>
            <a:off x="2538413" y="3617913"/>
            <a:ext cx="520700" cy="152400"/>
            <a:chOff x="990" y="2694"/>
            <a:chExt cx="328" cy="96"/>
          </a:xfrm>
        </p:grpSpPr>
        <p:sp>
          <p:nvSpPr>
            <p:cNvPr id="334885" name="Oval 37">
              <a:extLst>
                <a:ext uri="{FF2B5EF4-FFF2-40B4-BE49-F238E27FC236}">
                  <a16:creationId xmlns:a16="http://schemas.microsoft.com/office/drawing/2014/main" id="{A28727D9-0B0B-CF01-F62C-B11FE2B7507C}"/>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4886" name="Oval 38">
              <a:extLst>
                <a:ext uri="{FF2B5EF4-FFF2-40B4-BE49-F238E27FC236}">
                  <a16:creationId xmlns:a16="http://schemas.microsoft.com/office/drawing/2014/main" id="{300A4BA3-0280-0ACD-39A9-DFEDB917EBF5}"/>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34887" name="Oval 39">
            <a:extLst>
              <a:ext uri="{FF2B5EF4-FFF2-40B4-BE49-F238E27FC236}">
                <a16:creationId xmlns:a16="http://schemas.microsoft.com/office/drawing/2014/main" id="{1358A564-0603-B723-B500-3A7FFF93D628}"/>
              </a:ext>
            </a:extLst>
          </p:cNvPr>
          <p:cNvSpPr>
            <a:spLocks noChangeArrowheads="1"/>
          </p:cNvSpPr>
          <p:nvPr/>
        </p:nvSpPr>
        <p:spPr bwMode="auto">
          <a:xfrm>
            <a:off x="3527425" y="3575050"/>
            <a:ext cx="1403350" cy="1538288"/>
          </a:xfrm>
          <a:prstGeom prst="ellipse">
            <a:avLst/>
          </a:prstGeom>
          <a:noFill/>
          <a:ln w="28575">
            <a:solidFill>
              <a:schemeClr val="accent2"/>
            </a:solidFill>
            <a:prstDash val="dash"/>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4888" name="Text Box 40">
            <a:extLst>
              <a:ext uri="{FF2B5EF4-FFF2-40B4-BE49-F238E27FC236}">
                <a16:creationId xmlns:a16="http://schemas.microsoft.com/office/drawing/2014/main" id="{DEA7099A-3FC1-3CF1-5642-65092BBBF0E6}"/>
              </a:ext>
            </a:extLst>
          </p:cNvPr>
          <p:cNvSpPr txBox="1">
            <a:spLocks noChangeArrowheads="1"/>
          </p:cNvSpPr>
          <p:nvPr/>
        </p:nvSpPr>
        <p:spPr bwMode="auto">
          <a:xfrm>
            <a:off x="1470025" y="5381625"/>
            <a:ext cx="5983288" cy="519113"/>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FFFFF"/>
                </a:solidFill>
                <a:effectLst>
                  <a:outerShdw blurRad="38100" dist="38100" dir="2700000" algn="tl">
                    <a:srgbClr val="000000"/>
                  </a:outerShdw>
                </a:effectLst>
                <a:latin typeface="Times New Roman" pitchFamily="18" charset="0"/>
                <a:ea typeface="+mn-ea"/>
              </a:rPr>
              <a:t>Uh-oh!  We’re short e</a:t>
            </a:r>
            <a:r>
              <a:rPr lang="en-US" sz="2800" baseline="30000">
                <a:solidFill>
                  <a:srgbClr val="FFFFFF"/>
                </a:solidFill>
                <a:effectLst>
                  <a:outerShdw blurRad="38100" dist="38100" dir="2700000" algn="tl">
                    <a:srgbClr val="000000"/>
                  </a:outerShdw>
                </a:effectLst>
                <a:latin typeface="Times New Roman" pitchFamily="18" charset="0"/>
                <a:ea typeface="+mn-ea"/>
              </a:rPr>
              <a:t>-</a:t>
            </a:r>
            <a:r>
              <a:rPr lang="en-US" sz="2800">
                <a:solidFill>
                  <a:srgbClr val="FFFFFF"/>
                </a:solidFill>
                <a:effectLst>
                  <a:outerShdw blurRad="38100" dist="38100" dir="2700000" algn="tl">
                    <a:srgbClr val="000000"/>
                  </a:outerShdw>
                </a:effectLst>
                <a:latin typeface="Times New Roman" pitchFamily="18" charset="0"/>
                <a:ea typeface="+mn-ea"/>
              </a:rPr>
              <a:t>’s!</a:t>
            </a:r>
          </a:p>
        </p:txBody>
      </p:sp>
      <p:sp>
        <p:nvSpPr>
          <p:cNvPr id="334889" name="Text Box 41">
            <a:extLst>
              <a:ext uri="{FF2B5EF4-FFF2-40B4-BE49-F238E27FC236}">
                <a16:creationId xmlns:a16="http://schemas.microsoft.com/office/drawing/2014/main" id="{A24F5917-E563-8F59-400C-CEDE8BBC9EA4}"/>
              </a:ext>
            </a:extLst>
          </p:cNvPr>
          <p:cNvSpPr txBox="1">
            <a:spLocks noChangeArrowheads="1"/>
          </p:cNvSpPr>
          <p:nvPr/>
        </p:nvSpPr>
        <p:spPr bwMode="auto">
          <a:xfrm>
            <a:off x="384175" y="5732463"/>
            <a:ext cx="1370013"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24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a:extLst>
              <a:ext uri="{FF2B5EF4-FFF2-40B4-BE49-F238E27FC236}">
                <a16:creationId xmlns:a16="http://schemas.microsoft.com/office/drawing/2014/main" id="{665DB90C-C79B-7F7D-E376-11A6A6E52E28}"/>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2: Carbonate Ion</a:t>
            </a:r>
          </a:p>
        </p:txBody>
      </p:sp>
      <p:sp>
        <p:nvSpPr>
          <p:cNvPr id="335875" name="Rectangle 3">
            <a:extLst>
              <a:ext uri="{FF2B5EF4-FFF2-40B4-BE49-F238E27FC236}">
                <a16:creationId xmlns:a16="http://schemas.microsoft.com/office/drawing/2014/main" id="{5381C488-2B1D-7424-285E-A0658E02CA9B}"/>
              </a:ext>
            </a:extLst>
          </p:cNvPr>
          <p:cNvSpPr>
            <a:spLocks noChangeArrowheads="1"/>
          </p:cNvSpPr>
          <p:nvPr/>
        </p:nvSpPr>
        <p:spPr bwMode="auto">
          <a:xfrm>
            <a:off x="1273175" y="1735138"/>
            <a:ext cx="2584450"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If short e</a:t>
            </a:r>
            <a:r>
              <a:rPr lang="en-US" baseline="30000">
                <a:solidFill>
                  <a:srgbClr val="FFFFFF"/>
                </a:solidFill>
                <a:effectLst>
                  <a:outerShdw blurRad="38100" dist="38100" dir="2700000" algn="tl">
                    <a:srgbClr val="000000"/>
                  </a:outerShdw>
                </a:effectLst>
                <a:latin typeface="Times New Roman" pitchFamily="18" charset="0"/>
                <a:ea typeface="+mn-ea"/>
              </a:rPr>
              <a:t>-</a:t>
            </a:r>
            <a:r>
              <a:rPr lang="en-US">
                <a:solidFill>
                  <a:srgbClr val="FFFFFF"/>
                </a:solidFill>
                <a:effectLst>
                  <a:outerShdw blurRad="38100" dist="38100" dir="2700000" algn="tl">
                    <a:srgbClr val="000000"/>
                  </a:outerShdw>
                </a:effectLst>
                <a:latin typeface="Times New Roman" pitchFamily="18" charset="0"/>
                <a:ea typeface="+mn-ea"/>
              </a:rPr>
              <a:t>’s, go to 5</a:t>
            </a:r>
          </a:p>
        </p:txBody>
      </p:sp>
      <p:sp>
        <p:nvSpPr>
          <p:cNvPr id="335876" name="Text Box 4">
            <a:extLst>
              <a:ext uri="{FF2B5EF4-FFF2-40B4-BE49-F238E27FC236}">
                <a16:creationId xmlns:a16="http://schemas.microsoft.com/office/drawing/2014/main" id="{9F8A1DC5-7371-ECC0-A7A7-03C6E0378359}"/>
              </a:ext>
            </a:extLst>
          </p:cNvPr>
          <p:cNvSpPr txBox="1">
            <a:spLocks noChangeArrowheads="1"/>
          </p:cNvSpPr>
          <p:nvPr/>
        </p:nvSpPr>
        <p:spPr bwMode="auto">
          <a:xfrm>
            <a:off x="3659188" y="37941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C</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5877" name="Text Box 5">
            <a:extLst>
              <a:ext uri="{FF2B5EF4-FFF2-40B4-BE49-F238E27FC236}">
                <a16:creationId xmlns:a16="http://schemas.microsoft.com/office/drawing/2014/main" id="{A47D66A3-9C0B-D911-F2A7-CF799AE59090}"/>
              </a:ext>
            </a:extLst>
          </p:cNvPr>
          <p:cNvSpPr txBox="1">
            <a:spLocks noChangeArrowheads="1"/>
          </p:cNvSpPr>
          <p:nvPr/>
        </p:nvSpPr>
        <p:spPr bwMode="auto">
          <a:xfrm>
            <a:off x="2257425" y="37798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5878" name="Text Box 6">
            <a:extLst>
              <a:ext uri="{FF2B5EF4-FFF2-40B4-BE49-F238E27FC236}">
                <a16:creationId xmlns:a16="http://schemas.microsoft.com/office/drawing/2014/main" id="{97877FE4-D11A-6C4D-B2DF-EBA04A40683B}"/>
              </a:ext>
            </a:extLst>
          </p:cNvPr>
          <p:cNvSpPr txBox="1">
            <a:spLocks noChangeArrowheads="1"/>
          </p:cNvSpPr>
          <p:nvPr/>
        </p:nvSpPr>
        <p:spPr bwMode="auto">
          <a:xfrm>
            <a:off x="4949825" y="379888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5879" name="Line 7">
            <a:extLst>
              <a:ext uri="{FF2B5EF4-FFF2-40B4-BE49-F238E27FC236}">
                <a16:creationId xmlns:a16="http://schemas.microsoft.com/office/drawing/2014/main" id="{D39EAB1E-D884-5A47-C26F-E97B9080FD4A}"/>
              </a:ext>
            </a:extLst>
          </p:cNvPr>
          <p:cNvSpPr>
            <a:spLocks noChangeShapeType="1"/>
          </p:cNvSpPr>
          <p:nvPr/>
        </p:nvSpPr>
        <p:spPr bwMode="auto">
          <a:xfrm>
            <a:off x="3309938" y="4295775"/>
            <a:ext cx="433387"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5880" name="Line 8">
            <a:extLst>
              <a:ext uri="{FF2B5EF4-FFF2-40B4-BE49-F238E27FC236}">
                <a16:creationId xmlns:a16="http://schemas.microsoft.com/office/drawing/2014/main" id="{CECC41CF-ACE3-3E5B-853D-4BBD730032A0}"/>
              </a:ext>
            </a:extLst>
          </p:cNvPr>
          <p:cNvSpPr>
            <a:spLocks noChangeShapeType="1"/>
          </p:cNvSpPr>
          <p:nvPr/>
        </p:nvSpPr>
        <p:spPr bwMode="auto">
          <a:xfrm>
            <a:off x="4632325" y="4297363"/>
            <a:ext cx="434975"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5881" name="Text Box 9">
            <a:extLst>
              <a:ext uri="{FF2B5EF4-FFF2-40B4-BE49-F238E27FC236}">
                <a16:creationId xmlns:a16="http://schemas.microsoft.com/office/drawing/2014/main" id="{3765AA3C-475F-B4BB-A188-4F95D5E54D64}"/>
              </a:ext>
            </a:extLst>
          </p:cNvPr>
          <p:cNvSpPr txBox="1">
            <a:spLocks noChangeArrowheads="1"/>
          </p:cNvSpPr>
          <p:nvPr/>
        </p:nvSpPr>
        <p:spPr bwMode="auto">
          <a:xfrm>
            <a:off x="3681413" y="24796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5882" name="Line 10">
            <a:extLst>
              <a:ext uri="{FF2B5EF4-FFF2-40B4-BE49-F238E27FC236}">
                <a16:creationId xmlns:a16="http://schemas.microsoft.com/office/drawing/2014/main" id="{D7C4B65C-396B-0A54-17CE-54632D1C0AFA}"/>
              </a:ext>
            </a:extLst>
          </p:cNvPr>
          <p:cNvSpPr>
            <a:spLocks noChangeShapeType="1"/>
          </p:cNvSpPr>
          <p:nvPr/>
        </p:nvSpPr>
        <p:spPr bwMode="auto">
          <a:xfrm flipV="1">
            <a:off x="4227513" y="3476625"/>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144395" name="Group 11">
            <a:extLst>
              <a:ext uri="{FF2B5EF4-FFF2-40B4-BE49-F238E27FC236}">
                <a16:creationId xmlns:a16="http://schemas.microsoft.com/office/drawing/2014/main" id="{FEB0ECB9-6611-8EE7-2075-DBE755E30AAD}"/>
              </a:ext>
            </a:extLst>
          </p:cNvPr>
          <p:cNvGrpSpPr>
            <a:grpSpLocks/>
          </p:cNvGrpSpPr>
          <p:nvPr/>
        </p:nvGrpSpPr>
        <p:grpSpPr bwMode="auto">
          <a:xfrm>
            <a:off x="3952875" y="2411413"/>
            <a:ext cx="520700" cy="152400"/>
            <a:chOff x="990" y="2694"/>
            <a:chExt cx="328" cy="96"/>
          </a:xfrm>
        </p:grpSpPr>
        <p:sp>
          <p:nvSpPr>
            <p:cNvPr id="335884" name="Oval 12">
              <a:extLst>
                <a:ext uri="{FF2B5EF4-FFF2-40B4-BE49-F238E27FC236}">
                  <a16:creationId xmlns:a16="http://schemas.microsoft.com/office/drawing/2014/main" id="{CB5FCB39-5DBE-7D43-7A31-3A84A8E614BB}"/>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5885" name="Oval 13">
              <a:extLst>
                <a:ext uri="{FF2B5EF4-FFF2-40B4-BE49-F238E27FC236}">
                  <a16:creationId xmlns:a16="http://schemas.microsoft.com/office/drawing/2014/main" id="{2079D3AC-F406-33A5-2E07-F5DEF61C8931}"/>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4396" name="Group 14">
            <a:extLst>
              <a:ext uri="{FF2B5EF4-FFF2-40B4-BE49-F238E27FC236}">
                <a16:creationId xmlns:a16="http://schemas.microsoft.com/office/drawing/2014/main" id="{2A1765C1-4C57-ECC6-1B74-0713D3C42CCE}"/>
              </a:ext>
            </a:extLst>
          </p:cNvPr>
          <p:cNvGrpSpPr>
            <a:grpSpLocks/>
          </p:cNvGrpSpPr>
          <p:nvPr/>
        </p:nvGrpSpPr>
        <p:grpSpPr bwMode="auto">
          <a:xfrm>
            <a:off x="5224463" y="4816475"/>
            <a:ext cx="520700" cy="152400"/>
            <a:chOff x="990" y="2694"/>
            <a:chExt cx="328" cy="96"/>
          </a:xfrm>
        </p:grpSpPr>
        <p:sp>
          <p:nvSpPr>
            <p:cNvPr id="335887" name="Oval 15">
              <a:extLst>
                <a:ext uri="{FF2B5EF4-FFF2-40B4-BE49-F238E27FC236}">
                  <a16:creationId xmlns:a16="http://schemas.microsoft.com/office/drawing/2014/main" id="{0F629AF5-7C02-685F-728B-A0CE5C29202A}"/>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5888" name="Oval 16">
              <a:extLst>
                <a:ext uri="{FF2B5EF4-FFF2-40B4-BE49-F238E27FC236}">
                  <a16:creationId xmlns:a16="http://schemas.microsoft.com/office/drawing/2014/main" id="{CCD512E4-5E90-001C-92EE-64117F952BE7}"/>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4397" name="Group 17">
            <a:extLst>
              <a:ext uri="{FF2B5EF4-FFF2-40B4-BE49-F238E27FC236}">
                <a16:creationId xmlns:a16="http://schemas.microsoft.com/office/drawing/2014/main" id="{B08D7BF3-8CE7-8165-3ADA-C14B4B63025B}"/>
              </a:ext>
            </a:extLst>
          </p:cNvPr>
          <p:cNvGrpSpPr>
            <a:grpSpLocks/>
          </p:cNvGrpSpPr>
          <p:nvPr/>
        </p:nvGrpSpPr>
        <p:grpSpPr bwMode="auto">
          <a:xfrm rot="-5400000">
            <a:off x="5822950" y="4295775"/>
            <a:ext cx="520700" cy="152400"/>
            <a:chOff x="990" y="2694"/>
            <a:chExt cx="328" cy="96"/>
          </a:xfrm>
        </p:grpSpPr>
        <p:sp>
          <p:nvSpPr>
            <p:cNvPr id="335890" name="Oval 18">
              <a:extLst>
                <a:ext uri="{FF2B5EF4-FFF2-40B4-BE49-F238E27FC236}">
                  <a16:creationId xmlns:a16="http://schemas.microsoft.com/office/drawing/2014/main" id="{ECA24A68-DAA0-82F2-878C-F2C75B9AC8A1}"/>
                </a:ext>
              </a:extLst>
            </p:cNvPr>
            <p:cNvSpPr>
              <a:spLocks noChangeArrowheads="1"/>
            </p:cNvSpPr>
            <p:nvPr/>
          </p:nvSpPr>
          <p:spPr bwMode="auto">
            <a:xfrm>
              <a:off x="990" y="265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5891" name="Oval 19">
              <a:extLst>
                <a:ext uri="{FF2B5EF4-FFF2-40B4-BE49-F238E27FC236}">
                  <a16:creationId xmlns:a16="http://schemas.microsoft.com/office/drawing/2014/main" id="{ADD1C7BF-1EB9-6734-646E-EF35FBE67D98}"/>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4398" name="Group 20">
            <a:extLst>
              <a:ext uri="{FF2B5EF4-FFF2-40B4-BE49-F238E27FC236}">
                <a16:creationId xmlns:a16="http://schemas.microsoft.com/office/drawing/2014/main" id="{6019ECEC-3EA8-4DF9-7683-50D626875207}"/>
              </a:ext>
            </a:extLst>
          </p:cNvPr>
          <p:cNvGrpSpPr>
            <a:grpSpLocks/>
          </p:cNvGrpSpPr>
          <p:nvPr/>
        </p:nvGrpSpPr>
        <p:grpSpPr bwMode="auto">
          <a:xfrm>
            <a:off x="5226050" y="3698875"/>
            <a:ext cx="520700" cy="152400"/>
            <a:chOff x="990" y="2694"/>
            <a:chExt cx="328" cy="96"/>
          </a:xfrm>
        </p:grpSpPr>
        <p:sp>
          <p:nvSpPr>
            <p:cNvPr id="335893" name="Oval 21">
              <a:extLst>
                <a:ext uri="{FF2B5EF4-FFF2-40B4-BE49-F238E27FC236}">
                  <a16:creationId xmlns:a16="http://schemas.microsoft.com/office/drawing/2014/main" id="{7B5E7319-3012-4D75-383A-732A03AAF819}"/>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5894" name="Oval 22">
              <a:extLst>
                <a:ext uri="{FF2B5EF4-FFF2-40B4-BE49-F238E27FC236}">
                  <a16:creationId xmlns:a16="http://schemas.microsoft.com/office/drawing/2014/main" id="{E7456E38-9471-4A76-C195-C25FF97D35D1}"/>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4399" name="Group 23">
            <a:extLst>
              <a:ext uri="{FF2B5EF4-FFF2-40B4-BE49-F238E27FC236}">
                <a16:creationId xmlns:a16="http://schemas.microsoft.com/office/drawing/2014/main" id="{47432312-5B6B-9436-67D8-CF27100F4584}"/>
              </a:ext>
            </a:extLst>
          </p:cNvPr>
          <p:cNvGrpSpPr>
            <a:grpSpLocks/>
          </p:cNvGrpSpPr>
          <p:nvPr/>
        </p:nvGrpSpPr>
        <p:grpSpPr bwMode="auto">
          <a:xfrm>
            <a:off x="2519363" y="4751388"/>
            <a:ext cx="520700" cy="152400"/>
            <a:chOff x="990" y="2694"/>
            <a:chExt cx="328" cy="96"/>
          </a:xfrm>
        </p:grpSpPr>
        <p:sp>
          <p:nvSpPr>
            <p:cNvPr id="335896" name="Oval 24">
              <a:extLst>
                <a:ext uri="{FF2B5EF4-FFF2-40B4-BE49-F238E27FC236}">
                  <a16:creationId xmlns:a16="http://schemas.microsoft.com/office/drawing/2014/main" id="{82B69AB2-3D8D-04FA-6AAB-103F399C2D20}"/>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5897" name="Oval 25">
              <a:extLst>
                <a:ext uri="{FF2B5EF4-FFF2-40B4-BE49-F238E27FC236}">
                  <a16:creationId xmlns:a16="http://schemas.microsoft.com/office/drawing/2014/main" id="{E5D142D1-D141-BED3-910A-02686EB3CBE9}"/>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4400" name="Group 26">
            <a:extLst>
              <a:ext uri="{FF2B5EF4-FFF2-40B4-BE49-F238E27FC236}">
                <a16:creationId xmlns:a16="http://schemas.microsoft.com/office/drawing/2014/main" id="{439687B4-265C-4C3A-4124-11B02742F55B}"/>
              </a:ext>
            </a:extLst>
          </p:cNvPr>
          <p:cNvGrpSpPr>
            <a:grpSpLocks/>
          </p:cNvGrpSpPr>
          <p:nvPr/>
        </p:nvGrpSpPr>
        <p:grpSpPr bwMode="auto">
          <a:xfrm rot="-5400000">
            <a:off x="4487863" y="2927350"/>
            <a:ext cx="520700" cy="152400"/>
            <a:chOff x="990" y="2694"/>
            <a:chExt cx="328" cy="96"/>
          </a:xfrm>
        </p:grpSpPr>
        <p:sp>
          <p:nvSpPr>
            <p:cNvPr id="335899" name="Oval 27">
              <a:extLst>
                <a:ext uri="{FF2B5EF4-FFF2-40B4-BE49-F238E27FC236}">
                  <a16:creationId xmlns:a16="http://schemas.microsoft.com/office/drawing/2014/main" id="{82480EB0-C6EA-A81D-C55B-2538C9114D8B}"/>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5900" name="Oval 28">
              <a:extLst>
                <a:ext uri="{FF2B5EF4-FFF2-40B4-BE49-F238E27FC236}">
                  <a16:creationId xmlns:a16="http://schemas.microsoft.com/office/drawing/2014/main" id="{E073C989-D1F5-AE9D-A1EB-EBA0296B2887}"/>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4401" name="Group 29">
            <a:extLst>
              <a:ext uri="{FF2B5EF4-FFF2-40B4-BE49-F238E27FC236}">
                <a16:creationId xmlns:a16="http://schemas.microsoft.com/office/drawing/2014/main" id="{2503E6C1-C95C-F28A-3999-96AF246B3913}"/>
              </a:ext>
            </a:extLst>
          </p:cNvPr>
          <p:cNvGrpSpPr>
            <a:grpSpLocks/>
          </p:cNvGrpSpPr>
          <p:nvPr/>
        </p:nvGrpSpPr>
        <p:grpSpPr bwMode="auto">
          <a:xfrm rot="-5400000">
            <a:off x="3436938" y="2963863"/>
            <a:ext cx="520700" cy="152400"/>
            <a:chOff x="990" y="2694"/>
            <a:chExt cx="328" cy="96"/>
          </a:xfrm>
        </p:grpSpPr>
        <p:sp>
          <p:nvSpPr>
            <p:cNvPr id="335902" name="Oval 30">
              <a:extLst>
                <a:ext uri="{FF2B5EF4-FFF2-40B4-BE49-F238E27FC236}">
                  <a16:creationId xmlns:a16="http://schemas.microsoft.com/office/drawing/2014/main" id="{A474910B-BB5A-7747-AFBE-1391179AF58C}"/>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5903" name="Oval 31">
              <a:extLst>
                <a:ext uri="{FF2B5EF4-FFF2-40B4-BE49-F238E27FC236}">
                  <a16:creationId xmlns:a16="http://schemas.microsoft.com/office/drawing/2014/main" id="{DA981536-67AB-EBF0-8D76-B0DFC32CE125}"/>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4402" name="Group 32">
            <a:extLst>
              <a:ext uri="{FF2B5EF4-FFF2-40B4-BE49-F238E27FC236}">
                <a16:creationId xmlns:a16="http://schemas.microsoft.com/office/drawing/2014/main" id="{5528138A-1CB2-52EB-AD6A-5A0103C8AE6E}"/>
              </a:ext>
            </a:extLst>
          </p:cNvPr>
          <p:cNvGrpSpPr>
            <a:grpSpLocks/>
          </p:cNvGrpSpPr>
          <p:nvPr/>
        </p:nvGrpSpPr>
        <p:grpSpPr bwMode="auto">
          <a:xfrm rot="-5400000">
            <a:off x="2019300" y="4203700"/>
            <a:ext cx="520700" cy="152400"/>
            <a:chOff x="990" y="2694"/>
            <a:chExt cx="328" cy="96"/>
          </a:xfrm>
        </p:grpSpPr>
        <p:sp>
          <p:nvSpPr>
            <p:cNvPr id="335905" name="Oval 33">
              <a:extLst>
                <a:ext uri="{FF2B5EF4-FFF2-40B4-BE49-F238E27FC236}">
                  <a16:creationId xmlns:a16="http://schemas.microsoft.com/office/drawing/2014/main" id="{80BD8E42-E505-EC27-0942-E281019F1389}"/>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5906" name="Oval 34">
              <a:extLst>
                <a:ext uri="{FF2B5EF4-FFF2-40B4-BE49-F238E27FC236}">
                  <a16:creationId xmlns:a16="http://schemas.microsoft.com/office/drawing/2014/main" id="{EC6EAAC9-5874-DBCC-BABD-9E9A84EA5C6A}"/>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4403" name="Group 35">
            <a:extLst>
              <a:ext uri="{FF2B5EF4-FFF2-40B4-BE49-F238E27FC236}">
                <a16:creationId xmlns:a16="http://schemas.microsoft.com/office/drawing/2014/main" id="{15AC088C-19AB-79EB-EA02-5221857B1B82}"/>
              </a:ext>
            </a:extLst>
          </p:cNvPr>
          <p:cNvGrpSpPr>
            <a:grpSpLocks/>
          </p:cNvGrpSpPr>
          <p:nvPr/>
        </p:nvGrpSpPr>
        <p:grpSpPr bwMode="auto">
          <a:xfrm>
            <a:off x="2538413" y="3617913"/>
            <a:ext cx="520700" cy="152400"/>
            <a:chOff x="990" y="2694"/>
            <a:chExt cx="328" cy="96"/>
          </a:xfrm>
        </p:grpSpPr>
        <p:sp>
          <p:nvSpPr>
            <p:cNvPr id="335908" name="Oval 36">
              <a:extLst>
                <a:ext uri="{FF2B5EF4-FFF2-40B4-BE49-F238E27FC236}">
                  <a16:creationId xmlns:a16="http://schemas.microsoft.com/office/drawing/2014/main" id="{E4623858-FB82-9995-B95A-4C980DC6A26B}"/>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5909" name="Oval 37">
              <a:extLst>
                <a:ext uri="{FF2B5EF4-FFF2-40B4-BE49-F238E27FC236}">
                  <a16:creationId xmlns:a16="http://schemas.microsoft.com/office/drawing/2014/main" id="{01610F62-BC0D-B30B-1554-7BAB5BF7F6B5}"/>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35910" name="Oval 38">
            <a:extLst>
              <a:ext uri="{FF2B5EF4-FFF2-40B4-BE49-F238E27FC236}">
                <a16:creationId xmlns:a16="http://schemas.microsoft.com/office/drawing/2014/main" id="{597280EC-D308-5151-A20A-B4928858C993}"/>
              </a:ext>
            </a:extLst>
          </p:cNvPr>
          <p:cNvSpPr>
            <a:spLocks noChangeArrowheads="1"/>
          </p:cNvSpPr>
          <p:nvPr/>
        </p:nvSpPr>
        <p:spPr bwMode="auto">
          <a:xfrm>
            <a:off x="3527425" y="3575050"/>
            <a:ext cx="1403350" cy="1538288"/>
          </a:xfrm>
          <a:prstGeom prst="ellipse">
            <a:avLst/>
          </a:prstGeom>
          <a:noFill/>
          <a:ln w="28575">
            <a:solidFill>
              <a:schemeClr val="accent2"/>
            </a:solidFill>
            <a:prstDash val="dash"/>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5911" name="Text Box 39">
            <a:extLst>
              <a:ext uri="{FF2B5EF4-FFF2-40B4-BE49-F238E27FC236}">
                <a16:creationId xmlns:a16="http://schemas.microsoft.com/office/drawing/2014/main" id="{B3CE6D86-587D-783A-7E8F-E07E3D25536D}"/>
              </a:ext>
            </a:extLst>
          </p:cNvPr>
          <p:cNvSpPr txBox="1">
            <a:spLocks noChangeArrowheads="1"/>
          </p:cNvSpPr>
          <p:nvPr/>
        </p:nvSpPr>
        <p:spPr bwMode="auto">
          <a:xfrm>
            <a:off x="1470025" y="5381625"/>
            <a:ext cx="5983288" cy="519113"/>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FFFFF"/>
                </a:solidFill>
                <a:effectLst>
                  <a:outerShdw blurRad="38100" dist="38100" dir="2700000" algn="tl">
                    <a:srgbClr val="000000"/>
                  </a:outerShdw>
                </a:effectLst>
                <a:latin typeface="Times New Roman" pitchFamily="18" charset="0"/>
                <a:ea typeface="+mn-ea"/>
              </a:rPr>
              <a:t>Uh-oh!  We’re short e</a:t>
            </a:r>
            <a:r>
              <a:rPr lang="en-US" sz="2800" baseline="30000">
                <a:solidFill>
                  <a:srgbClr val="FFFFFF"/>
                </a:solidFill>
                <a:effectLst>
                  <a:outerShdw blurRad="38100" dist="38100" dir="2700000" algn="tl">
                    <a:srgbClr val="000000"/>
                  </a:outerShdw>
                </a:effectLst>
                <a:latin typeface="Times New Roman" pitchFamily="18" charset="0"/>
                <a:ea typeface="+mn-ea"/>
              </a:rPr>
              <a:t>-</a:t>
            </a:r>
            <a:r>
              <a:rPr lang="en-US" sz="2800">
                <a:solidFill>
                  <a:srgbClr val="FFFFFF"/>
                </a:solidFill>
                <a:effectLst>
                  <a:outerShdw blurRad="38100" dist="38100" dir="2700000" algn="tl">
                    <a:srgbClr val="000000"/>
                  </a:outerShdw>
                </a:effectLst>
                <a:latin typeface="Times New Roman" pitchFamily="18" charset="0"/>
                <a:ea typeface="+mn-ea"/>
              </a:rPr>
              <a:t>’s!</a:t>
            </a:r>
          </a:p>
        </p:txBody>
      </p:sp>
      <p:sp>
        <p:nvSpPr>
          <p:cNvPr id="335912" name="Text Box 40">
            <a:extLst>
              <a:ext uri="{FF2B5EF4-FFF2-40B4-BE49-F238E27FC236}">
                <a16:creationId xmlns:a16="http://schemas.microsoft.com/office/drawing/2014/main" id="{E8367D51-0570-BC63-FE1F-3A1AD05F6CE5}"/>
              </a:ext>
            </a:extLst>
          </p:cNvPr>
          <p:cNvSpPr txBox="1">
            <a:spLocks noChangeArrowheads="1"/>
          </p:cNvSpPr>
          <p:nvPr/>
        </p:nvSpPr>
        <p:spPr bwMode="auto">
          <a:xfrm>
            <a:off x="384175" y="5732463"/>
            <a:ext cx="1370013"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24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E48DF27B-28E1-C989-5AAE-3E4BE18DE40E}"/>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2: Carbonate Ion</a:t>
            </a:r>
          </a:p>
        </p:txBody>
      </p:sp>
      <p:sp>
        <p:nvSpPr>
          <p:cNvPr id="336899" name="Rectangle 3">
            <a:extLst>
              <a:ext uri="{FF2B5EF4-FFF2-40B4-BE49-F238E27FC236}">
                <a16:creationId xmlns:a16="http://schemas.microsoft.com/office/drawing/2014/main" id="{9EF77723-48AC-D447-4903-9972A10620BD}"/>
              </a:ext>
            </a:extLst>
          </p:cNvPr>
          <p:cNvSpPr>
            <a:spLocks noChangeArrowheads="1"/>
          </p:cNvSpPr>
          <p:nvPr/>
        </p:nvSpPr>
        <p:spPr bwMode="auto">
          <a:xfrm>
            <a:off x="1273175" y="1735138"/>
            <a:ext cx="7124700"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5.  If short e-’s, look for multiple bonders or e</a:t>
            </a:r>
            <a:r>
              <a:rPr lang="en-US" baseline="30000">
                <a:solidFill>
                  <a:srgbClr val="FFFFFF"/>
                </a:solidFill>
                <a:effectLst>
                  <a:outerShdw blurRad="38100" dist="38100" dir="2700000" algn="tl">
                    <a:srgbClr val="000000"/>
                  </a:outerShdw>
                </a:effectLst>
                <a:latin typeface="Times New Roman" pitchFamily="18" charset="0"/>
                <a:ea typeface="+mn-ea"/>
              </a:rPr>
              <a:t>-</a:t>
            </a:r>
            <a:r>
              <a:rPr lang="en-US">
                <a:solidFill>
                  <a:srgbClr val="FFFFFF"/>
                </a:solidFill>
                <a:effectLst>
                  <a:outerShdw blurRad="38100" dist="38100" dir="2700000" algn="tl">
                    <a:srgbClr val="000000"/>
                  </a:outerShdw>
                </a:effectLst>
                <a:latin typeface="Times New Roman" pitchFamily="18" charset="0"/>
                <a:ea typeface="+mn-ea"/>
              </a:rPr>
              <a:t> deficients</a:t>
            </a:r>
          </a:p>
        </p:txBody>
      </p:sp>
      <p:sp>
        <p:nvSpPr>
          <p:cNvPr id="336900" name="Text Box 4">
            <a:extLst>
              <a:ext uri="{FF2B5EF4-FFF2-40B4-BE49-F238E27FC236}">
                <a16:creationId xmlns:a16="http://schemas.microsoft.com/office/drawing/2014/main" id="{ABD7FA6F-D8EA-36CC-DFB4-079D8EC709DF}"/>
              </a:ext>
            </a:extLst>
          </p:cNvPr>
          <p:cNvSpPr txBox="1">
            <a:spLocks noChangeArrowheads="1"/>
          </p:cNvSpPr>
          <p:nvPr/>
        </p:nvSpPr>
        <p:spPr bwMode="auto">
          <a:xfrm>
            <a:off x="3659188" y="37941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C</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6901" name="Text Box 5">
            <a:extLst>
              <a:ext uri="{FF2B5EF4-FFF2-40B4-BE49-F238E27FC236}">
                <a16:creationId xmlns:a16="http://schemas.microsoft.com/office/drawing/2014/main" id="{19F64741-019A-F511-CA2B-A137630D8983}"/>
              </a:ext>
            </a:extLst>
          </p:cNvPr>
          <p:cNvSpPr txBox="1">
            <a:spLocks noChangeArrowheads="1"/>
          </p:cNvSpPr>
          <p:nvPr/>
        </p:nvSpPr>
        <p:spPr bwMode="auto">
          <a:xfrm>
            <a:off x="2257425" y="37798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6902" name="Text Box 6">
            <a:extLst>
              <a:ext uri="{FF2B5EF4-FFF2-40B4-BE49-F238E27FC236}">
                <a16:creationId xmlns:a16="http://schemas.microsoft.com/office/drawing/2014/main" id="{1D70FDFE-DA81-346C-9747-AFAC14949045}"/>
              </a:ext>
            </a:extLst>
          </p:cNvPr>
          <p:cNvSpPr txBox="1">
            <a:spLocks noChangeArrowheads="1"/>
          </p:cNvSpPr>
          <p:nvPr/>
        </p:nvSpPr>
        <p:spPr bwMode="auto">
          <a:xfrm>
            <a:off x="4949825" y="379888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6903" name="Line 7">
            <a:extLst>
              <a:ext uri="{FF2B5EF4-FFF2-40B4-BE49-F238E27FC236}">
                <a16:creationId xmlns:a16="http://schemas.microsoft.com/office/drawing/2014/main" id="{8C6E3EDE-F8D2-B488-2BA8-9B8DA3E79006}"/>
              </a:ext>
            </a:extLst>
          </p:cNvPr>
          <p:cNvSpPr>
            <a:spLocks noChangeShapeType="1"/>
          </p:cNvSpPr>
          <p:nvPr/>
        </p:nvSpPr>
        <p:spPr bwMode="auto">
          <a:xfrm>
            <a:off x="3309938" y="4295775"/>
            <a:ext cx="433387"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6904" name="Line 8">
            <a:extLst>
              <a:ext uri="{FF2B5EF4-FFF2-40B4-BE49-F238E27FC236}">
                <a16:creationId xmlns:a16="http://schemas.microsoft.com/office/drawing/2014/main" id="{470CC7F9-3D22-1CAF-D0D0-719B587907C3}"/>
              </a:ext>
            </a:extLst>
          </p:cNvPr>
          <p:cNvSpPr>
            <a:spLocks noChangeShapeType="1"/>
          </p:cNvSpPr>
          <p:nvPr/>
        </p:nvSpPr>
        <p:spPr bwMode="auto">
          <a:xfrm>
            <a:off x="4632325" y="4297363"/>
            <a:ext cx="434975"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6905" name="Text Box 9">
            <a:extLst>
              <a:ext uri="{FF2B5EF4-FFF2-40B4-BE49-F238E27FC236}">
                <a16:creationId xmlns:a16="http://schemas.microsoft.com/office/drawing/2014/main" id="{1F302AEC-731F-7E81-5273-FFB4D13FB3CF}"/>
              </a:ext>
            </a:extLst>
          </p:cNvPr>
          <p:cNvSpPr txBox="1">
            <a:spLocks noChangeArrowheads="1"/>
          </p:cNvSpPr>
          <p:nvPr/>
        </p:nvSpPr>
        <p:spPr bwMode="auto">
          <a:xfrm>
            <a:off x="3681413" y="24796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6906" name="Line 10">
            <a:extLst>
              <a:ext uri="{FF2B5EF4-FFF2-40B4-BE49-F238E27FC236}">
                <a16:creationId xmlns:a16="http://schemas.microsoft.com/office/drawing/2014/main" id="{F3E143A4-AEA9-F7EF-CD99-26E39A2E2A3D}"/>
              </a:ext>
            </a:extLst>
          </p:cNvPr>
          <p:cNvSpPr>
            <a:spLocks noChangeShapeType="1"/>
          </p:cNvSpPr>
          <p:nvPr/>
        </p:nvSpPr>
        <p:spPr bwMode="auto">
          <a:xfrm flipV="1">
            <a:off x="4227513" y="3476625"/>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146443" name="Group 11">
            <a:extLst>
              <a:ext uri="{FF2B5EF4-FFF2-40B4-BE49-F238E27FC236}">
                <a16:creationId xmlns:a16="http://schemas.microsoft.com/office/drawing/2014/main" id="{69AC4CEF-892C-8698-9BE6-4BAB9FE25298}"/>
              </a:ext>
            </a:extLst>
          </p:cNvPr>
          <p:cNvGrpSpPr>
            <a:grpSpLocks/>
          </p:cNvGrpSpPr>
          <p:nvPr/>
        </p:nvGrpSpPr>
        <p:grpSpPr bwMode="auto">
          <a:xfrm>
            <a:off x="3952875" y="2411413"/>
            <a:ext cx="520700" cy="152400"/>
            <a:chOff x="990" y="2694"/>
            <a:chExt cx="328" cy="96"/>
          </a:xfrm>
        </p:grpSpPr>
        <p:sp>
          <p:nvSpPr>
            <p:cNvPr id="336908" name="Oval 12">
              <a:extLst>
                <a:ext uri="{FF2B5EF4-FFF2-40B4-BE49-F238E27FC236}">
                  <a16:creationId xmlns:a16="http://schemas.microsoft.com/office/drawing/2014/main" id="{AA9D04A4-8B54-4D4B-3FA6-FB53629B070E}"/>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6909" name="Oval 13">
              <a:extLst>
                <a:ext uri="{FF2B5EF4-FFF2-40B4-BE49-F238E27FC236}">
                  <a16:creationId xmlns:a16="http://schemas.microsoft.com/office/drawing/2014/main" id="{4955BFEF-D1A7-8985-CA3E-BBF33E2856A4}"/>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6444" name="Group 14">
            <a:extLst>
              <a:ext uri="{FF2B5EF4-FFF2-40B4-BE49-F238E27FC236}">
                <a16:creationId xmlns:a16="http://schemas.microsoft.com/office/drawing/2014/main" id="{30467F76-5B5B-125C-CB7B-06874734F566}"/>
              </a:ext>
            </a:extLst>
          </p:cNvPr>
          <p:cNvGrpSpPr>
            <a:grpSpLocks/>
          </p:cNvGrpSpPr>
          <p:nvPr/>
        </p:nvGrpSpPr>
        <p:grpSpPr bwMode="auto">
          <a:xfrm>
            <a:off x="5224463" y="4816475"/>
            <a:ext cx="520700" cy="152400"/>
            <a:chOff x="990" y="2694"/>
            <a:chExt cx="328" cy="96"/>
          </a:xfrm>
        </p:grpSpPr>
        <p:sp>
          <p:nvSpPr>
            <p:cNvPr id="336911" name="Oval 15">
              <a:extLst>
                <a:ext uri="{FF2B5EF4-FFF2-40B4-BE49-F238E27FC236}">
                  <a16:creationId xmlns:a16="http://schemas.microsoft.com/office/drawing/2014/main" id="{4DF968FE-EB14-6B21-6916-2AAE4801DB48}"/>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6912" name="Oval 16">
              <a:extLst>
                <a:ext uri="{FF2B5EF4-FFF2-40B4-BE49-F238E27FC236}">
                  <a16:creationId xmlns:a16="http://schemas.microsoft.com/office/drawing/2014/main" id="{F04B1105-CCE8-F21F-32AE-995B30CB9A3F}"/>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6445" name="Group 17">
            <a:extLst>
              <a:ext uri="{FF2B5EF4-FFF2-40B4-BE49-F238E27FC236}">
                <a16:creationId xmlns:a16="http://schemas.microsoft.com/office/drawing/2014/main" id="{3A83F725-3A27-32F1-3927-31C3F0487BD7}"/>
              </a:ext>
            </a:extLst>
          </p:cNvPr>
          <p:cNvGrpSpPr>
            <a:grpSpLocks/>
          </p:cNvGrpSpPr>
          <p:nvPr/>
        </p:nvGrpSpPr>
        <p:grpSpPr bwMode="auto">
          <a:xfrm rot="-5400000">
            <a:off x="5822950" y="4295775"/>
            <a:ext cx="520700" cy="152400"/>
            <a:chOff x="990" y="2694"/>
            <a:chExt cx="328" cy="96"/>
          </a:xfrm>
        </p:grpSpPr>
        <p:sp>
          <p:nvSpPr>
            <p:cNvPr id="336914" name="Oval 18">
              <a:extLst>
                <a:ext uri="{FF2B5EF4-FFF2-40B4-BE49-F238E27FC236}">
                  <a16:creationId xmlns:a16="http://schemas.microsoft.com/office/drawing/2014/main" id="{5B516290-E2EA-D78F-716F-74173F8BE85E}"/>
                </a:ext>
              </a:extLst>
            </p:cNvPr>
            <p:cNvSpPr>
              <a:spLocks noChangeArrowheads="1"/>
            </p:cNvSpPr>
            <p:nvPr/>
          </p:nvSpPr>
          <p:spPr bwMode="auto">
            <a:xfrm>
              <a:off x="990" y="265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6915" name="Oval 19">
              <a:extLst>
                <a:ext uri="{FF2B5EF4-FFF2-40B4-BE49-F238E27FC236}">
                  <a16:creationId xmlns:a16="http://schemas.microsoft.com/office/drawing/2014/main" id="{8F9EE77F-B3D4-840C-7DAE-4DE02A2793A0}"/>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6446" name="Group 20">
            <a:extLst>
              <a:ext uri="{FF2B5EF4-FFF2-40B4-BE49-F238E27FC236}">
                <a16:creationId xmlns:a16="http://schemas.microsoft.com/office/drawing/2014/main" id="{F05A5231-4003-DD56-3E56-B8FAE5961E48}"/>
              </a:ext>
            </a:extLst>
          </p:cNvPr>
          <p:cNvGrpSpPr>
            <a:grpSpLocks/>
          </p:cNvGrpSpPr>
          <p:nvPr/>
        </p:nvGrpSpPr>
        <p:grpSpPr bwMode="auto">
          <a:xfrm>
            <a:off x="5226050" y="3698875"/>
            <a:ext cx="520700" cy="152400"/>
            <a:chOff x="990" y="2694"/>
            <a:chExt cx="328" cy="96"/>
          </a:xfrm>
        </p:grpSpPr>
        <p:sp>
          <p:nvSpPr>
            <p:cNvPr id="336917" name="Oval 21">
              <a:extLst>
                <a:ext uri="{FF2B5EF4-FFF2-40B4-BE49-F238E27FC236}">
                  <a16:creationId xmlns:a16="http://schemas.microsoft.com/office/drawing/2014/main" id="{767CBF0D-2229-BC6B-BE4B-822C2AEB4FFE}"/>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6918" name="Oval 22">
              <a:extLst>
                <a:ext uri="{FF2B5EF4-FFF2-40B4-BE49-F238E27FC236}">
                  <a16:creationId xmlns:a16="http://schemas.microsoft.com/office/drawing/2014/main" id="{080BF613-9903-DBF0-6BF9-8FD22075F4B1}"/>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6447" name="Group 23">
            <a:extLst>
              <a:ext uri="{FF2B5EF4-FFF2-40B4-BE49-F238E27FC236}">
                <a16:creationId xmlns:a16="http://schemas.microsoft.com/office/drawing/2014/main" id="{AD0D597F-B9CB-A5E2-7F36-6157DFA834FD}"/>
              </a:ext>
            </a:extLst>
          </p:cNvPr>
          <p:cNvGrpSpPr>
            <a:grpSpLocks/>
          </p:cNvGrpSpPr>
          <p:nvPr/>
        </p:nvGrpSpPr>
        <p:grpSpPr bwMode="auto">
          <a:xfrm>
            <a:off x="2519363" y="4751388"/>
            <a:ext cx="520700" cy="152400"/>
            <a:chOff x="990" y="2694"/>
            <a:chExt cx="328" cy="96"/>
          </a:xfrm>
        </p:grpSpPr>
        <p:sp>
          <p:nvSpPr>
            <p:cNvPr id="336920" name="Oval 24">
              <a:extLst>
                <a:ext uri="{FF2B5EF4-FFF2-40B4-BE49-F238E27FC236}">
                  <a16:creationId xmlns:a16="http://schemas.microsoft.com/office/drawing/2014/main" id="{C3D3B56C-8D8B-808C-5BC8-071DEF9F8A1A}"/>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6921" name="Oval 25">
              <a:extLst>
                <a:ext uri="{FF2B5EF4-FFF2-40B4-BE49-F238E27FC236}">
                  <a16:creationId xmlns:a16="http://schemas.microsoft.com/office/drawing/2014/main" id="{0840D992-CB60-1A8E-3938-93F7D80A3DED}"/>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6448" name="Group 26">
            <a:extLst>
              <a:ext uri="{FF2B5EF4-FFF2-40B4-BE49-F238E27FC236}">
                <a16:creationId xmlns:a16="http://schemas.microsoft.com/office/drawing/2014/main" id="{03E313FF-7EC8-89C0-2A44-793E19E49B2B}"/>
              </a:ext>
            </a:extLst>
          </p:cNvPr>
          <p:cNvGrpSpPr>
            <a:grpSpLocks/>
          </p:cNvGrpSpPr>
          <p:nvPr/>
        </p:nvGrpSpPr>
        <p:grpSpPr bwMode="auto">
          <a:xfrm rot="-5400000">
            <a:off x="4487863" y="2927350"/>
            <a:ext cx="520700" cy="152400"/>
            <a:chOff x="990" y="2694"/>
            <a:chExt cx="328" cy="96"/>
          </a:xfrm>
        </p:grpSpPr>
        <p:sp>
          <p:nvSpPr>
            <p:cNvPr id="336923" name="Oval 27">
              <a:extLst>
                <a:ext uri="{FF2B5EF4-FFF2-40B4-BE49-F238E27FC236}">
                  <a16:creationId xmlns:a16="http://schemas.microsoft.com/office/drawing/2014/main" id="{ABFC1CFD-7457-04B0-7597-A94468165F7A}"/>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6924" name="Oval 28">
              <a:extLst>
                <a:ext uri="{FF2B5EF4-FFF2-40B4-BE49-F238E27FC236}">
                  <a16:creationId xmlns:a16="http://schemas.microsoft.com/office/drawing/2014/main" id="{8F5F4B73-3CF7-5413-42DE-D2F9A26A619F}"/>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6449" name="Group 29">
            <a:extLst>
              <a:ext uri="{FF2B5EF4-FFF2-40B4-BE49-F238E27FC236}">
                <a16:creationId xmlns:a16="http://schemas.microsoft.com/office/drawing/2014/main" id="{E1D66388-C63A-753D-A99C-C0DCB9219637}"/>
              </a:ext>
            </a:extLst>
          </p:cNvPr>
          <p:cNvGrpSpPr>
            <a:grpSpLocks/>
          </p:cNvGrpSpPr>
          <p:nvPr/>
        </p:nvGrpSpPr>
        <p:grpSpPr bwMode="auto">
          <a:xfrm rot="-5400000">
            <a:off x="3436938" y="2963863"/>
            <a:ext cx="520700" cy="152400"/>
            <a:chOff x="990" y="2694"/>
            <a:chExt cx="328" cy="96"/>
          </a:xfrm>
        </p:grpSpPr>
        <p:sp>
          <p:nvSpPr>
            <p:cNvPr id="336926" name="Oval 30">
              <a:extLst>
                <a:ext uri="{FF2B5EF4-FFF2-40B4-BE49-F238E27FC236}">
                  <a16:creationId xmlns:a16="http://schemas.microsoft.com/office/drawing/2014/main" id="{83D220F5-15B0-0486-EF2D-D79FAA503790}"/>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6927" name="Oval 31">
              <a:extLst>
                <a:ext uri="{FF2B5EF4-FFF2-40B4-BE49-F238E27FC236}">
                  <a16:creationId xmlns:a16="http://schemas.microsoft.com/office/drawing/2014/main" id="{0535DDE6-AC9E-CC95-7358-5A077D9D5F90}"/>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6450" name="Group 32">
            <a:extLst>
              <a:ext uri="{FF2B5EF4-FFF2-40B4-BE49-F238E27FC236}">
                <a16:creationId xmlns:a16="http://schemas.microsoft.com/office/drawing/2014/main" id="{CC30513A-084E-3F9D-A223-20A8F8B88A29}"/>
              </a:ext>
            </a:extLst>
          </p:cNvPr>
          <p:cNvGrpSpPr>
            <a:grpSpLocks/>
          </p:cNvGrpSpPr>
          <p:nvPr/>
        </p:nvGrpSpPr>
        <p:grpSpPr bwMode="auto">
          <a:xfrm rot="-5400000">
            <a:off x="2019300" y="4203700"/>
            <a:ext cx="520700" cy="152400"/>
            <a:chOff x="990" y="2694"/>
            <a:chExt cx="328" cy="96"/>
          </a:xfrm>
        </p:grpSpPr>
        <p:sp>
          <p:nvSpPr>
            <p:cNvPr id="336929" name="Oval 33">
              <a:extLst>
                <a:ext uri="{FF2B5EF4-FFF2-40B4-BE49-F238E27FC236}">
                  <a16:creationId xmlns:a16="http://schemas.microsoft.com/office/drawing/2014/main" id="{BA19572D-FAD8-3562-BF49-B206F79BF728}"/>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6930" name="Oval 34">
              <a:extLst>
                <a:ext uri="{FF2B5EF4-FFF2-40B4-BE49-F238E27FC236}">
                  <a16:creationId xmlns:a16="http://schemas.microsoft.com/office/drawing/2014/main" id="{05EFD62B-D2E3-5824-FA65-4FF64C11B4A4}"/>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6451" name="Group 35">
            <a:extLst>
              <a:ext uri="{FF2B5EF4-FFF2-40B4-BE49-F238E27FC236}">
                <a16:creationId xmlns:a16="http://schemas.microsoft.com/office/drawing/2014/main" id="{C9338906-8223-F742-7FCE-C8D1A59323F9}"/>
              </a:ext>
            </a:extLst>
          </p:cNvPr>
          <p:cNvGrpSpPr>
            <a:grpSpLocks/>
          </p:cNvGrpSpPr>
          <p:nvPr/>
        </p:nvGrpSpPr>
        <p:grpSpPr bwMode="auto">
          <a:xfrm>
            <a:off x="2538413" y="3617913"/>
            <a:ext cx="520700" cy="152400"/>
            <a:chOff x="990" y="2694"/>
            <a:chExt cx="328" cy="96"/>
          </a:xfrm>
        </p:grpSpPr>
        <p:sp>
          <p:nvSpPr>
            <p:cNvPr id="336932" name="Oval 36">
              <a:extLst>
                <a:ext uri="{FF2B5EF4-FFF2-40B4-BE49-F238E27FC236}">
                  <a16:creationId xmlns:a16="http://schemas.microsoft.com/office/drawing/2014/main" id="{1865AE40-F85C-27F4-D29C-0AFEB4261F7E}"/>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6933" name="Oval 37">
              <a:extLst>
                <a:ext uri="{FF2B5EF4-FFF2-40B4-BE49-F238E27FC236}">
                  <a16:creationId xmlns:a16="http://schemas.microsoft.com/office/drawing/2014/main" id="{0B2E7998-EFC4-8769-DAC6-A2F560624EFF}"/>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36934" name="Oval 38">
            <a:extLst>
              <a:ext uri="{FF2B5EF4-FFF2-40B4-BE49-F238E27FC236}">
                <a16:creationId xmlns:a16="http://schemas.microsoft.com/office/drawing/2014/main" id="{BDD66D0B-FAD7-BB4C-EB5D-7B52C9789C4A}"/>
              </a:ext>
            </a:extLst>
          </p:cNvPr>
          <p:cNvSpPr>
            <a:spLocks noChangeArrowheads="1"/>
          </p:cNvSpPr>
          <p:nvPr/>
        </p:nvSpPr>
        <p:spPr bwMode="auto">
          <a:xfrm>
            <a:off x="3527425" y="3575050"/>
            <a:ext cx="1403350" cy="1538288"/>
          </a:xfrm>
          <a:prstGeom prst="ellipse">
            <a:avLst/>
          </a:prstGeom>
          <a:noFill/>
          <a:ln w="28575">
            <a:solidFill>
              <a:schemeClr val="accent2"/>
            </a:solidFill>
            <a:prstDash val="dash"/>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6935" name="Text Box 39">
            <a:extLst>
              <a:ext uri="{FF2B5EF4-FFF2-40B4-BE49-F238E27FC236}">
                <a16:creationId xmlns:a16="http://schemas.microsoft.com/office/drawing/2014/main" id="{CC2249FA-3618-371F-8B77-87E45ED9EFAC}"/>
              </a:ext>
            </a:extLst>
          </p:cNvPr>
          <p:cNvSpPr txBox="1">
            <a:spLocks noChangeArrowheads="1"/>
          </p:cNvSpPr>
          <p:nvPr/>
        </p:nvSpPr>
        <p:spPr bwMode="auto">
          <a:xfrm>
            <a:off x="1470025" y="5381625"/>
            <a:ext cx="5983288" cy="519113"/>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FFFFF"/>
                </a:solidFill>
                <a:effectLst>
                  <a:outerShdw blurRad="38100" dist="38100" dir="2700000" algn="tl">
                    <a:srgbClr val="000000"/>
                  </a:outerShdw>
                </a:effectLst>
                <a:latin typeface="Times New Roman" pitchFamily="18" charset="0"/>
                <a:ea typeface="+mn-ea"/>
              </a:rPr>
              <a:t>Uh-oh!  We’re short e</a:t>
            </a:r>
            <a:r>
              <a:rPr lang="en-US" sz="2800" baseline="30000">
                <a:solidFill>
                  <a:srgbClr val="FFFFFF"/>
                </a:solidFill>
                <a:effectLst>
                  <a:outerShdw blurRad="38100" dist="38100" dir="2700000" algn="tl">
                    <a:srgbClr val="000000"/>
                  </a:outerShdw>
                </a:effectLst>
                <a:latin typeface="Times New Roman" pitchFamily="18" charset="0"/>
                <a:ea typeface="+mn-ea"/>
              </a:rPr>
              <a:t>-</a:t>
            </a:r>
            <a:r>
              <a:rPr lang="en-US" sz="2800">
                <a:solidFill>
                  <a:srgbClr val="FFFFFF"/>
                </a:solidFill>
                <a:effectLst>
                  <a:outerShdw blurRad="38100" dist="38100" dir="2700000" algn="tl">
                    <a:srgbClr val="000000"/>
                  </a:outerShdw>
                </a:effectLst>
                <a:latin typeface="Times New Roman" pitchFamily="18" charset="0"/>
                <a:ea typeface="+mn-ea"/>
              </a:rPr>
              <a:t>’s!</a:t>
            </a:r>
          </a:p>
        </p:txBody>
      </p:sp>
      <p:sp>
        <p:nvSpPr>
          <p:cNvPr id="336936" name="Text Box 40">
            <a:extLst>
              <a:ext uri="{FF2B5EF4-FFF2-40B4-BE49-F238E27FC236}">
                <a16:creationId xmlns:a16="http://schemas.microsoft.com/office/drawing/2014/main" id="{EF3B416B-A3D2-9302-2406-EF5B8244A28C}"/>
              </a:ext>
            </a:extLst>
          </p:cNvPr>
          <p:cNvSpPr txBox="1">
            <a:spLocks noChangeArrowheads="1"/>
          </p:cNvSpPr>
          <p:nvPr/>
        </p:nvSpPr>
        <p:spPr bwMode="auto">
          <a:xfrm>
            <a:off x="384175" y="5732463"/>
            <a:ext cx="1370013"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24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66379164-3D67-6029-5BBB-F9E44C9B82E6}"/>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2: Carbonate Ion</a:t>
            </a:r>
          </a:p>
        </p:txBody>
      </p:sp>
      <p:sp>
        <p:nvSpPr>
          <p:cNvPr id="337923" name="Rectangle 3">
            <a:extLst>
              <a:ext uri="{FF2B5EF4-FFF2-40B4-BE49-F238E27FC236}">
                <a16:creationId xmlns:a16="http://schemas.microsoft.com/office/drawing/2014/main" id="{69C415E3-36DF-F78D-D7FE-9E12360133CF}"/>
              </a:ext>
            </a:extLst>
          </p:cNvPr>
          <p:cNvSpPr>
            <a:spLocks noChangeArrowheads="1"/>
          </p:cNvSpPr>
          <p:nvPr/>
        </p:nvSpPr>
        <p:spPr bwMode="auto">
          <a:xfrm>
            <a:off x="1273175" y="1735138"/>
            <a:ext cx="7124700"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5.  If short e-’s, look for multiple bonders or e</a:t>
            </a:r>
            <a:r>
              <a:rPr lang="en-US" baseline="30000">
                <a:solidFill>
                  <a:srgbClr val="FFFFFF"/>
                </a:solidFill>
                <a:effectLst>
                  <a:outerShdw blurRad="38100" dist="38100" dir="2700000" algn="tl">
                    <a:srgbClr val="000000"/>
                  </a:outerShdw>
                </a:effectLst>
                <a:latin typeface="Times New Roman" pitchFamily="18" charset="0"/>
                <a:ea typeface="+mn-ea"/>
              </a:rPr>
              <a:t>-</a:t>
            </a:r>
            <a:r>
              <a:rPr lang="en-US">
                <a:solidFill>
                  <a:srgbClr val="FFFFFF"/>
                </a:solidFill>
                <a:effectLst>
                  <a:outerShdw blurRad="38100" dist="38100" dir="2700000" algn="tl">
                    <a:srgbClr val="000000"/>
                  </a:outerShdw>
                </a:effectLst>
                <a:latin typeface="Times New Roman" pitchFamily="18" charset="0"/>
                <a:ea typeface="+mn-ea"/>
              </a:rPr>
              <a:t> deficients</a:t>
            </a:r>
          </a:p>
        </p:txBody>
      </p:sp>
      <p:sp>
        <p:nvSpPr>
          <p:cNvPr id="337924" name="Text Box 4">
            <a:extLst>
              <a:ext uri="{FF2B5EF4-FFF2-40B4-BE49-F238E27FC236}">
                <a16:creationId xmlns:a16="http://schemas.microsoft.com/office/drawing/2014/main" id="{58F698DC-E354-710E-588B-DFD1F5EFC6C5}"/>
              </a:ext>
            </a:extLst>
          </p:cNvPr>
          <p:cNvSpPr txBox="1">
            <a:spLocks noChangeArrowheads="1"/>
          </p:cNvSpPr>
          <p:nvPr/>
        </p:nvSpPr>
        <p:spPr bwMode="auto">
          <a:xfrm>
            <a:off x="3659188" y="37941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C</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7925" name="Text Box 5">
            <a:extLst>
              <a:ext uri="{FF2B5EF4-FFF2-40B4-BE49-F238E27FC236}">
                <a16:creationId xmlns:a16="http://schemas.microsoft.com/office/drawing/2014/main" id="{9E5B88E9-0914-BFDC-2A85-C91306977411}"/>
              </a:ext>
            </a:extLst>
          </p:cNvPr>
          <p:cNvSpPr txBox="1">
            <a:spLocks noChangeArrowheads="1"/>
          </p:cNvSpPr>
          <p:nvPr/>
        </p:nvSpPr>
        <p:spPr bwMode="auto">
          <a:xfrm>
            <a:off x="2257425" y="37798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7926" name="Text Box 6">
            <a:extLst>
              <a:ext uri="{FF2B5EF4-FFF2-40B4-BE49-F238E27FC236}">
                <a16:creationId xmlns:a16="http://schemas.microsoft.com/office/drawing/2014/main" id="{A848547C-4399-A5E0-D4A8-6C67E247F983}"/>
              </a:ext>
            </a:extLst>
          </p:cNvPr>
          <p:cNvSpPr txBox="1">
            <a:spLocks noChangeArrowheads="1"/>
          </p:cNvSpPr>
          <p:nvPr/>
        </p:nvSpPr>
        <p:spPr bwMode="auto">
          <a:xfrm>
            <a:off x="4949825" y="379888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7927" name="Line 7">
            <a:extLst>
              <a:ext uri="{FF2B5EF4-FFF2-40B4-BE49-F238E27FC236}">
                <a16:creationId xmlns:a16="http://schemas.microsoft.com/office/drawing/2014/main" id="{7EE3BBA5-6A31-1CAD-9FCE-1F027C0BCF14}"/>
              </a:ext>
            </a:extLst>
          </p:cNvPr>
          <p:cNvSpPr>
            <a:spLocks noChangeShapeType="1"/>
          </p:cNvSpPr>
          <p:nvPr/>
        </p:nvSpPr>
        <p:spPr bwMode="auto">
          <a:xfrm>
            <a:off x="3309938" y="4295775"/>
            <a:ext cx="433387"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7928" name="Line 8">
            <a:extLst>
              <a:ext uri="{FF2B5EF4-FFF2-40B4-BE49-F238E27FC236}">
                <a16:creationId xmlns:a16="http://schemas.microsoft.com/office/drawing/2014/main" id="{96D01089-9A20-D47B-4C09-E13D0E1220AE}"/>
              </a:ext>
            </a:extLst>
          </p:cNvPr>
          <p:cNvSpPr>
            <a:spLocks noChangeShapeType="1"/>
          </p:cNvSpPr>
          <p:nvPr/>
        </p:nvSpPr>
        <p:spPr bwMode="auto">
          <a:xfrm>
            <a:off x="4632325" y="4297363"/>
            <a:ext cx="434975"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7929" name="Text Box 9">
            <a:extLst>
              <a:ext uri="{FF2B5EF4-FFF2-40B4-BE49-F238E27FC236}">
                <a16:creationId xmlns:a16="http://schemas.microsoft.com/office/drawing/2014/main" id="{88783196-2004-DA20-A2A1-2F49B8B826B3}"/>
              </a:ext>
            </a:extLst>
          </p:cNvPr>
          <p:cNvSpPr txBox="1">
            <a:spLocks noChangeArrowheads="1"/>
          </p:cNvSpPr>
          <p:nvPr/>
        </p:nvSpPr>
        <p:spPr bwMode="auto">
          <a:xfrm>
            <a:off x="3681413" y="24796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7930" name="Line 10">
            <a:extLst>
              <a:ext uri="{FF2B5EF4-FFF2-40B4-BE49-F238E27FC236}">
                <a16:creationId xmlns:a16="http://schemas.microsoft.com/office/drawing/2014/main" id="{708F89B0-8636-0E0A-2BA9-0671D0EBE3F6}"/>
              </a:ext>
            </a:extLst>
          </p:cNvPr>
          <p:cNvSpPr>
            <a:spLocks noChangeShapeType="1"/>
          </p:cNvSpPr>
          <p:nvPr/>
        </p:nvSpPr>
        <p:spPr bwMode="auto">
          <a:xfrm flipV="1">
            <a:off x="4227513" y="3476625"/>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148491" name="Group 11">
            <a:extLst>
              <a:ext uri="{FF2B5EF4-FFF2-40B4-BE49-F238E27FC236}">
                <a16:creationId xmlns:a16="http://schemas.microsoft.com/office/drawing/2014/main" id="{4B1FDF74-8758-EA03-84D5-7F3DAAA7D8B9}"/>
              </a:ext>
            </a:extLst>
          </p:cNvPr>
          <p:cNvGrpSpPr>
            <a:grpSpLocks/>
          </p:cNvGrpSpPr>
          <p:nvPr/>
        </p:nvGrpSpPr>
        <p:grpSpPr bwMode="auto">
          <a:xfrm>
            <a:off x="3952875" y="2411413"/>
            <a:ext cx="520700" cy="152400"/>
            <a:chOff x="990" y="2694"/>
            <a:chExt cx="328" cy="96"/>
          </a:xfrm>
        </p:grpSpPr>
        <p:sp>
          <p:nvSpPr>
            <p:cNvPr id="337932" name="Oval 12">
              <a:extLst>
                <a:ext uri="{FF2B5EF4-FFF2-40B4-BE49-F238E27FC236}">
                  <a16:creationId xmlns:a16="http://schemas.microsoft.com/office/drawing/2014/main" id="{0D57616B-06CB-8A92-9829-0DC0FE88B46B}"/>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7933" name="Oval 13">
              <a:extLst>
                <a:ext uri="{FF2B5EF4-FFF2-40B4-BE49-F238E27FC236}">
                  <a16:creationId xmlns:a16="http://schemas.microsoft.com/office/drawing/2014/main" id="{C3396154-C804-16C7-E017-EB5495F93AA1}"/>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8492" name="Group 14">
            <a:extLst>
              <a:ext uri="{FF2B5EF4-FFF2-40B4-BE49-F238E27FC236}">
                <a16:creationId xmlns:a16="http://schemas.microsoft.com/office/drawing/2014/main" id="{0CEE7167-5278-EB19-582D-E83818DA4AEF}"/>
              </a:ext>
            </a:extLst>
          </p:cNvPr>
          <p:cNvGrpSpPr>
            <a:grpSpLocks/>
          </p:cNvGrpSpPr>
          <p:nvPr/>
        </p:nvGrpSpPr>
        <p:grpSpPr bwMode="auto">
          <a:xfrm>
            <a:off x="5224463" y="4816475"/>
            <a:ext cx="520700" cy="152400"/>
            <a:chOff x="990" y="2694"/>
            <a:chExt cx="328" cy="96"/>
          </a:xfrm>
        </p:grpSpPr>
        <p:sp>
          <p:nvSpPr>
            <p:cNvPr id="337935" name="Oval 15">
              <a:extLst>
                <a:ext uri="{FF2B5EF4-FFF2-40B4-BE49-F238E27FC236}">
                  <a16:creationId xmlns:a16="http://schemas.microsoft.com/office/drawing/2014/main" id="{0D812FD7-00E0-ED81-6A1F-63C274DBA798}"/>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7936" name="Oval 16">
              <a:extLst>
                <a:ext uri="{FF2B5EF4-FFF2-40B4-BE49-F238E27FC236}">
                  <a16:creationId xmlns:a16="http://schemas.microsoft.com/office/drawing/2014/main" id="{851E9F0E-B442-F92D-8532-7BA93D912400}"/>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8493" name="Group 17">
            <a:extLst>
              <a:ext uri="{FF2B5EF4-FFF2-40B4-BE49-F238E27FC236}">
                <a16:creationId xmlns:a16="http://schemas.microsoft.com/office/drawing/2014/main" id="{1C8FE61F-2B8B-D415-8EA9-B9CAB62E844E}"/>
              </a:ext>
            </a:extLst>
          </p:cNvPr>
          <p:cNvGrpSpPr>
            <a:grpSpLocks/>
          </p:cNvGrpSpPr>
          <p:nvPr/>
        </p:nvGrpSpPr>
        <p:grpSpPr bwMode="auto">
          <a:xfrm rot="-5400000">
            <a:off x="5822950" y="4295775"/>
            <a:ext cx="520700" cy="152400"/>
            <a:chOff x="990" y="2694"/>
            <a:chExt cx="328" cy="96"/>
          </a:xfrm>
        </p:grpSpPr>
        <p:sp>
          <p:nvSpPr>
            <p:cNvPr id="337938" name="Oval 18">
              <a:extLst>
                <a:ext uri="{FF2B5EF4-FFF2-40B4-BE49-F238E27FC236}">
                  <a16:creationId xmlns:a16="http://schemas.microsoft.com/office/drawing/2014/main" id="{17337A00-F863-CCE6-4057-C9C60EFC9511}"/>
                </a:ext>
              </a:extLst>
            </p:cNvPr>
            <p:cNvSpPr>
              <a:spLocks noChangeArrowheads="1"/>
            </p:cNvSpPr>
            <p:nvPr/>
          </p:nvSpPr>
          <p:spPr bwMode="auto">
            <a:xfrm>
              <a:off x="990" y="265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7939" name="Oval 19">
              <a:extLst>
                <a:ext uri="{FF2B5EF4-FFF2-40B4-BE49-F238E27FC236}">
                  <a16:creationId xmlns:a16="http://schemas.microsoft.com/office/drawing/2014/main" id="{ACC0F905-E4B8-2B87-7FE2-41033F1250D3}"/>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8494" name="Group 20">
            <a:extLst>
              <a:ext uri="{FF2B5EF4-FFF2-40B4-BE49-F238E27FC236}">
                <a16:creationId xmlns:a16="http://schemas.microsoft.com/office/drawing/2014/main" id="{D397E0F0-FF3B-FD5C-13BB-7861308278E8}"/>
              </a:ext>
            </a:extLst>
          </p:cNvPr>
          <p:cNvGrpSpPr>
            <a:grpSpLocks/>
          </p:cNvGrpSpPr>
          <p:nvPr/>
        </p:nvGrpSpPr>
        <p:grpSpPr bwMode="auto">
          <a:xfrm>
            <a:off x="5226050" y="3698875"/>
            <a:ext cx="520700" cy="152400"/>
            <a:chOff x="990" y="2694"/>
            <a:chExt cx="328" cy="96"/>
          </a:xfrm>
        </p:grpSpPr>
        <p:sp>
          <p:nvSpPr>
            <p:cNvPr id="337941" name="Oval 21">
              <a:extLst>
                <a:ext uri="{FF2B5EF4-FFF2-40B4-BE49-F238E27FC236}">
                  <a16:creationId xmlns:a16="http://schemas.microsoft.com/office/drawing/2014/main" id="{A7FF5DA5-CD86-DD36-E7FA-5AE8660CFF86}"/>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7942" name="Oval 22">
              <a:extLst>
                <a:ext uri="{FF2B5EF4-FFF2-40B4-BE49-F238E27FC236}">
                  <a16:creationId xmlns:a16="http://schemas.microsoft.com/office/drawing/2014/main" id="{2B0774A8-25FA-DE75-9577-2DC1DD2B87FB}"/>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8495" name="Group 23">
            <a:extLst>
              <a:ext uri="{FF2B5EF4-FFF2-40B4-BE49-F238E27FC236}">
                <a16:creationId xmlns:a16="http://schemas.microsoft.com/office/drawing/2014/main" id="{F0C72FE3-98C3-A551-8218-D6866D775B2E}"/>
              </a:ext>
            </a:extLst>
          </p:cNvPr>
          <p:cNvGrpSpPr>
            <a:grpSpLocks/>
          </p:cNvGrpSpPr>
          <p:nvPr/>
        </p:nvGrpSpPr>
        <p:grpSpPr bwMode="auto">
          <a:xfrm>
            <a:off x="2519363" y="4751388"/>
            <a:ext cx="520700" cy="152400"/>
            <a:chOff x="990" y="2694"/>
            <a:chExt cx="328" cy="96"/>
          </a:xfrm>
        </p:grpSpPr>
        <p:sp>
          <p:nvSpPr>
            <p:cNvPr id="337944" name="Oval 24">
              <a:extLst>
                <a:ext uri="{FF2B5EF4-FFF2-40B4-BE49-F238E27FC236}">
                  <a16:creationId xmlns:a16="http://schemas.microsoft.com/office/drawing/2014/main" id="{A09C831C-3E8E-855A-3ECF-2DBE6172EFEF}"/>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7945" name="Oval 25">
              <a:extLst>
                <a:ext uri="{FF2B5EF4-FFF2-40B4-BE49-F238E27FC236}">
                  <a16:creationId xmlns:a16="http://schemas.microsoft.com/office/drawing/2014/main" id="{AC0B859C-9BF8-E02B-FDF6-959D8A0FF9C7}"/>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8496" name="Group 26">
            <a:extLst>
              <a:ext uri="{FF2B5EF4-FFF2-40B4-BE49-F238E27FC236}">
                <a16:creationId xmlns:a16="http://schemas.microsoft.com/office/drawing/2014/main" id="{7EB1B88C-DC27-DCCD-C852-4E1B993E663B}"/>
              </a:ext>
            </a:extLst>
          </p:cNvPr>
          <p:cNvGrpSpPr>
            <a:grpSpLocks/>
          </p:cNvGrpSpPr>
          <p:nvPr/>
        </p:nvGrpSpPr>
        <p:grpSpPr bwMode="auto">
          <a:xfrm rot="-5400000">
            <a:off x="4487863" y="2927350"/>
            <a:ext cx="520700" cy="152400"/>
            <a:chOff x="990" y="2694"/>
            <a:chExt cx="328" cy="96"/>
          </a:xfrm>
        </p:grpSpPr>
        <p:sp>
          <p:nvSpPr>
            <p:cNvPr id="337947" name="Oval 27">
              <a:extLst>
                <a:ext uri="{FF2B5EF4-FFF2-40B4-BE49-F238E27FC236}">
                  <a16:creationId xmlns:a16="http://schemas.microsoft.com/office/drawing/2014/main" id="{2294A605-071D-C04C-7389-03A4600AC6C2}"/>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7948" name="Oval 28">
              <a:extLst>
                <a:ext uri="{FF2B5EF4-FFF2-40B4-BE49-F238E27FC236}">
                  <a16:creationId xmlns:a16="http://schemas.microsoft.com/office/drawing/2014/main" id="{587F7D1D-B265-3A29-923F-00A6A42199DC}"/>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8497" name="Group 29">
            <a:extLst>
              <a:ext uri="{FF2B5EF4-FFF2-40B4-BE49-F238E27FC236}">
                <a16:creationId xmlns:a16="http://schemas.microsoft.com/office/drawing/2014/main" id="{6735331E-6D5E-6AF1-CAD2-F31E4A1D8BD8}"/>
              </a:ext>
            </a:extLst>
          </p:cNvPr>
          <p:cNvGrpSpPr>
            <a:grpSpLocks/>
          </p:cNvGrpSpPr>
          <p:nvPr/>
        </p:nvGrpSpPr>
        <p:grpSpPr bwMode="auto">
          <a:xfrm rot="-5400000">
            <a:off x="3436938" y="2963863"/>
            <a:ext cx="520700" cy="152400"/>
            <a:chOff x="990" y="2694"/>
            <a:chExt cx="328" cy="96"/>
          </a:xfrm>
        </p:grpSpPr>
        <p:sp>
          <p:nvSpPr>
            <p:cNvPr id="337950" name="Oval 30">
              <a:extLst>
                <a:ext uri="{FF2B5EF4-FFF2-40B4-BE49-F238E27FC236}">
                  <a16:creationId xmlns:a16="http://schemas.microsoft.com/office/drawing/2014/main" id="{D024695E-0AC2-9966-6E52-531C4BDF0DBE}"/>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7951" name="Oval 31">
              <a:extLst>
                <a:ext uri="{FF2B5EF4-FFF2-40B4-BE49-F238E27FC236}">
                  <a16:creationId xmlns:a16="http://schemas.microsoft.com/office/drawing/2014/main" id="{F1BE16FC-6CAD-A1D3-7F0E-FD046C4B2B3A}"/>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8498" name="Group 32">
            <a:extLst>
              <a:ext uri="{FF2B5EF4-FFF2-40B4-BE49-F238E27FC236}">
                <a16:creationId xmlns:a16="http://schemas.microsoft.com/office/drawing/2014/main" id="{5AFF796E-FF29-75D3-F745-F9154FF5CFD1}"/>
              </a:ext>
            </a:extLst>
          </p:cNvPr>
          <p:cNvGrpSpPr>
            <a:grpSpLocks/>
          </p:cNvGrpSpPr>
          <p:nvPr/>
        </p:nvGrpSpPr>
        <p:grpSpPr bwMode="auto">
          <a:xfrm rot="-5400000">
            <a:off x="2019300" y="4203700"/>
            <a:ext cx="520700" cy="152400"/>
            <a:chOff x="990" y="2694"/>
            <a:chExt cx="328" cy="96"/>
          </a:xfrm>
        </p:grpSpPr>
        <p:sp>
          <p:nvSpPr>
            <p:cNvPr id="337953" name="Oval 33">
              <a:extLst>
                <a:ext uri="{FF2B5EF4-FFF2-40B4-BE49-F238E27FC236}">
                  <a16:creationId xmlns:a16="http://schemas.microsoft.com/office/drawing/2014/main" id="{2E175C69-F393-C6F0-0EFF-41C39CBBB048}"/>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7954" name="Oval 34">
              <a:extLst>
                <a:ext uri="{FF2B5EF4-FFF2-40B4-BE49-F238E27FC236}">
                  <a16:creationId xmlns:a16="http://schemas.microsoft.com/office/drawing/2014/main" id="{10C6938A-B159-45D7-6257-56D372A78234}"/>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48499" name="Group 35">
            <a:extLst>
              <a:ext uri="{FF2B5EF4-FFF2-40B4-BE49-F238E27FC236}">
                <a16:creationId xmlns:a16="http://schemas.microsoft.com/office/drawing/2014/main" id="{0E88E375-03C9-F06F-DA11-FAA76BF70082}"/>
              </a:ext>
            </a:extLst>
          </p:cNvPr>
          <p:cNvGrpSpPr>
            <a:grpSpLocks/>
          </p:cNvGrpSpPr>
          <p:nvPr/>
        </p:nvGrpSpPr>
        <p:grpSpPr bwMode="auto">
          <a:xfrm>
            <a:off x="2538413" y="3617913"/>
            <a:ext cx="520700" cy="152400"/>
            <a:chOff x="990" y="2694"/>
            <a:chExt cx="328" cy="96"/>
          </a:xfrm>
        </p:grpSpPr>
        <p:sp>
          <p:nvSpPr>
            <p:cNvPr id="337956" name="Oval 36">
              <a:extLst>
                <a:ext uri="{FF2B5EF4-FFF2-40B4-BE49-F238E27FC236}">
                  <a16:creationId xmlns:a16="http://schemas.microsoft.com/office/drawing/2014/main" id="{9391BBDB-5F84-DA0F-7636-BF7A353AC1E6}"/>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7957" name="Oval 37">
              <a:extLst>
                <a:ext uri="{FF2B5EF4-FFF2-40B4-BE49-F238E27FC236}">
                  <a16:creationId xmlns:a16="http://schemas.microsoft.com/office/drawing/2014/main" id="{8F9AB4AD-4A34-BCBD-0F10-0E6FCBDF4D02}"/>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37958" name="Oval 38">
            <a:extLst>
              <a:ext uri="{FF2B5EF4-FFF2-40B4-BE49-F238E27FC236}">
                <a16:creationId xmlns:a16="http://schemas.microsoft.com/office/drawing/2014/main" id="{78F4EDCD-A84B-4104-9306-C5279C697371}"/>
              </a:ext>
            </a:extLst>
          </p:cNvPr>
          <p:cNvSpPr>
            <a:spLocks noChangeArrowheads="1"/>
          </p:cNvSpPr>
          <p:nvPr/>
        </p:nvSpPr>
        <p:spPr bwMode="auto">
          <a:xfrm>
            <a:off x="3527425" y="3575050"/>
            <a:ext cx="1403350" cy="1538288"/>
          </a:xfrm>
          <a:prstGeom prst="ellipse">
            <a:avLst/>
          </a:prstGeom>
          <a:noFill/>
          <a:ln w="28575">
            <a:solidFill>
              <a:schemeClr val="accent2"/>
            </a:solidFill>
            <a:prstDash val="dash"/>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7959" name="Text Box 39">
            <a:extLst>
              <a:ext uri="{FF2B5EF4-FFF2-40B4-BE49-F238E27FC236}">
                <a16:creationId xmlns:a16="http://schemas.microsoft.com/office/drawing/2014/main" id="{418C8909-9369-3EAA-1140-47D4B97741FB}"/>
              </a:ext>
            </a:extLst>
          </p:cNvPr>
          <p:cNvSpPr txBox="1">
            <a:spLocks noChangeArrowheads="1"/>
          </p:cNvSpPr>
          <p:nvPr/>
        </p:nvSpPr>
        <p:spPr bwMode="auto">
          <a:xfrm>
            <a:off x="1252538" y="5381625"/>
            <a:ext cx="6502400" cy="519113"/>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FFFFF"/>
                </a:solidFill>
                <a:effectLst>
                  <a:outerShdw blurRad="38100" dist="38100" dir="2700000" algn="tl">
                    <a:srgbClr val="000000"/>
                  </a:outerShdw>
                </a:effectLst>
                <a:latin typeface="Times New Roman" pitchFamily="18" charset="0"/>
                <a:ea typeface="+mn-ea"/>
              </a:rPr>
              <a:t>We’re short 2 e</a:t>
            </a:r>
            <a:r>
              <a:rPr lang="en-US" sz="2800" baseline="30000">
                <a:solidFill>
                  <a:srgbClr val="FFFFFF"/>
                </a:solidFill>
                <a:effectLst>
                  <a:outerShdw blurRad="38100" dist="38100" dir="2700000" algn="tl">
                    <a:srgbClr val="000000"/>
                  </a:outerShdw>
                </a:effectLst>
                <a:latin typeface="Times New Roman" pitchFamily="18" charset="0"/>
                <a:ea typeface="+mn-ea"/>
              </a:rPr>
              <a:t>-</a:t>
            </a:r>
            <a:r>
              <a:rPr lang="en-US" sz="2800">
                <a:solidFill>
                  <a:srgbClr val="FFFFFF"/>
                </a:solidFill>
                <a:effectLst>
                  <a:outerShdw blurRad="38100" dist="38100" dir="2700000" algn="tl">
                    <a:srgbClr val="000000"/>
                  </a:outerShdw>
                </a:effectLst>
                <a:latin typeface="Times New Roman" pitchFamily="18" charset="0"/>
                <a:ea typeface="+mn-ea"/>
              </a:rPr>
              <a:t>’s, so need 1 multiple bond</a:t>
            </a:r>
          </a:p>
        </p:txBody>
      </p:sp>
      <p:sp>
        <p:nvSpPr>
          <p:cNvPr id="337960" name="Text Box 40">
            <a:extLst>
              <a:ext uri="{FF2B5EF4-FFF2-40B4-BE49-F238E27FC236}">
                <a16:creationId xmlns:a16="http://schemas.microsoft.com/office/drawing/2014/main" id="{4C3D6DBC-F783-8481-30D3-CF61B10FB8B4}"/>
              </a:ext>
            </a:extLst>
          </p:cNvPr>
          <p:cNvSpPr txBox="1">
            <a:spLocks noChangeArrowheads="1"/>
          </p:cNvSpPr>
          <p:nvPr/>
        </p:nvSpPr>
        <p:spPr bwMode="auto">
          <a:xfrm>
            <a:off x="384175" y="5732463"/>
            <a:ext cx="1370013"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24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6822D685-37FE-87F9-22F7-0D2D2BEE8C33}"/>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2: Carbonate Ion</a:t>
            </a:r>
          </a:p>
        </p:txBody>
      </p:sp>
      <p:sp>
        <p:nvSpPr>
          <p:cNvPr id="338947" name="Rectangle 3">
            <a:extLst>
              <a:ext uri="{FF2B5EF4-FFF2-40B4-BE49-F238E27FC236}">
                <a16:creationId xmlns:a16="http://schemas.microsoft.com/office/drawing/2014/main" id="{76280CDF-5BC2-5306-917A-090311FFBBD5}"/>
              </a:ext>
            </a:extLst>
          </p:cNvPr>
          <p:cNvSpPr>
            <a:spLocks noChangeArrowheads="1"/>
          </p:cNvSpPr>
          <p:nvPr/>
        </p:nvSpPr>
        <p:spPr bwMode="auto">
          <a:xfrm>
            <a:off x="1273175" y="1735138"/>
            <a:ext cx="7124700"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5.  If short e-’s, look for multiple bonders or e</a:t>
            </a:r>
            <a:r>
              <a:rPr lang="en-US" baseline="30000">
                <a:solidFill>
                  <a:srgbClr val="FFFFFF"/>
                </a:solidFill>
                <a:effectLst>
                  <a:outerShdw blurRad="38100" dist="38100" dir="2700000" algn="tl">
                    <a:srgbClr val="000000"/>
                  </a:outerShdw>
                </a:effectLst>
                <a:latin typeface="Times New Roman" pitchFamily="18" charset="0"/>
                <a:ea typeface="+mn-ea"/>
              </a:rPr>
              <a:t>-</a:t>
            </a:r>
            <a:r>
              <a:rPr lang="en-US">
                <a:solidFill>
                  <a:srgbClr val="FFFFFF"/>
                </a:solidFill>
                <a:effectLst>
                  <a:outerShdw blurRad="38100" dist="38100" dir="2700000" algn="tl">
                    <a:srgbClr val="000000"/>
                  </a:outerShdw>
                </a:effectLst>
                <a:latin typeface="Times New Roman" pitchFamily="18" charset="0"/>
                <a:ea typeface="+mn-ea"/>
              </a:rPr>
              <a:t> deficients</a:t>
            </a:r>
          </a:p>
        </p:txBody>
      </p:sp>
      <p:sp>
        <p:nvSpPr>
          <p:cNvPr id="338948" name="Text Box 4">
            <a:extLst>
              <a:ext uri="{FF2B5EF4-FFF2-40B4-BE49-F238E27FC236}">
                <a16:creationId xmlns:a16="http://schemas.microsoft.com/office/drawing/2014/main" id="{5CB769E1-CA0D-EEC6-0837-8AF26BA36543}"/>
              </a:ext>
            </a:extLst>
          </p:cNvPr>
          <p:cNvSpPr txBox="1">
            <a:spLocks noChangeArrowheads="1"/>
          </p:cNvSpPr>
          <p:nvPr/>
        </p:nvSpPr>
        <p:spPr bwMode="auto">
          <a:xfrm>
            <a:off x="3659188" y="37941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C</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8949" name="Text Box 5">
            <a:extLst>
              <a:ext uri="{FF2B5EF4-FFF2-40B4-BE49-F238E27FC236}">
                <a16:creationId xmlns:a16="http://schemas.microsoft.com/office/drawing/2014/main" id="{7889598B-DC1B-2F62-2F7E-AEFC290047E1}"/>
              </a:ext>
            </a:extLst>
          </p:cNvPr>
          <p:cNvSpPr txBox="1">
            <a:spLocks noChangeArrowheads="1"/>
          </p:cNvSpPr>
          <p:nvPr/>
        </p:nvSpPr>
        <p:spPr bwMode="auto">
          <a:xfrm>
            <a:off x="2257425" y="37798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8950" name="Text Box 6">
            <a:extLst>
              <a:ext uri="{FF2B5EF4-FFF2-40B4-BE49-F238E27FC236}">
                <a16:creationId xmlns:a16="http://schemas.microsoft.com/office/drawing/2014/main" id="{7A80AC9B-9800-3C4F-FCC0-D64DC0C25E12}"/>
              </a:ext>
            </a:extLst>
          </p:cNvPr>
          <p:cNvSpPr txBox="1">
            <a:spLocks noChangeArrowheads="1"/>
          </p:cNvSpPr>
          <p:nvPr/>
        </p:nvSpPr>
        <p:spPr bwMode="auto">
          <a:xfrm>
            <a:off x="4949825" y="379888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8951" name="Line 7">
            <a:extLst>
              <a:ext uri="{FF2B5EF4-FFF2-40B4-BE49-F238E27FC236}">
                <a16:creationId xmlns:a16="http://schemas.microsoft.com/office/drawing/2014/main" id="{F94B9CCD-B3ED-F2B1-23B3-9629296A7EF3}"/>
              </a:ext>
            </a:extLst>
          </p:cNvPr>
          <p:cNvSpPr>
            <a:spLocks noChangeShapeType="1"/>
          </p:cNvSpPr>
          <p:nvPr/>
        </p:nvSpPr>
        <p:spPr bwMode="auto">
          <a:xfrm>
            <a:off x="3309938" y="4295775"/>
            <a:ext cx="433387"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8952" name="Line 8">
            <a:extLst>
              <a:ext uri="{FF2B5EF4-FFF2-40B4-BE49-F238E27FC236}">
                <a16:creationId xmlns:a16="http://schemas.microsoft.com/office/drawing/2014/main" id="{4A79E5C4-8D06-AEFA-0142-2A7D4320E349}"/>
              </a:ext>
            </a:extLst>
          </p:cNvPr>
          <p:cNvSpPr>
            <a:spLocks noChangeShapeType="1"/>
          </p:cNvSpPr>
          <p:nvPr/>
        </p:nvSpPr>
        <p:spPr bwMode="auto">
          <a:xfrm>
            <a:off x="4632325" y="4297363"/>
            <a:ext cx="434975"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8953" name="Text Box 9">
            <a:extLst>
              <a:ext uri="{FF2B5EF4-FFF2-40B4-BE49-F238E27FC236}">
                <a16:creationId xmlns:a16="http://schemas.microsoft.com/office/drawing/2014/main" id="{A8608C39-63AB-1B92-543C-19E3E19F6EE7}"/>
              </a:ext>
            </a:extLst>
          </p:cNvPr>
          <p:cNvSpPr txBox="1">
            <a:spLocks noChangeArrowheads="1"/>
          </p:cNvSpPr>
          <p:nvPr/>
        </p:nvSpPr>
        <p:spPr bwMode="auto">
          <a:xfrm>
            <a:off x="3681413" y="24796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8954" name="Line 10">
            <a:extLst>
              <a:ext uri="{FF2B5EF4-FFF2-40B4-BE49-F238E27FC236}">
                <a16:creationId xmlns:a16="http://schemas.microsoft.com/office/drawing/2014/main" id="{DEE40F04-280A-28DD-109B-FCCD66FB1164}"/>
              </a:ext>
            </a:extLst>
          </p:cNvPr>
          <p:cNvSpPr>
            <a:spLocks noChangeShapeType="1"/>
          </p:cNvSpPr>
          <p:nvPr/>
        </p:nvSpPr>
        <p:spPr bwMode="auto">
          <a:xfrm flipV="1">
            <a:off x="4227513" y="3476625"/>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150539" name="Group 11">
            <a:extLst>
              <a:ext uri="{FF2B5EF4-FFF2-40B4-BE49-F238E27FC236}">
                <a16:creationId xmlns:a16="http://schemas.microsoft.com/office/drawing/2014/main" id="{5EDA1770-DA67-4266-0EC1-E86535D69176}"/>
              </a:ext>
            </a:extLst>
          </p:cNvPr>
          <p:cNvGrpSpPr>
            <a:grpSpLocks/>
          </p:cNvGrpSpPr>
          <p:nvPr/>
        </p:nvGrpSpPr>
        <p:grpSpPr bwMode="auto">
          <a:xfrm>
            <a:off x="3952875" y="2411413"/>
            <a:ext cx="520700" cy="152400"/>
            <a:chOff x="990" y="2694"/>
            <a:chExt cx="328" cy="96"/>
          </a:xfrm>
        </p:grpSpPr>
        <p:sp>
          <p:nvSpPr>
            <p:cNvPr id="338956" name="Oval 12">
              <a:extLst>
                <a:ext uri="{FF2B5EF4-FFF2-40B4-BE49-F238E27FC236}">
                  <a16:creationId xmlns:a16="http://schemas.microsoft.com/office/drawing/2014/main" id="{47C0476D-473A-2765-98A8-DBF208CA74DC}"/>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8957" name="Oval 13">
              <a:extLst>
                <a:ext uri="{FF2B5EF4-FFF2-40B4-BE49-F238E27FC236}">
                  <a16:creationId xmlns:a16="http://schemas.microsoft.com/office/drawing/2014/main" id="{58F4A49D-6838-148F-CF32-37E8FA984782}"/>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0540" name="Group 14">
            <a:extLst>
              <a:ext uri="{FF2B5EF4-FFF2-40B4-BE49-F238E27FC236}">
                <a16:creationId xmlns:a16="http://schemas.microsoft.com/office/drawing/2014/main" id="{8056964F-99B2-A351-C57A-E1E02F7F05E4}"/>
              </a:ext>
            </a:extLst>
          </p:cNvPr>
          <p:cNvGrpSpPr>
            <a:grpSpLocks/>
          </p:cNvGrpSpPr>
          <p:nvPr/>
        </p:nvGrpSpPr>
        <p:grpSpPr bwMode="auto">
          <a:xfrm>
            <a:off x="5224463" y="4816475"/>
            <a:ext cx="520700" cy="152400"/>
            <a:chOff x="990" y="2694"/>
            <a:chExt cx="328" cy="96"/>
          </a:xfrm>
        </p:grpSpPr>
        <p:sp>
          <p:nvSpPr>
            <p:cNvPr id="338959" name="Oval 15">
              <a:extLst>
                <a:ext uri="{FF2B5EF4-FFF2-40B4-BE49-F238E27FC236}">
                  <a16:creationId xmlns:a16="http://schemas.microsoft.com/office/drawing/2014/main" id="{1CC42073-CAB8-BD2B-6FDE-158FAF0AD0AD}"/>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8960" name="Oval 16">
              <a:extLst>
                <a:ext uri="{FF2B5EF4-FFF2-40B4-BE49-F238E27FC236}">
                  <a16:creationId xmlns:a16="http://schemas.microsoft.com/office/drawing/2014/main" id="{57302B48-2A52-52C2-F136-72493578688A}"/>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0541" name="Group 17">
            <a:extLst>
              <a:ext uri="{FF2B5EF4-FFF2-40B4-BE49-F238E27FC236}">
                <a16:creationId xmlns:a16="http://schemas.microsoft.com/office/drawing/2014/main" id="{BDE6F496-B779-979A-8D5C-ABF83D45F479}"/>
              </a:ext>
            </a:extLst>
          </p:cNvPr>
          <p:cNvGrpSpPr>
            <a:grpSpLocks/>
          </p:cNvGrpSpPr>
          <p:nvPr/>
        </p:nvGrpSpPr>
        <p:grpSpPr bwMode="auto">
          <a:xfrm rot="-5400000">
            <a:off x="5822950" y="4295775"/>
            <a:ext cx="520700" cy="152400"/>
            <a:chOff x="990" y="2694"/>
            <a:chExt cx="328" cy="96"/>
          </a:xfrm>
        </p:grpSpPr>
        <p:sp>
          <p:nvSpPr>
            <p:cNvPr id="338962" name="Oval 18">
              <a:extLst>
                <a:ext uri="{FF2B5EF4-FFF2-40B4-BE49-F238E27FC236}">
                  <a16:creationId xmlns:a16="http://schemas.microsoft.com/office/drawing/2014/main" id="{0375AD08-6E3B-AE06-0F18-2312E85FC1EB}"/>
                </a:ext>
              </a:extLst>
            </p:cNvPr>
            <p:cNvSpPr>
              <a:spLocks noChangeArrowheads="1"/>
            </p:cNvSpPr>
            <p:nvPr/>
          </p:nvSpPr>
          <p:spPr bwMode="auto">
            <a:xfrm>
              <a:off x="990" y="265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8963" name="Oval 19">
              <a:extLst>
                <a:ext uri="{FF2B5EF4-FFF2-40B4-BE49-F238E27FC236}">
                  <a16:creationId xmlns:a16="http://schemas.microsoft.com/office/drawing/2014/main" id="{39F7B7FA-8554-B56D-5C35-89494CDACD6D}"/>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0542" name="Group 20">
            <a:extLst>
              <a:ext uri="{FF2B5EF4-FFF2-40B4-BE49-F238E27FC236}">
                <a16:creationId xmlns:a16="http://schemas.microsoft.com/office/drawing/2014/main" id="{863BCA5B-6EFB-05FC-B168-3F6E0A90342F}"/>
              </a:ext>
            </a:extLst>
          </p:cNvPr>
          <p:cNvGrpSpPr>
            <a:grpSpLocks/>
          </p:cNvGrpSpPr>
          <p:nvPr/>
        </p:nvGrpSpPr>
        <p:grpSpPr bwMode="auto">
          <a:xfrm>
            <a:off x="5226050" y="3698875"/>
            <a:ext cx="520700" cy="152400"/>
            <a:chOff x="990" y="2694"/>
            <a:chExt cx="328" cy="96"/>
          </a:xfrm>
        </p:grpSpPr>
        <p:sp>
          <p:nvSpPr>
            <p:cNvPr id="338965" name="Oval 21">
              <a:extLst>
                <a:ext uri="{FF2B5EF4-FFF2-40B4-BE49-F238E27FC236}">
                  <a16:creationId xmlns:a16="http://schemas.microsoft.com/office/drawing/2014/main" id="{7B2554B8-C713-2750-9746-5C7F370D65F6}"/>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8966" name="Oval 22">
              <a:extLst>
                <a:ext uri="{FF2B5EF4-FFF2-40B4-BE49-F238E27FC236}">
                  <a16:creationId xmlns:a16="http://schemas.microsoft.com/office/drawing/2014/main" id="{146BEC08-03A5-1C00-0508-CCEA31403C1D}"/>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0543" name="Group 23">
            <a:extLst>
              <a:ext uri="{FF2B5EF4-FFF2-40B4-BE49-F238E27FC236}">
                <a16:creationId xmlns:a16="http://schemas.microsoft.com/office/drawing/2014/main" id="{D8494310-6723-6D01-2CF5-51148239E04F}"/>
              </a:ext>
            </a:extLst>
          </p:cNvPr>
          <p:cNvGrpSpPr>
            <a:grpSpLocks/>
          </p:cNvGrpSpPr>
          <p:nvPr/>
        </p:nvGrpSpPr>
        <p:grpSpPr bwMode="auto">
          <a:xfrm>
            <a:off x="2519363" y="4751388"/>
            <a:ext cx="520700" cy="152400"/>
            <a:chOff x="990" y="2694"/>
            <a:chExt cx="328" cy="96"/>
          </a:xfrm>
        </p:grpSpPr>
        <p:sp>
          <p:nvSpPr>
            <p:cNvPr id="338968" name="Oval 24">
              <a:extLst>
                <a:ext uri="{FF2B5EF4-FFF2-40B4-BE49-F238E27FC236}">
                  <a16:creationId xmlns:a16="http://schemas.microsoft.com/office/drawing/2014/main" id="{2E9503E4-B4F5-CD48-16E9-27CB39CB82A1}"/>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8969" name="Oval 25">
              <a:extLst>
                <a:ext uri="{FF2B5EF4-FFF2-40B4-BE49-F238E27FC236}">
                  <a16:creationId xmlns:a16="http://schemas.microsoft.com/office/drawing/2014/main" id="{2C4EF358-21DB-2F71-AB35-A9D99AD68F45}"/>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0544" name="Group 26">
            <a:extLst>
              <a:ext uri="{FF2B5EF4-FFF2-40B4-BE49-F238E27FC236}">
                <a16:creationId xmlns:a16="http://schemas.microsoft.com/office/drawing/2014/main" id="{CE30DC98-D032-5AEB-F960-8B4BFFB19BCD}"/>
              </a:ext>
            </a:extLst>
          </p:cNvPr>
          <p:cNvGrpSpPr>
            <a:grpSpLocks/>
          </p:cNvGrpSpPr>
          <p:nvPr/>
        </p:nvGrpSpPr>
        <p:grpSpPr bwMode="auto">
          <a:xfrm rot="-5400000">
            <a:off x="4487863" y="2927350"/>
            <a:ext cx="520700" cy="152400"/>
            <a:chOff x="990" y="2694"/>
            <a:chExt cx="328" cy="96"/>
          </a:xfrm>
        </p:grpSpPr>
        <p:sp>
          <p:nvSpPr>
            <p:cNvPr id="338971" name="Oval 27">
              <a:extLst>
                <a:ext uri="{FF2B5EF4-FFF2-40B4-BE49-F238E27FC236}">
                  <a16:creationId xmlns:a16="http://schemas.microsoft.com/office/drawing/2014/main" id="{5087A4F8-4789-B0A3-6DA5-2D62B2468D13}"/>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8972" name="Oval 28">
              <a:extLst>
                <a:ext uri="{FF2B5EF4-FFF2-40B4-BE49-F238E27FC236}">
                  <a16:creationId xmlns:a16="http://schemas.microsoft.com/office/drawing/2014/main" id="{8155B6F6-ACD8-9046-7175-48BD43C24586}"/>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0545" name="Group 29">
            <a:extLst>
              <a:ext uri="{FF2B5EF4-FFF2-40B4-BE49-F238E27FC236}">
                <a16:creationId xmlns:a16="http://schemas.microsoft.com/office/drawing/2014/main" id="{505AC08C-5423-10D6-FE66-6AA66C504D90}"/>
              </a:ext>
            </a:extLst>
          </p:cNvPr>
          <p:cNvGrpSpPr>
            <a:grpSpLocks/>
          </p:cNvGrpSpPr>
          <p:nvPr/>
        </p:nvGrpSpPr>
        <p:grpSpPr bwMode="auto">
          <a:xfrm rot="-5400000">
            <a:off x="3436938" y="2963863"/>
            <a:ext cx="520700" cy="152400"/>
            <a:chOff x="990" y="2694"/>
            <a:chExt cx="328" cy="96"/>
          </a:xfrm>
        </p:grpSpPr>
        <p:sp>
          <p:nvSpPr>
            <p:cNvPr id="338974" name="Oval 30">
              <a:extLst>
                <a:ext uri="{FF2B5EF4-FFF2-40B4-BE49-F238E27FC236}">
                  <a16:creationId xmlns:a16="http://schemas.microsoft.com/office/drawing/2014/main" id="{C5BBC200-CBA8-7EA3-5DEF-665FD93D85B5}"/>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8975" name="Oval 31">
              <a:extLst>
                <a:ext uri="{FF2B5EF4-FFF2-40B4-BE49-F238E27FC236}">
                  <a16:creationId xmlns:a16="http://schemas.microsoft.com/office/drawing/2014/main" id="{EE5D21E7-C6E6-A1B8-9E54-E5E9F897C913}"/>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0546" name="Group 32">
            <a:extLst>
              <a:ext uri="{FF2B5EF4-FFF2-40B4-BE49-F238E27FC236}">
                <a16:creationId xmlns:a16="http://schemas.microsoft.com/office/drawing/2014/main" id="{3994552A-CCF4-A3C5-B117-3FA89756E607}"/>
              </a:ext>
            </a:extLst>
          </p:cNvPr>
          <p:cNvGrpSpPr>
            <a:grpSpLocks/>
          </p:cNvGrpSpPr>
          <p:nvPr/>
        </p:nvGrpSpPr>
        <p:grpSpPr bwMode="auto">
          <a:xfrm rot="-5400000">
            <a:off x="2019300" y="4203700"/>
            <a:ext cx="520700" cy="152400"/>
            <a:chOff x="990" y="2694"/>
            <a:chExt cx="328" cy="96"/>
          </a:xfrm>
        </p:grpSpPr>
        <p:sp>
          <p:nvSpPr>
            <p:cNvPr id="338977" name="Oval 33">
              <a:extLst>
                <a:ext uri="{FF2B5EF4-FFF2-40B4-BE49-F238E27FC236}">
                  <a16:creationId xmlns:a16="http://schemas.microsoft.com/office/drawing/2014/main" id="{A9ED0476-DBAF-5A6C-57A6-3B646F93DB7F}"/>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8978" name="Oval 34">
              <a:extLst>
                <a:ext uri="{FF2B5EF4-FFF2-40B4-BE49-F238E27FC236}">
                  <a16:creationId xmlns:a16="http://schemas.microsoft.com/office/drawing/2014/main" id="{A542C35D-BFDD-DCF3-F3DB-22AD5C944980}"/>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0547" name="Group 35">
            <a:extLst>
              <a:ext uri="{FF2B5EF4-FFF2-40B4-BE49-F238E27FC236}">
                <a16:creationId xmlns:a16="http://schemas.microsoft.com/office/drawing/2014/main" id="{E5F73F28-0815-ECF4-2438-2BCBAB8EE43C}"/>
              </a:ext>
            </a:extLst>
          </p:cNvPr>
          <p:cNvGrpSpPr>
            <a:grpSpLocks/>
          </p:cNvGrpSpPr>
          <p:nvPr/>
        </p:nvGrpSpPr>
        <p:grpSpPr bwMode="auto">
          <a:xfrm>
            <a:off x="2538413" y="3617913"/>
            <a:ext cx="520700" cy="152400"/>
            <a:chOff x="990" y="2694"/>
            <a:chExt cx="328" cy="96"/>
          </a:xfrm>
        </p:grpSpPr>
        <p:sp>
          <p:nvSpPr>
            <p:cNvPr id="338980" name="Oval 36">
              <a:extLst>
                <a:ext uri="{FF2B5EF4-FFF2-40B4-BE49-F238E27FC236}">
                  <a16:creationId xmlns:a16="http://schemas.microsoft.com/office/drawing/2014/main" id="{B523D85A-2D1D-4D77-CDEC-4218C870FE41}"/>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8981" name="Oval 37">
              <a:extLst>
                <a:ext uri="{FF2B5EF4-FFF2-40B4-BE49-F238E27FC236}">
                  <a16:creationId xmlns:a16="http://schemas.microsoft.com/office/drawing/2014/main" id="{82EB8E6E-56DA-71CA-2D9B-4CA2A286EFBD}"/>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38982" name="Oval 38">
            <a:extLst>
              <a:ext uri="{FF2B5EF4-FFF2-40B4-BE49-F238E27FC236}">
                <a16:creationId xmlns:a16="http://schemas.microsoft.com/office/drawing/2014/main" id="{CE1AB6F3-9A19-4FED-586D-C744CE39D555}"/>
              </a:ext>
            </a:extLst>
          </p:cNvPr>
          <p:cNvSpPr>
            <a:spLocks noChangeArrowheads="1"/>
          </p:cNvSpPr>
          <p:nvPr/>
        </p:nvSpPr>
        <p:spPr bwMode="auto">
          <a:xfrm>
            <a:off x="3527425" y="3575050"/>
            <a:ext cx="1403350" cy="1538288"/>
          </a:xfrm>
          <a:prstGeom prst="ellipse">
            <a:avLst/>
          </a:prstGeom>
          <a:noFill/>
          <a:ln w="28575">
            <a:solidFill>
              <a:schemeClr val="accent2"/>
            </a:solidFill>
            <a:prstDash val="dash"/>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8983" name="Text Box 39">
            <a:extLst>
              <a:ext uri="{FF2B5EF4-FFF2-40B4-BE49-F238E27FC236}">
                <a16:creationId xmlns:a16="http://schemas.microsoft.com/office/drawing/2014/main" id="{822DFED2-A4A8-BE14-463D-10946AAF55A0}"/>
              </a:ext>
            </a:extLst>
          </p:cNvPr>
          <p:cNvSpPr txBox="1">
            <a:spLocks noChangeArrowheads="1"/>
          </p:cNvSpPr>
          <p:nvPr/>
        </p:nvSpPr>
        <p:spPr bwMode="auto">
          <a:xfrm>
            <a:off x="1252538" y="5381625"/>
            <a:ext cx="6502400" cy="519113"/>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FFFFF"/>
                </a:solidFill>
                <a:effectLst>
                  <a:outerShdw blurRad="38100" dist="38100" dir="2700000" algn="tl">
                    <a:srgbClr val="000000"/>
                  </a:outerShdw>
                </a:effectLst>
                <a:latin typeface="Times New Roman" pitchFamily="18" charset="0"/>
                <a:ea typeface="+mn-ea"/>
              </a:rPr>
              <a:t>Move a lone pair into a shared position</a:t>
            </a:r>
          </a:p>
        </p:txBody>
      </p:sp>
      <p:sp>
        <p:nvSpPr>
          <p:cNvPr id="338984" name="Rectangle 40">
            <a:extLst>
              <a:ext uri="{FF2B5EF4-FFF2-40B4-BE49-F238E27FC236}">
                <a16:creationId xmlns:a16="http://schemas.microsoft.com/office/drawing/2014/main" id="{E6EAFCB8-6F33-67EF-1DB4-971446BD3923}"/>
              </a:ext>
            </a:extLst>
          </p:cNvPr>
          <p:cNvSpPr>
            <a:spLocks noChangeArrowheads="1"/>
          </p:cNvSpPr>
          <p:nvPr/>
        </p:nvSpPr>
        <p:spPr bwMode="auto">
          <a:xfrm>
            <a:off x="2406650" y="4679950"/>
            <a:ext cx="785813" cy="317500"/>
          </a:xfrm>
          <a:prstGeom prst="rect">
            <a:avLst/>
          </a:prstGeom>
          <a:noFill/>
          <a:ln w="12700">
            <a:solidFill>
              <a:schemeClr val="accent2"/>
            </a:solidFill>
            <a:miter lim="800000"/>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8985" name="Line 41">
            <a:extLst>
              <a:ext uri="{FF2B5EF4-FFF2-40B4-BE49-F238E27FC236}">
                <a16:creationId xmlns:a16="http://schemas.microsoft.com/office/drawing/2014/main" id="{F7ED1327-D865-FA1F-9098-A708B7D98888}"/>
              </a:ext>
            </a:extLst>
          </p:cNvPr>
          <p:cNvSpPr>
            <a:spLocks noChangeShapeType="1"/>
          </p:cNvSpPr>
          <p:nvPr/>
        </p:nvSpPr>
        <p:spPr bwMode="auto">
          <a:xfrm flipV="1">
            <a:off x="3241675" y="4429125"/>
            <a:ext cx="268288" cy="217488"/>
          </a:xfrm>
          <a:prstGeom prst="line">
            <a:avLst/>
          </a:prstGeom>
          <a:noFill/>
          <a:ln w="57150">
            <a:solidFill>
              <a:schemeClr val="accent2"/>
            </a:solidFill>
            <a:round/>
            <a:headEnd/>
            <a:tailEnd type="triangle" w="med" len="me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8986" name="Text Box 42">
            <a:extLst>
              <a:ext uri="{FF2B5EF4-FFF2-40B4-BE49-F238E27FC236}">
                <a16:creationId xmlns:a16="http://schemas.microsoft.com/office/drawing/2014/main" id="{90AC5376-565E-556D-380E-6954C35490E1}"/>
              </a:ext>
            </a:extLst>
          </p:cNvPr>
          <p:cNvSpPr txBox="1">
            <a:spLocks noChangeArrowheads="1"/>
          </p:cNvSpPr>
          <p:nvPr/>
        </p:nvSpPr>
        <p:spPr bwMode="auto">
          <a:xfrm>
            <a:off x="384175" y="5732463"/>
            <a:ext cx="1370013"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24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a:extLst>
              <a:ext uri="{FF2B5EF4-FFF2-40B4-BE49-F238E27FC236}">
                <a16:creationId xmlns:a16="http://schemas.microsoft.com/office/drawing/2014/main" id="{865350E7-F9F1-ED3A-8846-97117950D583}"/>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2: Carbonate Ion</a:t>
            </a:r>
          </a:p>
        </p:txBody>
      </p:sp>
      <p:sp>
        <p:nvSpPr>
          <p:cNvPr id="339971" name="Rectangle 3">
            <a:extLst>
              <a:ext uri="{FF2B5EF4-FFF2-40B4-BE49-F238E27FC236}">
                <a16:creationId xmlns:a16="http://schemas.microsoft.com/office/drawing/2014/main" id="{7C16DF08-CFB4-4773-8891-3B8A00F724F7}"/>
              </a:ext>
            </a:extLst>
          </p:cNvPr>
          <p:cNvSpPr>
            <a:spLocks noChangeArrowheads="1"/>
          </p:cNvSpPr>
          <p:nvPr/>
        </p:nvSpPr>
        <p:spPr bwMode="auto">
          <a:xfrm>
            <a:off x="1273175" y="1735138"/>
            <a:ext cx="7124700"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5.  If short e-’s, look for multiple bonders or e</a:t>
            </a:r>
            <a:r>
              <a:rPr lang="en-US" baseline="30000">
                <a:solidFill>
                  <a:srgbClr val="FFFFFF"/>
                </a:solidFill>
                <a:effectLst>
                  <a:outerShdw blurRad="38100" dist="38100" dir="2700000" algn="tl">
                    <a:srgbClr val="000000"/>
                  </a:outerShdw>
                </a:effectLst>
                <a:latin typeface="Times New Roman" pitchFamily="18" charset="0"/>
                <a:ea typeface="+mn-ea"/>
              </a:rPr>
              <a:t>-</a:t>
            </a:r>
            <a:r>
              <a:rPr lang="en-US">
                <a:solidFill>
                  <a:srgbClr val="FFFFFF"/>
                </a:solidFill>
                <a:effectLst>
                  <a:outerShdw blurRad="38100" dist="38100" dir="2700000" algn="tl">
                    <a:srgbClr val="000000"/>
                  </a:outerShdw>
                </a:effectLst>
                <a:latin typeface="Times New Roman" pitchFamily="18" charset="0"/>
                <a:ea typeface="+mn-ea"/>
              </a:rPr>
              <a:t> deficients</a:t>
            </a:r>
          </a:p>
        </p:txBody>
      </p:sp>
      <p:sp>
        <p:nvSpPr>
          <p:cNvPr id="339972" name="Text Box 4">
            <a:extLst>
              <a:ext uri="{FF2B5EF4-FFF2-40B4-BE49-F238E27FC236}">
                <a16:creationId xmlns:a16="http://schemas.microsoft.com/office/drawing/2014/main" id="{EECF477F-DE4B-17B9-FE5A-97625FCBF6F3}"/>
              </a:ext>
            </a:extLst>
          </p:cNvPr>
          <p:cNvSpPr txBox="1">
            <a:spLocks noChangeArrowheads="1"/>
          </p:cNvSpPr>
          <p:nvPr/>
        </p:nvSpPr>
        <p:spPr bwMode="auto">
          <a:xfrm>
            <a:off x="3659188" y="37941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C</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9973" name="Text Box 5">
            <a:extLst>
              <a:ext uri="{FF2B5EF4-FFF2-40B4-BE49-F238E27FC236}">
                <a16:creationId xmlns:a16="http://schemas.microsoft.com/office/drawing/2014/main" id="{56BCF05D-E791-ED87-320A-F65F63A41ED4}"/>
              </a:ext>
            </a:extLst>
          </p:cNvPr>
          <p:cNvSpPr txBox="1">
            <a:spLocks noChangeArrowheads="1"/>
          </p:cNvSpPr>
          <p:nvPr/>
        </p:nvSpPr>
        <p:spPr bwMode="auto">
          <a:xfrm>
            <a:off x="2257425" y="37798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9974" name="Text Box 6">
            <a:extLst>
              <a:ext uri="{FF2B5EF4-FFF2-40B4-BE49-F238E27FC236}">
                <a16:creationId xmlns:a16="http://schemas.microsoft.com/office/drawing/2014/main" id="{D444744B-6C34-9CF8-76D5-F50D440CDB21}"/>
              </a:ext>
            </a:extLst>
          </p:cNvPr>
          <p:cNvSpPr txBox="1">
            <a:spLocks noChangeArrowheads="1"/>
          </p:cNvSpPr>
          <p:nvPr/>
        </p:nvSpPr>
        <p:spPr bwMode="auto">
          <a:xfrm>
            <a:off x="4949825" y="379888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9975" name="Line 7">
            <a:extLst>
              <a:ext uri="{FF2B5EF4-FFF2-40B4-BE49-F238E27FC236}">
                <a16:creationId xmlns:a16="http://schemas.microsoft.com/office/drawing/2014/main" id="{6CF08B66-9C18-5B98-1C66-1D944953DA43}"/>
              </a:ext>
            </a:extLst>
          </p:cNvPr>
          <p:cNvSpPr>
            <a:spLocks noChangeShapeType="1"/>
          </p:cNvSpPr>
          <p:nvPr/>
        </p:nvSpPr>
        <p:spPr bwMode="auto">
          <a:xfrm>
            <a:off x="3309938" y="4295775"/>
            <a:ext cx="433387"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9976" name="Line 8">
            <a:extLst>
              <a:ext uri="{FF2B5EF4-FFF2-40B4-BE49-F238E27FC236}">
                <a16:creationId xmlns:a16="http://schemas.microsoft.com/office/drawing/2014/main" id="{99077F27-2E0A-57DC-E4C1-CCD092F53226}"/>
              </a:ext>
            </a:extLst>
          </p:cNvPr>
          <p:cNvSpPr>
            <a:spLocks noChangeShapeType="1"/>
          </p:cNvSpPr>
          <p:nvPr/>
        </p:nvSpPr>
        <p:spPr bwMode="auto">
          <a:xfrm>
            <a:off x="4632325" y="4297363"/>
            <a:ext cx="434975"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9977" name="Text Box 9">
            <a:extLst>
              <a:ext uri="{FF2B5EF4-FFF2-40B4-BE49-F238E27FC236}">
                <a16:creationId xmlns:a16="http://schemas.microsoft.com/office/drawing/2014/main" id="{570A67AE-E2BC-2272-8C8E-FA1DF8A58F44}"/>
              </a:ext>
            </a:extLst>
          </p:cNvPr>
          <p:cNvSpPr txBox="1">
            <a:spLocks noChangeArrowheads="1"/>
          </p:cNvSpPr>
          <p:nvPr/>
        </p:nvSpPr>
        <p:spPr bwMode="auto">
          <a:xfrm>
            <a:off x="3681413" y="24796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39978" name="Line 10">
            <a:extLst>
              <a:ext uri="{FF2B5EF4-FFF2-40B4-BE49-F238E27FC236}">
                <a16:creationId xmlns:a16="http://schemas.microsoft.com/office/drawing/2014/main" id="{539E528E-C39B-AC82-6A81-2DBD5B1216E1}"/>
              </a:ext>
            </a:extLst>
          </p:cNvPr>
          <p:cNvSpPr>
            <a:spLocks noChangeShapeType="1"/>
          </p:cNvSpPr>
          <p:nvPr/>
        </p:nvSpPr>
        <p:spPr bwMode="auto">
          <a:xfrm flipV="1">
            <a:off x="4227513" y="3476625"/>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152587" name="Group 11">
            <a:extLst>
              <a:ext uri="{FF2B5EF4-FFF2-40B4-BE49-F238E27FC236}">
                <a16:creationId xmlns:a16="http://schemas.microsoft.com/office/drawing/2014/main" id="{71842EC1-846D-8EC3-23CB-80D112663263}"/>
              </a:ext>
            </a:extLst>
          </p:cNvPr>
          <p:cNvGrpSpPr>
            <a:grpSpLocks/>
          </p:cNvGrpSpPr>
          <p:nvPr/>
        </p:nvGrpSpPr>
        <p:grpSpPr bwMode="auto">
          <a:xfrm>
            <a:off x="3952875" y="2411413"/>
            <a:ext cx="520700" cy="152400"/>
            <a:chOff x="990" y="2694"/>
            <a:chExt cx="328" cy="96"/>
          </a:xfrm>
        </p:grpSpPr>
        <p:sp>
          <p:nvSpPr>
            <p:cNvPr id="339980" name="Oval 12">
              <a:extLst>
                <a:ext uri="{FF2B5EF4-FFF2-40B4-BE49-F238E27FC236}">
                  <a16:creationId xmlns:a16="http://schemas.microsoft.com/office/drawing/2014/main" id="{5B4A378B-78A3-F712-0E18-86104DFC2494}"/>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9981" name="Oval 13">
              <a:extLst>
                <a:ext uri="{FF2B5EF4-FFF2-40B4-BE49-F238E27FC236}">
                  <a16:creationId xmlns:a16="http://schemas.microsoft.com/office/drawing/2014/main" id="{BFFEA5F2-2820-20EA-67EC-261786C2180F}"/>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2588" name="Group 14">
            <a:extLst>
              <a:ext uri="{FF2B5EF4-FFF2-40B4-BE49-F238E27FC236}">
                <a16:creationId xmlns:a16="http://schemas.microsoft.com/office/drawing/2014/main" id="{F83718CD-D2F8-B76F-3F27-A83E1D6FC495}"/>
              </a:ext>
            </a:extLst>
          </p:cNvPr>
          <p:cNvGrpSpPr>
            <a:grpSpLocks/>
          </p:cNvGrpSpPr>
          <p:nvPr/>
        </p:nvGrpSpPr>
        <p:grpSpPr bwMode="auto">
          <a:xfrm>
            <a:off x="5224463" y="4816475"/>
            <a:ext cx="520700" cy="152400"/>
            <a:chOff x="990" y="2694"/>
            <a:chExt cx="328" cy="96"/>
          </a:xfrm>
        </p:grpSpPr>
        <p:sp>
          <p:nvSpPr>
            <p:cNvPr id="339983" name="Oval 15">
              <a:extLst>
                <a:ext uri="{FF2B5EF4-FFF2-40B4-BE49-F238E27FC236}">
                  <a16:creationId xmlns:a16="http://schemas.microsoft.com/office/drawing/2014/main" id="{5AF6BBC9-8BC8-92D4-E377-F3F4781C336D}"/>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9984" name="Oval 16">
              <a:extLst>
                <a:ext uri="{FF2B5EF4-FFF2-40B4-BE49-F238E27FC236}">
                  <a16:creationId xmlns:a16="http://schemas.microsoft.com/office/drawing/2014/main" id="{0E70142A-2DDC-AFFB-8554-7712F9177AEE}"/>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2589" name="Group 17">
            <a:extLst>
              <a:ext uri="{FF2B5EF4-FFF2-40B4-BE49-F238E27FC236}">
                <a16:creationId xmlns:a16="http://schemas.microsoft.com/office/drawing/2014/main" id="{EBCC8FAF-AA6D-6858-95CF-31D7365B8B76}"/>
              </a:ext>
            </a:extLst>
          </p:cNvPr>
          <p:cNvGrpSpPr>
            <a:grpSpLocks/>
          </p:cNvGrpSpPr>
          <p:nvPr/>
        </p:nvGrpSpPr>
        <p:grpSpPr bwMode="auto">
          <a:xfrm rot="-5400000">
            <a:off x="5822950" y="4295775"/>
            <a:ext cx="520700" cy="152400"/>
            <a:chOff x="990" y="2694"/>
            <a:chExt cx="328" cy="96"/>
          </a:xfrm>
        </p:grpSpPr>
        <p:sp>
          <p:nvSpPr>
            <p:cNvPr id="339986" name="Oval 18">
              <a:extLst>
                <a:ext uri="{FF2B5EF4-FFF2-40B4-BE49-F238E27FC236}">
                  <a16:creationId xmlns:a16="http://schemas.microsoft.com/office/drawing/2014/main" id="{2D29D1AE-9599-5068-A1E4-14508503CFA7}"/>
                </a:ext>
              </a:extLst>
            </p:cNvPr>
            <p:cNvSpPr>
              <a:spLocks noChangeArrowheads="1"/>
            </p:cNvSpPr>
            <p:nvPr/>
          </p:nvSpPr>
          <p:spPr bwMode="auto">
            <a:xfrm>
              <a:off x="990" y="265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9987" name="Oval 19">
              <a:extLst>
                <a:ext uri="{FF2B5EF4-FFF2-40B4-BE49-F238E27FC236}">
                  <a16:creationId xmlns:a16="http://schemas.microsoft.com/office/drawing/2014/main" id="{4805855F-ADBE-7FD0-B276-F1785215C98A}"/>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2590" name="Group 20">
            <a:extLst>
              <a:ext uri="{FF2B5EF4-FFF2-40B4-BE49-F238E27FC236}">
                <a16:creationId xmlns:a16="http://schemas.microsoft.com/office/drawing/2014/main" id="{00FED1D7-2E6A-375E-0683-A93E685442C1}"/>
              </a:ext>
            </a:extLst>
          </p:cNvPr>
          <p:cNvGrpSpPr>
            <a:grpSpLocks/>
          </p:cNvGrpSpPr>
          <p:nvPr/>
        </p:nvGrpSpPr>
        <p:grpSpPr bwMode="auto">
          <a:xfrm>
            <a:off x="5226050" y="3698875"/>
            <a:ext cx="520700" cy="152400"/>
            <a:chOff x="990" y="2694"/>
            <a:chExt cx="328" cy="96"/>
          </a:xfrm>
        </p:grpSpPr>
        <p:sp>
          <p:nvSpPr>
            <p:cNvPr id="339989" name="Oval 21">
              <a:extLst>
                <a:ext uri="{FF2B5EF4-FFF2-40B4-BE49-F238E27FC236}">
                  <a16:creationId xmlns:a16="http://schemas.microsoft.com/office/drawing/2014/main" id="{854F92CB-6269-416E-9BB9-DFE19E2E5153}"/>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9990" name="Oval 22">
              <a:extLst>
                <a:ext uri="{FF2B5EF4-FFF2-40B4-BE49-F238E27FC236}">
                  <a16:creationId xmlns:a16="http://schemas.microsoft.com/office/drawing/2014/main" id="{C7CC14CB-D2B4-AC77-2B4E-A93545245451}"/>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2591" name="Group 23">
            <a:extLst>
              <a:ext uri="{FF2B5EF4-FFF2-40B4-BE49-F238E27FC236}">
                <a16:creationId xmlns:a16="http://schemas.microsoft.com/office/drawing/2014/main" id="{B1E500A1-C59A-2950-8FE7-DCFB38DEF433}"/>
              </a:ext>
            </a:extLst>
          </p:cNvPr>
          <p:cNvGrpSpPr>
            <a:grpSpLocks/>
          </p:cNvGrpSpPr>
          <p:nvPr/>
        </p:nvGrpSpPr>
        <p:grpSpPr bwMode="auto">
          <a:xfrm rot="-5400000">
            <a:off x="4487863" y="2927350"/>
            <a:ext cx="520700" cy="152400"/>
            <a:chOff x="990" y="2694"/>
            <a:chExt cx="328" cy="96"/>
          </a:xfrm>
        </p:grpSpPr>
        <p:sp>
          <p:nvSpPr>
            <p:cNvPr id="339992" name="Oval 24">
              <a:extLst>
                <a:ext uri="{FF2B5EF4-FFF2-40B4-BE49-F238E27FC236}">
                  <a16:creationId xmlns:a16="http://schemas.microsoft.com/office/drawing/2014/main" id="{E8F52B5B-FF96-F0FC-61B9-B1D067280EFC}"/>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9993" name="Oval 25">
              <a:extLst>
                <a:ext uri="{FF2B5EF4-FFF2-40B4-BE49-F238E27FC236}">
                  <a16:creationId xmlns:a16="http://schemas.microsoft.com/office/drawing/2014/main" id="{A7D9E074-9C03-8F9E-D06C-60B604302B75}"/>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2592" name="Group 26">
            <a:extLst>
              <a:ext uri="{FF2B5EF4-FFF2-40B4-BE49-F238E27FC236}">
                <a16:creationId xmlns:a16="http://schemas.microsoft.com/office/drawing/2014/main" id="{559C400C-CE86-5711-28D8-8183948472B3}"/>
              </a:ext>
            </a:extLst>
          </p:cNvPr>
          <p:cNvGrpSpPr>
            <a:grpSpLocks/>
          </p:cNvGrpSpPr>
          <p:nvPr/>
        </p:nvGrpSpPr>
        <p:grpSpPr bwMode="auto">
          <a:xfrm rot="-5400000">
            <a:off x="3436938" y="2963863"/>
            <a:ext cx="520700" cy="152400"/>
            <a:chOff x="990" y="2694"/>
            <a:chExt cx="328" cy="96"/>
          </a:xfrm>
        </p:grpSpPr>
        <p:sp>
          <p:nvSpPr>
            <p:cNvPr id="339995" name="Oval 27">
              <a:extLst>
                <a:ext uri="{FF2B5EF4-FFF2-40B4-BE49-F238E27FC236}">
                  <a16:creationId xmlns:a16="http://schemas.microsoft.com/office/drawing/2014/main" id="{E56F8744-F40B-E16A-34B5-591589AF0165}"/>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9996" name="Oval 28">
              <a:extLst>
                <a:ext uri="{FF2B5EF4-FFF2-40B4-BE49-F238E27FC236}">
                  <a16:creationId xmlns:a16="http://schemas.microsoft.com/office/drawing/2014/main" id="{AD3D1110-794E-DE9C-9500-9AC892567C50}"/>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2593" name="Group 29">
            <a:extLst>
              <a:ext uri="{FF2B5EF4-FFF2-40B4-BE49-F238E27FC236}">
                <a16:creationId xmlns:a16="http://schemas.microsoft.com/office/drawing/2014/main" id="{C2A82782-6FB2-F73A-BEED-5B6AAE61DAB0}"/>
              </a:ext>
            </a:extLst>
          </p:cNvPr>
          <p:cNvGrpSpPr>
            <a:grpSpLocks/>
          </p:cNvGrpSpPr>
          <p:nvPr/>
        </p:nvGrpSpPr>
        <p:grpSpPr bwMode="auto">
          <a:xfrm rot="-5400000">
            <a:off x="2019300" y="4203700"/>
            <a:ext cx="520700" cy="152400"/>
            <a:chOff x="990" y="2694"/>
            <a:chExt cx="328" cy="96"/>
          </a:xfrm>
        </p:grpSpPr>
        <p:sp>
          <p:nvSpPr>
            <p:cNvPr id="339998" name="Oval 30">
              <a:extLst>
                <a:ext uri="{FF2B5EF4-FFF2-40B4-BE49-F238E27FC236}">
                  <a16:creationId xmlns:a16="http://schemas.microsoft.com/office/drawing/2014/main" id="{D2D24979-4D4D-8195-6ECA-B956C514AE81}"/>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39999" name="Oval 31">
              <a:extLst>
                <a:ext uri="{FF2B5EF4-FFF2-40B4-BE49-F238E27FC236}">
                  <a16:creationId xmlns:a16="http://schemas.microsoft.com/office/drawing/2014/main" id="{22492F52-0A88-348E-C11B-9D039DBF979F}"/>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2594" name="Group 32">
            <a:extLst>
              <a:ext uri="{FF2B5EF4-FFF2-40B4-BE49-F238E27FC236}">
                <a16:creationId xmlns:a16="http://schemas.microsoft.com/office/drawing/2014/main" id="{0D85FECA-E9F4-CE23-6FEA-D6D878C5F268}"/>
              </a:ext>
            </a:extLst>
          </p:cNvPr>
          <p:cNvGrpSpPr>
            <a:grpSpLocks/>
          </p:cNvGrpSpPr>
          <p:nvPr/>
        </p:nvGrpSpPr>
        <p:grpSpPr bwMode="auto">
          <a:xfrm>
            <a:off x="2538413" y="3617913"/>
            <a:ext cx="520700" cy="152400"/>
            <a:chOff x="990" y="2694"/>
            <a:chExt cx="328" cy="96"/>
          </a:xfrm>
        </p:grpSpPr>
        <p:sp>
          <p:nvSpPr>
            <p:cNvPr id="340001" name="Oval 33">
              <a:extLst>
                <a:ext uri="{FF2B5EF4-FFF2-40B4-BE49-F238E27FC236}">
                  <a16:creationId xmlns:a16="http://schemas.microsoft.com/office/drawing/2014/main" id="{2912133B-B0DD-858C-42B8-62B071B418D3}"/>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0002" name="Oval 34">
              <a:extLst>
                <a:ext uri="{FF2B5EF4-FFF2-40B4-BE49-F238E27FC236}">
                  <a16:creationId xmlns:a16="http://schemas.microsoft.com/office/drawing/2014/main" id="{1AD4FF33-CC55-D0D0-A086-21C8F2D265F6}"/>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40003" name="Oval 35">
            <a:extLst>
              <a:ext uri="{FF2B5EF4-FFF2-40B4-BE49-F238E27FC236}">
                <a16:creationId xmlns:a16="http://schemas.microsoft.com/office/drawing/2014/main" id="{3078CCE7-ABD2-E5CE-D42A-32D9E0EC71D3}"/>
              </a:ext>
            </a:extLst>
          </p:cNvPr>
          <p:cNvSpPr>
            <a:spLocks noChangeArrowheads="1"/>
          </p:cNvSpPr>
          <p:nvPr/>
        </p:nvSpPr>
        <p:spPr bwMode="auto">
          <a:xfrm>
            <a:off x="3527425" y="3575050"/>
            <a:ext cx="1403350" cy="1538288"/>
          </a:xfrm>
          <a:prstGeom prst="ellipse">
            <a:avLst/>
          </a:prstGeom>
          <a:noFill/>
          <a:ln w="28575">
            <a:solidFill>
              <a:schemeClr val="accent2"/>
            </a:solidFill>
            <a:prstDash val="dash"/>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0004" name="Text Box 36">
            <a:extLst>
              <a:ext uri="{FF2B5EF4-FFF2-40B4-BE49-F238E27FC236}">
                <a16:creationId xmlns:a16="http://schemas.microsoft.com/office/drawing/2014/main" id="{420F70FF-7AA2-C251-79F0-4E37FBFDCD62}"/>
              </a:ext>
            </a:extLst>
          </p:cNvPr>
          <p:cNvSpPr txBox="1">
            <a:spLocks noChangeArrowheads="1"/>
          </p:cNvSpPr>
          <p:nvPr/>
        </p:nvSpPr>
        <p:spPr bwMode="auto">
          <a:xfrm>
            <a:off x="1252538" y="5381625"/>
            <a:ext cx="6502400" cy="519113"/>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FFFFF"/>
                </a:solidFill>
                <a:effectLst>
                  <a:outerShdw blurRad="38100" dist="38100" dir="2700000" algn="tl">
                    <a:srgbClr val="000000"/>
                  </a:outerShdw>
                </a:effectLst>
                <a:latin typeface="Times New Roman" pitchFamily="18" charset="0"/>
                <a:ea typeface="+mn-ea"/>
              </a:rPr>
              <a:t>Octet full, 24 e</a:t>
            </a:r>
            <a:r>
              <a:rPr lang="en-US" sz="2800" baseline="30000">
                <a:solidFill>
                  <a:srgbClr val="FFFFFF"/>
                </a:solidFill>
                <a:effectLst>
                  <a:outerShdw blurRad="38100" dist="38100" dir="2700000" algn="tl">
                    <a:srgbClr val="000000"/>
                  </a:outerShdw>
                </a:effectLst>
                <a:latin typeface="Times New Roman" pitchFamily="18" charset="0"/>
                <a:ea typeface="+mn-ea"/>
              </a:rPr>
              <a:t>-</a:t>
            </a:r>
            <a:r>
              <a:rPr lang="en-US" sz="2800">
                <a:solidFill>
                  <a:srgbClr val="FFFFFF"/>
                </a:solidFill>
                <a:effectLst>
                  <a:outerShdw blurRad="38100" dist="38100" dir="2700000" algn="tl">
                    <a:srgbClr val="000000"/>
                  </a:outerShdw>
                </a:effectLst>
                <a:latin typeface="Times New Roman" pitchFamily="18" charset="0"/>
                <a:ea typeface="+mn-ea"/>
              </a:rPr>
              <a:t>’s preserved</a:t>
            </a:r>
          </a:p>
        </p:txBody>
      </p:sp>
      <p:sp>
        <p:nvSpPr>
          <p:cNvPr id="340005" name="Line 37">
            <a:extLst>
              <a:ext uri="{FF2B5EF4-FFF2-40B4-BE49-F238E27FC236}">
                <a16:creationId xmlns:a16="http://schemas.microsoft.com/office/drawing/2014/main" id="{AB11FBE9-79B8-4585-9639-9946A089F8C1}"/>
              </a:ext>
            </a:extLst>
          </p:cNvPr>
          <p:cNvSpPr>
            <a:spLocks noChangeShapeType="1"/>
          </p:cNvSpPr>
          <p:nvPr/>
        </p:nvSpPr>
        <p:spPr bwMode="auto">
          <a:xfrm>
            <a:off x="3311525" y="4448175"/>
            <a:ext cx="433388"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0006" name="Text Box 38">
            <a:extLst>
              <a:ext uri="{FF2B5EF4-FFF2-40B4-BE49-F238E27FC236}">
                <a16:creationId xmlns:a16="http://schemas.microsoft.com/office/drawing/2014/main" id="{45993BAA-A353-D37F-BC8E-D07034BA2CCE}"/>
              </a:ext>
            </a:extLst>
          </p:cNvPr>
          <p:cNvSpPr txBox="1">
            <a:spLocks noChangeArrowheads="1"/>
          </p:cNvSpPr>
          <p:nvPr/>
        </p:nvSpPr>
        <p:spPr bwMode="auto">
          <a:xfrm>
            <a:off x="384175" y="5732463"/>
            <a:ext cx="1370013"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24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E108EDCB-FDD0-A966-767D-88397F52300D}"/>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2: Carbonate Ion</a:t>
            </a:r>
          </a:p>
        </p:txBody>
      </p:sp>
      <p:sp>
        <p:nvSpPr>
          <p:cNvPr id="340995" name="Text Box 3">
            <a:extLst>
              <a:ext uri="{FF2B5EF4-FFF2-40B4-BE49-F238E27FC236}">
                <a16:creationId xmlns:a16="http://schemas.microsoft.com/office/drawing/2014/main" id="{FF38E9F6-9102-0568-6EC9-026EBE5B46C4}"/>
              </a:ext>
            </a:extLst>
          </p:cNvPr>
          <p:cNvSpPr txBox="1">
            <a:spLocks noChangeArrowheads="1"/>
          </p:cNvSpPr>
          <p:nvPr/>
        </p:nvSpPr>
        <p:spPr bwMode="auto">
          <a:xfrm>
            <a:off x="3659188" y="37941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C</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40996" name="Text Box 4">
            <a:extLst>
              <a:ext uri="{FF2B5EF4-FFF2-40B4-BE49-F238E27FC236}">
                <a16:creationId xmlns:a16="http://schemas.microsoft.com/office/drawing/2014/main" id="{6A1555F1-13DB-BAB6-887F-FB4F70075C77}"/>
              </a:ext>
            </a:extLst>
          </p:cNvPr>
          <p:cNvSpPr txBox="1">
            <a:spLocks noChangeArrowheads="1"/>
          </p:cNvSpPr>
          <p:nvPr/>
        </p:nvSpPr>
        <p:spPr bwMode="auto">
          <a:xfrm>
            <a:off x="2257425" y="37798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40997" name="Text Box 5">
            <a:extLst>
              <a:ext uri="{FF2B5EF4-FFF2-40B4-BE49-F238E27FC236}">
                <a16:creationId xmlns:a16="http://schemas.microsoft.com/office/drawing/2014/main" id="{E632C7D5-CE5F-7789-1163-CE3F1D8823BF}"/>
              </a:ext>
            </a:extLst>
          </p:cNvPr>
          <p:cNvSpPr txBox="1">
            <a:spLocks noChangeArrowheads="1"/>
          </p:cNvSpPr>
          <p:nvPr/>
        </p:nvSpPr>
        <p:spPr bwMode="auto">
          <a:xfrm>
            <a:off x="4949825" y="379888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40998" name="Line 6">
            <a:extLst>
              <a:ext uri="{FF2B5EF4-FFF2-40B4-BE49-F238E27FC236}">
                <a16:creationId xmlns:a16="http://schemas.microsoft.com/office/drawing/2014/main" id="{DF8C7A13-8508-CB34-396B-95574CBA3109}"/>
              </a:ext>
            </a:extLst>
          </p:cNvPr>
          <p:cNvSpPr>
            <a:spLocks noChangeShapeType="1"/>
          </p:cNvSpPr>
          <p:nvPr/>
        </p:nvSpPr>
        <p:spPr bwMode="auto">
          <a:xfrm>
            <a:off x="3309938" y="4295775"/>
            <a:ext cx="433387"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0999" name="Line 7">
            <a:extLst>
              <a:ext uri="{FF2B5EF4-FFF2-40B4-BE49-F238E27FC236}">
                <a16:creationId xmlns:a16="http://schemas.microsoft.com/office/drawing/2014/main" id="{CE3B5E45-AA27-D101-65CD-6E0E81990D42}"/>
              </a:ext>
            </a:extLst>
          </p:cNvPr>
          <p:cNvSpPr>
            <a:spLocks noChangeShapeType="1"/>
          </p:cNvSpPr>
          <p:nvPr/>
        </p:nvSpPr>
        <p:spPr bwMode="auto">
          <a:xfrm>
            <a:off x="4632325" y="4297363"/>
            <a:ext cx="434975"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1000" name="Text Box 8">
            <a:extLst>
              <a:ext uri="{FF2B5EF4-FFF2-40B4-BE49-F238E27FC236}">
                <a16:creationId xmlns:a16="http://schemas.microsoft.com/office/drawing/2014/main" id="{3DE286F0-ACEB-CB00-C45D-4DAE476614C3}"/>
              </a:ext>
            </a:extLst>
          </p:cNvPr>
          <p:cNvSpPr txBox="1">
            <a:spLocks noChangeArrowheads="1"/>
          </p:cNvSpPr>
          <p:nvPr/>
        </p:nvSpPr>
        <p:spPr bwMode="auto">
          <a:xfrm>
            <a:off x="3681413" y="24796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41001" name="Line 9">
            <a:extLst>
              <a:ext uri="{FF2B5EF4-FFF2-40B4-BE49-F238E27FC236}">
                <a16:creationId xmlns:a16="http://schemas.microsoft.com/office/drawing/2014/main" id="{72E362D0-EF02-6338-A4FB-C045247C5A8F}"/>
              </a:ext>
            </a:extLst>
          </p:cNvPr>
          <p:cNvSpPr>
            <a:spLocks noChangeShapeType="1"/>
          </p:cNvSpPr>
          <p:nvPr/>
        </p:nvSpPr>
        <p:spPr bwMode="auto">
          <a:xfrm flipV="1">
            <a:off x="4227513" y="3476625"/>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154634" name="Group 10">
            <a:extLst>
              <a:ext uri="{FF2B5EF4-FFF2-40B4-BE49-F238E27FC236}">
                <a16:creationId xmlns:a16="http://schemas.microsoft.com/office/drawing/2014/main" id="{11CF4CA1-DFD3-610A-B9AF-03DABFDFDD83}"/>
              </a:ext>
            </a:extLst>
          </p:cNvPr>
          <p:cNvGrpSpPr>
            <a:grpSpLocks/>
          </p:cNvGrpSpPr>
          <p:nvPr/>
        </p:nvGrpSpPr>
        <p:grpSpPr bwMode="auto">
          <a:xfrm>
            <a:off x="3952875" y="2411413"/>
            <a:ext cx="520700" cy="152400"/>
            <a:chOff x="990" y="2694"/>
            <a:chExt cx="328" cy="96"/>
          </a:xfrm>
        </p:grpSpPr>
        <p:sp>
          <p:nvSpPr>
            <p:cNvPr id="341003" name="Oval 11">
              <a:extLst>
                <a:ext uri="{FF2B5EF4-FFF2-40B4-BE49-F238E27FC236}">
                  <a16:creationId xmlns:a16="http://schemas.microsoft.com/office/drawing/2014/main" id="{24EBC503-BAC0-B2CB-1304-E9DDB8134525}"/>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1004" name="Oval 12">
              <a:extLst>
                <a:ext uri="{FF2B5EF4-FFF2-40B4-BE49-F238E27FC236}">
                  <a16:creationId xmlns:a16="http://schemas.microsoft.com/office/drawing/2014/main" id="{B4B43391-CD57-4282-B01D-5113F818D57E}"/>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4635" name="Group 13">
            <a:extLst>
              <a:ext uri="{FF2B5EF4-FFF2-40B4-BE49-F238E27FC236}">
                <a16:creationId xmlns:a16="http://schemas.microsoft.com/office/drawing/2014/main" id="{4E0B575D-AE83-B1A7-6EF7-3D55B0E0DD6D}"/>
              </a:ext>
            </a:extLst>
          </p:cNvPr>
          <p:cNvGrpSpPr>
            <a:grpSpLocks/>
          </p:cNvGrpSpPr>
          <p:nvPr/>
        </p:nvGrpSpPr>
        <p:grpSpPr bwMode="auto">
          <a:xfrm>
            <a:off x="5224463" y="4816475"/>
            <a:ext cx="520700" cy="152400"/>
            <a:chOff x="990" y="2694"/>
            <a:chExt cx="328" cy="96"/>
          </a:xfrm>
        </p:grpSpPr>
        <p:sp>
          <p:nvSpPr>
            <p:cNvPr id="341006" name="Oval 14">
              <a:extLst>
                <a:ext uri="{FF2B5EF4-FFF2-40B4-BE49-F238E27FC236}">
                  <a16:creationId xmlns:a16="http://schemas.microsoft.com/office/drawing/2014/main" id="{736CAB0D-6B47-0F53-17F5-851E9ED913D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1007" name="Oval 15">
              <a:extLst>
                <a:ext uri="{FF2B5EF4-FFF2-40B4-BE49-F238E27FC236}">
                  <a16:creationId xmlns:a16="http://schemas.microsoft.com/office/drawing/2014/main" id="{AC280433-E2EA-14BB-38A6-9CD19589E921}"/>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4636" name="Group 16">
            <a:extLst>
              <a:ext uri="{FF2B5EF4-FFF2-40B4-BE49-F238E27FC236}">
                <a16:creationId xmlns:a16="http://schemas.microsoft.com/office/drawing/2014/main" id="{431C6957-547C-C5E5-E39E-583360F5AFF3}"/>
              </a:ext>
            </a:extLst>
          </p:cNvPr>
          <p:cNvGrpSpPr>
            <a:grpSpLocks/>
          </p:cNvGrpSpPr>
          <p:nvPr/>
        </p:nvGrpSpPr>
        <p:grpSpPr bwMode="auto">
          <a:xfrm rot="-5400000">
            <a:off x="5822950" y="4295775"/>
            <a:ext cx="520700" cy="152400"/>
            <a:chOff x="990" y="2694"/>
            <a:chExt cx="328" cy="96"/>
          </a:xfrm>
        </p:grpSpPr>
        <p:sp>
          <p:nvSpPr>
            <p:cNvPr id="341009" name="Oval 17">
              <a:extLst>
                <a:ext uri="{FF2B5EF4-FFF2-40B4-BE49-F238E27FC236}">
                  <a16:creationId xmlns:a16="http://schemas.microsoft.com/office/drawing/2014/main" id="{E4B5591E-D9C6-D4EE-66E8-8C9547A47FFC}"/>
                </a:ext>
              </a:extLst>
            </p:cNvPr>
            <p:cNvSpPr>
              <a:spLocks noChangeArrowheads="1"/>
            </p:cNvSpPr>
            <p:nvPr/>
          </p:nvSpPr>
          <p:spPr bwMode="auto">
            <a:xfrm>
              <a:off x="990" y="265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1010" name="Oval 18">
              <a:extLst>
                <a:ext uri="{FF2B5EF4-FFF2-40B4-BE49-F238E27FC236}">
                  <a16:creationId xmlns:a16="http://schemas.microsoft.com/office/drawing/2014/main" id="{DEE93CFF-6526-F541-FA3F-89B83E024AE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4637" name="Group 19">
            <a:extLst>
              <a:ext uri="{FF2B5EF4-FFF2-40B4-BE49-F238E27FC236}">
                <a16:creationId xmlns:a16="http://schemas.microsoft.com/office/drawing/2014/main" id="{F55F0DD8-3898-3061-4A3A-878DF16FDA68}"/>
              </a:ext>
            </a:extLst>
          </p:cNvPr>
          <p:cNvGrpSpPr>
            <a:grpSpLocks/>
          </p:cNvGrpSpPr>
          <p:nvPr/>
        </p:nvGrpSpPr>
        <p:grpSpPr bwMode="auto">
          <a:xfrm>
            <a:off x="5226050" y="3698875"/>
            <a:ext cx="520700" cy="152400"/>
            <a:chOff x="990" y="2694"/>
            <a:chExt cx="328" cy="96"/>
          </a:xfrm>
        </p:grpSpPr>
        <p:sp>
          <p:nvSpPr>
            <p:cNvPr id="341012" name="Oval 20">
              <a:extLst>
                <a:ext uri="{FF2B5EF4-FFF2-40B4-BE49-F238E27FC236}">
                  <a16:creationId xmlns:a16="http://schemas.microsoft.com/office/drawing/2014/main" id="{BD26EEAA-3D96-2FEB-A993-10EBDE59570B}"/>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1013" name="Oval 21">
              <a:extLst>
                <a:ext uri="{FF2B5EF4-FFF2-40B4-BE49-F238E27FC236}">
                  <a16:creationId xmlns:a16="http://schemas.microsoft.com/office/drawing/2014/main" id="{4A7E4D10-9D20-AA61-E452-983EAA26F2C7}"/>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4638" name="Group 22">
            <a:extLst>
              <a:ext uri="{FF2B5EF4-FFF2-40B4-BE49-F238E27FC236}">
                <a16:creationId xmlns:a16="http://schemas.microsoft.com/office/drawing/2014/main" id="{E2106BDE-1315-4A7B-A502-3CCF96624C83}"/>
              </a:ext>
            </a:extLst>
          </p:cNvPr>
          <p:cNvGrpSpPr>
            <a:grpSpLocks/>
          </p:cNvGrpSpPr>
          <p:nvPr/>
        </p:nvGrpSpPr>
        <p:grpSpPr bwMode="auto">
          <a:xfrm rot="-5400000">
            <a:off x="4487863" y="2927350"/>
            <a:ext cx="520700" cy="152400"/>
            <a:chOff x="990" y="2694"/>
            <a:chExt cx="328" cy="96"/>
          </a:xfrm>
        </p:grpSpPr>
        <p:sp>
          <p:nvSpPr>
            <p:cNvPr id="341015" name="Oval 23">
              <a:extLst>
                <a:ext uri="{FF2B5EF4-FFF2-40B4-BE49-F238E27FC236}">
                  <a16:creationId xmlns:a16="http://schemas.microsoft.com/office/drawing/2014/main" id="{BA5B59F5-D19D-883B-64C6-2E35A0B79F54}"/>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1016" name="Oval 24">
              <a:extLst>
                <a:ext uri="{FF2B5EF4-FFF2-40B4-BE49-F238E27FC236}">
                  <a16:creationId xmlns:a16="http://schemas.microsoft.com/office/drawing/2014/main" id="{3485570C-8B06-8909-2DAB-EC14DD9DED5F}"/>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4639" name="Group 25">
            <a:extLst>
              <a:ext uri="{FF2B5EF4-FFF2-40B4-BE49-F238E27FC236}">
                <a16:creationId xmlns:a16="http://schemas.microsoft.com/office/drawing/2014/main" id="{5D57E6C6-690C-FB52-180C-6B49A6612C6F}"/>
              </a:ext>
            </a:extLst>
          </p:cNvPr>
          <p:cNvGrpSpPr>
            <a:grpSpLocks/>
          </p:cNvGrpSpPr>
          <p:nvPr/>
        </p:nvGrpSpPr>
        <p:grpSpPr bwMode="auto">
          <a:xfrm rot="-5400000">
            <a:off x="3436938" y="2963863"/>
            <a:ext cx="520700" cy="152400"/>
            <a:chOff x="990" y="2694"/>
            <a:chExt cx="328" cy="96"/>
          </a:xfrm>
        </p:grpSpPr>
        <p:sp>
          <p:nvSpPr>
            <p:cNvPr id="341018" name="Oval 26">
              <a:extLst>
                <a:ext uri="{FF2B5EF4-FFF2-40B4-BE49-F238E27FC236}">
                  <a16:creationId xmlns:a16="http://schemas.microsoft.com/office/drawing/2014/main" id="{C2833E97-5E4E-7017-5349-5BDE5DCAD93D}"/>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1019" name="Oval 27">
              <a:extLst>
                <a:ext uri="{FF2B5EF4-FFF2-40B4-BE49-F238E27FC236}">
                  <a16:creationId xmlns:a16="http://schemas.microsoft.com/office/drawing/2014/main" id="{1CA0C7F7-102F-D894-6AE1-13250196CF2A}"/>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4640" name="Group 28">
            <a:extLst>
              <a:ext uri="{FF2B5EF4-FFF2-40B4-BE49-F238E27FC236}">
                <a16:creationId xmlns:a16="http://schemas.microsoft.com/office/drawing/2014/main" id="{5EECC08F-6A21-9FB8-6AC8-DA2814C65238}"/>
              </a:ext>
            </a:extLst>
          </p:cNvPr>
          <p:cNvGrpSpPr>
            <a:grpSpLocks/>
          </p:cNvGrpSpPr>
          <p:nvPr/>
        </p:nvGrpSpPr>
        <p:grpSpPr bwMode="auto">
          <a:xfrm rot="-5400000">
            <a:off x="2019300" y="4203700"/>
            <a:ext cx="520700" cy="152400"/>
            <a:chOff x="990" y="2694"/>
            <a:chExt cx="328" cy="96"/>
          </a:xfrm>
        </p:grpSpPr>
        <p:sp>
          <p:nvSpPr>
            <p:cNvPr id="341021" name="Oval 29">
              <a:extLst>
                <a:ext uri="{FF2B5EF4-FFF2-40B4-BE49-F238E27FC236}">
                  <a16:creationId xmlns:a16="http://schemas.microsoft.com/office/drawing/2014/main" id="{5E78F23C-8935-BFF1-8530-CEA7D263AF93}"/>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1022" name="Oval 30">
              <a:extLst>
                <a:ext uri="{FF2B5EF4-FFF2-40B4-BE49-F238E27FC236}">
                  <a16:creationId xmlns:a16="http://schemas.microsoft.com/office/drawing/2014/main" id="{6E4E98AB-6042-76E7-C0E9-A7F12EB92BB7}"/>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4641" name="Group 31">
            <a:extLst>
              <a:ext uri="{FF2B5EF4-FFF2-40B4-BE49-F238E27FC236}">
                <a16:creationId xmlns:a16="http://schemas.microsoft.com/office/drawing/2014/main" id="{EDDD6A85-12DF-725E-5E27-77F97107BC20}"/>
              </a:ext>
            </a:extLst>
          </p:cNvPr>
          <p:cNvGrpSpPr>
            <a:grpSpLocks/>
          </p:cNvGrpSpPr>
          <p:nvPr/>
        </p:nvGrpSpPr>
        <p:grpSpPr bwMode="auto">
          <a:xfrm>
            <a:off x="2538413" y="3617913"/>
            <a:ext cx="520700" cy="152400"/>
            <a:chOff x="990" y="2694"/>
            <a:chExt cx="328" cy="96"/>
          </a:xfrm>
        </p:grpSpPr>
        <p:sp>
          <p:nvSpPr>
            <p:cNvPr id="341024" name="Oval 32">
              <a:extLst>
                <a:ext uri="{FF2B5EF4-FFF2-40B4-BE49-F238E27FC236}">
                  <a16:creationId xmlns:a16="http://schemas.microsoft.com/office/drawing/2014/main" id="{AC551427-4402-6BC5-8C14-F8A6F1A93BEE}"/>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1025" name="Oval 33">
              <a:extLst>
                <a:ext uri="{FF2B5EF4-FFF2-40B4-BE49-F238E27FC236}">
                  <a16:creationId xmlns:a16="http://schemas.microsoft.com/office/drawing/2014/main" id="{8A0AA956-263B-A561-3D2C-289D844D32B8}"/>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41026" name="Text Box 34">
            <a:extLst>
              <a:ext uri="{FF2B5EF4-FFF2-40B4-BE49-F238E27FC236}">
                <a16:creationId xmlns:a16="http://schemas.microsoft.com/office/drawing/2014/main" id="{D6C92A42-7C32-7BEF-0121-A9806FBD90E4}"/>
              </a:ext>
            </a:extLst>
          </p:cNvPr>
          <p:cNvSpPr txBox="1">
            <a:spLocks noChangeArrowheads="1"/>
          </p:cNvSpPr>
          <p:nvPr/>
        </p:nvSpPr>
        <p:spPr bwMode="auto">
          <a:xfrm>
            <a:off x="1252538" y="5381625"/>
            <a:ext cx="6502400" cy="519113"/>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FFFFF"/>
                </a:solidFill>
                <a:effectLst>
                  <a:outerShdw blurRad="38100" dist="38100" dir="2700000" algn="tl">
                    <a:srgbClr val="000000"/>
                  </a:outerShdw>
                </a:effectLst>
                <a:latin typeface="Times New Roman" pitchFamily="18" charset="0"/>
                <a:ea typeface="+mn-ea"/>
              </a:rPr>
              <a:t>We’re almost done...</a:t>
            </a:r>
          </a:p>
        </p:txBody>
      </p:sp>
      <p:sp>
        <p:nvSpPr>
          <p:cNvPr id="341027" name="Line 35">
            <a:extLst>
              <a:ext uri="{FF2B5EF4-FFF2-40B4-BE49-F238E27FC236}">
                <a16:creationId xmlns:a16="http://schemas.microsoft.com/office/drawing/2014/main" id="{A377126A-F3D5-ABC2-8735-E031B4A6D4C7}"/>
              </a:ext>
            </a:extLst>
          </p:cNvPr>
          <p:cNvSpPr>
            <a:spLocks noChangeShapeType="1"/>
          </p:cNvSpPr>
          <p:nvPr/>
        </p:nvSpPr>
        <p:spPr bwMode="auto">
          <a:xfrm>
            <a:off x="3311525" y="4448175"/>
            <a:ext cx="433388"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1028" name="Text Box 36">
            <a:extLst>
              <a:ext uri="{FF2B5EF4-FFF2-40B4-BE49-F238E27FC236}">
                <a16:creationId xmlns:a16="http://schemas.microsoft.com/office/drawing/2014/main" id="{D0C92038-79A3-6001-3147-30E2655B1D20}"/>
              </a:ext>
            </a:extLst>
          </p:cNvPr>
          <p:cNvSpPr txBox="1">
            <a:spLocks noChangeArrowheads="1"/>
          </p:cNvSpPr>
          <p:nvPr/>
        </p:nvSpPr>
        <p:spPr bwMode="auto">
          <a:xfrm>
            <a:off x="384175" y="5732463"/>
            <a:ext cx="1370013"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24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a:extLst>
              <a:ext uri="{FF2B5EF4-FFF2-40B4-BE49-F238E27FC236}">
                <a16:creationId xmlns:a16="http://schemas.microsoft.com/office/drawing/2014/main" id="{11480FE2-2590-989E-38F7-E90C40C1F643}"/>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2: Carbonate Ion</a:t>
            </a:r>
          </a:p>
        </p:txBody>
      </p:sp>
      <p:sp>
        <p:nvSpPr>
          <p:cNvPr id="342019" name="Text Box 3">
            <a:extLst>
              <a:ext uri="{FF2B5EF4-FFF2-40B4-BE49-F238E27FC236}">
                <a16:creationId xmlns:a16="http://schemas.microsoft.com/office/drawing/2014/main" id="{B888E941-4997-5C93-F330-49B657438905}"/>
              </a:ext>
            </a:extLst>
          </p:cNvPr>
          <p:cNvSpPr txBox="1">
            <a:spLocks noChangeArrowheads="1"/>
          </p:cNvSpPr>
          <p:nvPr/>
        </p:nvSpPr>
        <p:spPr bwMode="auto">
          <a:xfrm>
            <a:off x="3659188" y="37941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C</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42020" name="Text Box 4">
            <a:extLst>
              <a:ext uri="{FF2B5EF4-FFF2-40B4-BE49-F238E27FC236}">
                <a16:creationId xmlns:a16="http://schemas.microsoft.com/office/drawing/2014/main" id="{72E074E1-3CBC-E745-C21E-A9D4DB358F0D}"/>
              </a:ext>
            </a:extLst>
          </p:cNvPr>
          <p:cNvSpPr txBox="1">
            <a:spLocks noChangeArrowheads="1"/>
          </p:cNvSpPr>
          <p:nvPr/>
        </p:nvSpPr>
        <p:spPr bwMode="auto">
          <a:xfrm>
            <a:off x="2257425" y="37798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42021" name="Text Box 5">
            <a:extLst>
              <a:ext uri="{FF2B5EF4-FFF2-40B4-BE49-F238E27FC236}">
                <a16:creationId xmlns:a16="http://schemas.microsoft.com/office/drawing/2014/main" id="{41EE0AAF-EDEB-8D6E-E2A4-96618946E20A}"/>
              </a:ext>
            </a:extLst>
          </p:cNvPr>
          <p:cNvSpPr txBox="1">
            <a:spLocks noChangeArrowheads="1"/>
          </p:cNvSpPr>
          <p:nvPr/>
        </p:nvSpPr>
        <p:spPr bwMode="auto">
          <a:xfrm>
            <a:off x="4949825" y="379888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42022" name="Line 6">
            <a:extLst>
              <a:ext uri="{FF2B5EF4-FFF2-40B4-BE49-F238E27FC236}">
                <a16:creationId xmlns:a16="http://schemas.microsoft.com/office/drawing/2014/main" id="{A27A87B8-855E-1C47-D002-0F4424EFC44D}"/>
              </a:ext>
            </a:extLst>
          </p:cNvPr>
          <p:cNvSpPr>
            <a:spLocks noChangeShapeType="1"/>
          </p:cNvSpPr>
          <p:nvPr/>
        </p:nvSpPr>
        <p:spPr bwMode="auto">
          <a:xfrm>
            <a:off x="3309938" y="4295775"/>
            <a:ext cx="433387"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2023" name="Line 7">
            <a:extLst>
              <a:ext uri="{FF2B5EF4-FFF2-40B4-BE49-F238E27FC236}">
                <a16:creationId xmlns:a16="http://schemas.microsoft.com/office/drawing/2014/main" id="{BF71133F-BE4A-FB7C-09A3-C2C3443AD1CB}"/>
              </a:ext>
            </a:extLst>
          </p:cNvPr>
          <p:cNvSpPr>
            <a:spLocks noChangeShapeType="1"/>
          </p:cNvSpPr>
          <p:nvPr/>
        </p:nvSpPr>
        <p:spPr bwMode="auto">
          <a:xfrm>
            <a:off x="4632325" y="4297363"/>
            <a:ext cx="434975"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2024" name="Text Box 8">
            <a:extLst>
              <a:ext uri="{FF2B5EF4-FFF2-40B4-BE49-F238E27FC236}">
                <a16:creationId xmlns:a16="http://schemas.microsoft.com/office/drawing/2014/main" id="{39F174A1-69D8-4C70-30FB-565174EBF271}"/>
              </a:ext>
            </a:extLst>
          </p:cNvPr>
          <p:cNvSpPr txBox="1">
            <a:spLocks noChangeArrowheads="1"/>
          </p:cNvSpPr>
          <p:nvPr/>
        </p:nvSpPr>
        <p:spPr bwMode="auto">
          <a:xfrm>
            <a:off x="3681413" y="24796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42025" name="Line 9">
            <a:extLst>
              <a:ext uri="{FF2B5EF4-FFF2-40B4-BE49-F238E27FC236}">
                <a16:creationId xmlns:a16="http://schemas.microsoft.com/office/drawing/2014/main" id="{7D10FA55-7577-56FF-6B5E-C036D651C72B}"/>
              </a:ext>
            </a:extLst>
          </p:cNvPr>
          <p:cNvSpPr>
            <a:spLocks noChangeShapeType="1"/>
          </p:cNvSpPr>
          <p:nvPr/>
        </p:nvSpPr>
        <p:spPr bwMode="auto">
          <a:xfrm flipV="1">
            <a:off x="4227513" y="3476625"/>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156682" name="Group 10">
            <a:extLst>
              <a:ext uri="{FF2B5EF4-FFF2-40B4-BE49-F238E27FC236}">
                <a16:creationId xmlns:a16="http://schemas.microsoft.com/office/drawing/2014/main" id="{FAAFF81F-64D9-4404-024C-F5F774AF0704}"/>
              </a:ext>
            </a:extLst>
          </p:cNvPr>
          <p:cNvGrpSpPr>
            <a:grpSpLocks/>
          </p:cNvGrpSpPr>
          <p:nvPr/>
        </p:nvGrpSpPr>
        <p:grpSpPr bwMode="auto">
          <a:xfrm>
            <a:off x="3952875" y="2411413"/>
            <a:ext cx="520700" cy="152400"/>
            <a:chOff x="990" y="2694"/>
            <a:chExt cx="328" cy="96"/>
          </a:xfrm>
        </p:grpSpPr>
        <p:sp>
          <p:nvSpPr>
            <p:cNvPr id="342027" name="Oval 11">
              <a:extLst>
                <a:ext uri="{FF2B5EF4-FFF2-40B4-BE49-F238E27FC236}">
                  <a16:creationId xmlns:a16="http://schemas.microsoft.com/office/drawing/2014/main" id="{8A44E7CA-78C4-F36E-972A-68DE3BED0214}"/>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2028" name="Oval 12">
              <a:extLst>
                <a:ext uri="{FF2B5EF4-FFF2-40B4-BE49-F238E27FC236}">
                  <a16:creationId xmlns:a16="http://schemas.microsoft.com/office/drawing/2014/main" id="{389863E5-E05C-F854-67CC-0BA7B11DA941}"/>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6683" name="Group 13">
            <a:extLst>
              <a:ext uri="{FF2B5EF4-FFF2-40B4-BE49-F238E27FC236}">
                <a16:creationId xmlns:a16="http://schemas.microsoft.com/office/drawing/2014/main" id="{1843A478-5239-A35B-E955-B7D881111B3A}"/>
              </a:ext>
            </a:extLst>
          </p:cNvPr>
          <p:cNvGrpSpPr>
            <a:grpSpLocks/>
          </p:cNvGrpSpPr>
          <p:nvPr/>
        </p:nvGrpSpPr>
        <p:grpSpPr bwMode="auto">
          <a:xfrm>
            <a:off x="5224463" y="4816475"/>
            <a:ext cx="520700" cy="152400"/>
            <a:chOff x="990" y="2694"/>
            <a:chExt cx="328" cy="96"/>
          </a:xfrm>
        </p:grpSpPr>
        <p:sp>
          <p:nvSpPr>
            <p:cNvPr id="342030" name="Oval 14">
              <a:extLst>
                <a:ext uri="{FF2B5EF4-FFF2-40B4-BE49-F238E27FC236}">
                  <a16:creationId xmlns:a16="http://schemas.microsoft.com/office/drawing/2014/main" id="{10C01EBD-DB1F-05BB-AE1C-299D7ADB032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2031" name="Oval 15">
              <a:extLst>
                <a:ext uri="{FF2B5EF4-FFF2-40B4-BE49-F238E27FC236}">
                  <a16:creationId xmlns:a16="http://schemas.microsoft.com/office/drawing/2014/main" id="{4D438049-D11A-2738-425C-E9E83523B05D}"/>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6684" name="Group 16">
            <a:extLst>
              <a:ext uri="{FF2B5EF4-FFF2-40B4-BE49-F238E27FC236}">
                <a16:creationId xmlns:a16="http://schemas.microsoft.com/office/drawing/2014/main" id="{B7457211-FE14-2F56-8F38-C9B85847CBB3}"/>
              </a:ext>
            </a:extLst>
          </p:cNvPr>
          <p:cNvGrpSpPr>
            <a:grpSpLocks/>
          </p:cNvGrpSpPr>
          <p:nvPr/>
        </p:nvGrpSpPr>
        <p:grpSpPr bwMode="auto">
          <a:xfrm rot="-5400000">
            <a:off x="5822950" y="4295775"/>
            <a:ext cx="520700" cy="152400"/>
            <a:chOff x="990" y="2694"/>
            <a:chExt cx="328" cy="96"/>
          </a:xfrm>
        </p:grpSpPr>
        <p:sp>
          <p:nvSpPr>
            <p:cNvPr id="342033" name="Oval 17">
              <a:extLst>
                <a:ext uri="{FF2B5EF4-FFF2-40B4-BE49-F238E27FC236}">
                  <a16:creationId xmlns:a16="http://schemas.microsoft.com/office/drawing/2014/main" id="{D1E2ACEE-53C6-A9B2-E80F-FA3EC532B864}"/>
                </a:ext>
              </a:extLst>
            </p:cNvPr>
            <p:cNvSpPr>
              <a:spLocks noChangeArrowheads="1"/>
            </p:cNvSpPr>
            <p:nvPr/>
          </p:nvSpPr>
          <p:spPr bwMode="auto">
            <a:xfrm>
              <a:off x="990" y="265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2034" name="Oval 18">
              <a:extLst>
                <a:ext uri="{FF2B5EF4-FFF2-40B4-BE49-F238E27FC236}">
                  <a16:creationId xmlns:a16="http://schemas.microsoft.com/office/drawing/2014/main" id="{7171DF9B-D73E-54B0-CAAF-D21C8636C28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6685" name="Group 19">
            <a:extLst>
              <a:ext uri="{FF2B5EF4-FFF2-40B4-BE49-F238E27FC236}">
                <a16:creationId xmlns:a16="http://schemas.microsoft.com/office/drawing/2014/main" id="{347D3AE8-0667-19EF-3E6E-BE40E094604B}"/>
              </a:ext>
            </a:extLst>
          </p:cNvPr>
          <p:cNvGrpSpPr>
            <a:grpSpLocks/>
          </p:cNvGrpSpPr>
          <p:nvPr/>
        </p:nvGrpSpPr>
        <p:grpSpPr bwMode="auto">
          <a:xfrm>
            <a:off x="5226050" y="3698875"/>
            <a:ext cx="520700" cy="152400"/>
            <a:chOff x="990" y="2694"/>
            <a:chExt cx="328" cy="96"/>
          </a:xfrm>
        </p:grpSpPr>
        <p:sp>
          <p:nvSpPr>
            <p:cNvPr id="342036" name="Oval 20">
              <a:extLst>
                <a:ext uri="{FF2B5EF4-FFF2-40B4-BE49-F238E27FC236}">
                  <a16:creationId xmlns:a16="http://schemas.microsoft.com/office/drawing/2014/main" id="{4C20F7A5-ED86-7514-CA30-0424D0D7D8EC}"/>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2037" name="Oval 21">
              <a:extLst>
                <a:ext uri="{FF2B5EF4-FFF2-40B4-BE49-F238E27FC236}">
                  <a16:creationId xmlns:a16="http://schemas.microsoft.com/office/drawing/2014/main" id="{6AD7DE14-5DE5-2CCB-5F8B-B0977160EBFA}"/>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6686" name="Group 22">
            <a:extLst>
              <a:ext uri="{FF2B5EF4-FFF2-40B4-BE49-F238E27FC236}">
                <a16:creationId xmlns:a16="http://schemas.microsoft.com/office/drawing/2014/main" id="{FA63B50A-34DE-AA17-9721-CB0E1318ADF2}"/>
              </a:ext>
            </a:extLst>
          </p:cNvPr>
          <p:cNvGrpSpPr>
            <a:grpSpLocks/>
          </p:cNvGrpSpPr>
          <p:nvPr/>
        </p:nvGrpSpPr>
        <p:grpSpPr bwMode="auto">
          <a:xfrm rot="-5400000">
            <a:off x="4487863" y="2927350"/>
            <a:ext cx="520700" cy="152400"/>
            <a:chOff x="990" y="2694"/>
            <a:chExt cx="328" cy="96"/>
          </a:xfrm>
        </p:grpSpPr>
        <p:sp>
          <p:nvSpPr>
            <p:cNvPr id="342039" name="Oval 23">
              <a:extLst>
                <a:ext uri="{FF2B5EF4-FFF2-40B4-BE49-F238E27FC236}">
                  <a16:creationId xmlns:a16="http://schemas.microsoft.com/office/drawing/2014/main" id="{01C00FA1-1A31-39FC-6937-8BB5513AA725}"/>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2040" name="Oval 24">
              <a:extLst>
                <a:ext uri="{FF2B5EF4-FFF2-40B4-BE49-F238E27FC236}">
                  <a16:creationId xmlns:a16="http://schemas.microsoft.com/office/drawing/2014/main" id="{4E558D7F-CF99-8F21-A0A4-F2C4221E3251}"/>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6687" name="Group 25">
            <a:extLst>
              <a:ext uri="{FF2B5EF4-FFF2-40B4-BE49-F238E27FC236}">
                <a16:creationId xmlns:a16="http://schemas.microsoft.com/office/drawing/2014/main" id="{9D94478A-DAEE-E61A-4C18-FC747D8ADCA4}"/>
              </a:ext>
            </a:extLst>
          </p:cNvPr>
          <p:cNvGrpSpPr>
            <a:grpSpLocks/>
          </p:cNvGrpSpPr>
          <p:nvPr/>
        </p:nvGrpSpPr>
        <p:grpSpPr bwMode="auto">
          <a:xfrm rot="-5400000">
            <a:off x="3436938" y="2963863"/>
            <a:ext cx="520700" cy="152400"/>
            <a:chOff x="990" y="2694"/>
            <a:chExt cx="328" cy="96"/>
          </a:xfrm>
        </p:grpSpPr>
        <p:sp>
          <p:nvSpPr>
            <p:cNvPr id="342042" name="Oval 26">
              <a:extLst>
                <a:ext uri="{FF2B5EF4-FFF2-40B4-BE49-F238E27FC236}">
                  <a16:creationId xmlns:a16="http://schemas.microsoft.com/office/drawing/2014/main" id="{5FA460A3-6EF0-E3FB-CEE9-3BCD5F14F943}"/>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2043" name="Oval 27">
              <a:extLst>
                <a:ext uri="{FF2B5EF4-FFF2-40B4-BE49-F238E27FC236}">
                  <a16:creationId xmlns:a16="http://schemas.microsoft.com/office/drawing/2014/main" id="{D3C2485D-6848-9F41-8255-70A767389BCB}"/>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6688" name="Group 28">
            <a:extLst>
              <a:ext uri="{FF2B5EF4-FFF2-40B4-BE49-F238E27FC236}">
                <a16:creationId xmlns:a16="http://schemas.microsoft.com/office/drawing/2014/main" id="{7D4E4423-B44F-3B83-661D-9DEB08ECE747}"/>
              </a:ext>
            </a:extLst>
          </p:cNvPr>
          <p:cNvGrpSpPr>
            <a:grpSpLocks/>
          </p:cNvGrpSpPr>
          <p:nvPr/>
        </p:nvGrpSpPr>
        <p:grpSpPr bwMode="auto">
          <a:xfrm rot="-5400000">
            <a:off x="2019300" y="4203700"/>
            <a:ext cx="520700" cy="152400"/>
            <a:chOff x="990" y="2694"/>
            <a:chExt cx="328" cy="96"/>
          </a:xfrm>
        </p:grpSpPr>
        <p:sp>
          <p:nvSpPr>
            <p:cNvPr id="342045" name="Oval 29">
              <a:extLst>
                <a:ext uri="{FF2B5EF4-FFF2-40B4-BE49-F238E27FC236}">
                  <a16:creationId xmlns:a16="http://schemas.microsoft.com/office/drawing/2014/main" id="{40DA215A-5A42-C211-145D-5C26AB7819C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2046" name="Oval 30">
              <a:extLst>
                <a:ext uri="{FF2B5EF4-FFF2-40B4-BE49-F238E27FC236}">
                  <a16:creationId xmlns:a16="http://schemas.microsoft.com/office/drawing/2014/main" id="{8AAF2D71-54C1-EB0C-5A6C-A050D5FBFE65}"/>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6689" name="Group 31">
            <a:extLst>
              <a:ext uri="{FF2B5EF4-FFF2-40B4-BE49-F238E27FC236}">
                <a16:creationId xmlns:a16="http://schemas.microsoft.com/office/drawing/2014/main" id="{30378B1A-C32B-AC13-C0A3-78BC33DACAB5}"/>
              </a:ext>
            </a:extLst>
          </p:cNvPr>
          <p:cNvGrpSpPr>
            <a:grpSpLocks/>
          </p:cNvGrpSpPr>
          <p:nvPr/>
        </p:nvGrpSpPr>
        <p:grpSpPr bwMode="auto">
          <a:xfrm>
            <a:off x="2538413" y="3617913"/>
            <a:ext cx="520700" cy="152400"/>
            <a:chOff x="990" y="2694"/>
            <a:chExt cx="328" cy="96"/>
          </a:xfrm>
        </p:grpSpPr>
        <p:sp>
          <p:nvSpPr>
            <p:cNvPr id="342048" name="Oval 32">
              <a:extLst>
                <a:ext uri="{FF2B5EF4-FFF2-40B4-BE49-F238E27FC236}">
                  <a16:creationId xmlns:a16="http://schemas.microsoft.com/office/drawing/2014/main" id="{3CD00179-5430-AB15-3713-CF8E6952F44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2049" name="Oval 33">
              <a:extLst>
                <a:ext uri="{FF2B5EF4-FFF2-40B4-BE49-F238E27FC236}">
                  <a16:creationId xmlns:a16="http://schemas.microsoft.com/office/drawing/2014/main" id="{3D261D05-BB4F-8D00-1946-1077965AF2D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42050" name="Line 34">
            <a:extLst>
              <a:ext uri="{FF2B5EF4-FFF2-40B4-BE49-F238E27FC236}">
                <a16:creationId xmlns:a16="http://schemas.microsoft.com/office/drawing/2014/main" id="{6A3A648E-B35A-B887-BEEB-BCA05B083547}"/>
              </a:ext>
            </a:extLst>
          </p:cNvPr>
          <p:cNvSpPr>
            <a:spLocks noChangeShapeType="1"/>
          </p:cNvSpPr>
          <p:nvPr/>
        </p:nvSpPr>
        <p:spPr bwMode="auto">
          <a:xfrm>
            <a:off x="3311525" y="4448175"/>
            <a:ext cx="433388"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2051" name="Line 35">
            <a:extLst>
              <a:ext uri="{FF2B5EF4-FFF2-40B4-BE49-F238E27FC236}">
                <a16:creationId xmlns:a16="http://schemas.microsoft.com/office/drawing/2014/main" id="{A74FD1A4-DC84-C0AD-08BE-0F49F2966E94}"/>
              </a:ext>
            </a:extLst>
          </p:cNvPr>
          <p:cNvSpPr>
            <a:spLocks noChangeShapeType="1"/>
          </p:cNvSpPr>
          <p:nvPr/>
        </p:nvSpPr>
        <p:spPr bwMode="auto">
          <a:xfrm>
            <a:off x="1703388" y="1908175"/>
            <a:ext cx="0" cy="4075113"/>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2052" name="Line 36">
            <a:extLst>
              <a:ext uri="{FF2B5EF4-FFF2-40B4-BE49-F238E27FC236}">
                <a16:creationId xmlns:a16="http://schemas.microsoft.com/office/drawing/2014/main" id="{F3335FA9-2DD9-C442-8520-070B986CA3B8}"/>
              </a:ext>
            </a:extLst>
          </p:cNvPr>
          <p:cNvSpPr>
            <a:spLocks noChangeShapeType="1"/>
          </p:cNvSpPr>
          <p:nvPr/>
        </p:nvSpPr>
        <p:spPr bwMode="auto">
          <a:xfrm>
            <a:off x="1687513" y="5983288"/>
            <a:ext cx="327025" cy="0"/>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2053" name="Line 37">
            <a:extLst>
              <a:ext uri="{FF2B5EF4-FFF2-40B4-BE49-F238E27FC236}">
                <a16:creationId xmlns:a16="http://schemas.microsoft.com/office/drawing/2014/main" id="{C705C745-C38C-BBD6-7DD0-0AFC026523E2}"/>
              </a:ext>
            </a:extLst>
          </p:cNvPr>
          <p:cNvSpPr>
            <a:spLocks noChangeShapeType="1"/>
          </p:cNvSpPr>
          <p:nvPr/>
        </p:nvSpPr>
        <p:spPr bwMode="auto">
          <a:xfrm>
            <a:off x="1687513" y="1908175"/>
            <a:ext cx="385762" cy="0"/>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2054" name="Line 38">
            <a:extLst>
              <a:ext uri="{FF2B5EF4-FFF2-40B4-BE49-F238E27FC236}">
                <a16:creationId xmlns:a16="http://schemas.microsoft.com/office/drawing/2014/main" id="{2409454D-F30A-2FA5-BF80-7E9BEBDD6197}"/>
              </a:ext>
            </a:extLst>
          </p:cNvPr>
          <p:cNvSpPr>
            <a:spLocks noChangeShapeType="1"/>
          </p:cNvSpPr>
          <p:nvPr/>
        </p:nvSpPr>
        <p:spPr bwMode="auto">
          <a:xfrm>
            <a:off x="6773863" y="1908175"/>
            <a:ext cx="0" cy="4075113"/>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2055" name="Line 39">
            <a:extLst>
              <a:ext uri="{FF2B5EF4-FFF2-40B4-BE49-F238E27FC236}">
                <a16:creationId xmlns:a16="http://schemas.microsoft.com/office/drawing/2014/main" id="{7C515634-C2D5-FE9C-D495-04C20CE7AAB3}"/>
              </a:ext>
            </a:extLst>
          </p:cNvPr>
          <p:cNvSpPr>
            <a:spLocks noChangeShapeType="1"/>
          </p:cNvSpPr>
          <p:nvPr/>
        </p:nvSpPr>
        <p:spPr bwMode="auto">
          <a:xfrm flipH="1">
            <a:off x="6418263" y="5983288"/>
            <a:ext cx="385762" cy="0"/>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2056" name="Line 40">
            <a:extLst>
              <a:ext uri="{FF2B5EF4-FFF2-40B4-BE49-F238E27FC236}">
                <a16:creationId xmlns:a16="http://schemas.microsoft.com/office/drawing/2014/main" id="{74CE57ED-1D8C-795F-3793-9E356ED314A6}"/>
              </a:ext>
            </a:extLst>
          </p:cNvPr>
          <p:cNvSpPr>
            <a:spLocks noChangeShapeType="1"/>
          </p:cNvSpPr>
          <p:nvPr/>
        </p:nvSpPr>
        <p:spPr bwMode="auto">
          <a:xfrm flipH="1">
            <a:off x="6418263" y="1908175"/>
            <a:ext cx="385762" cy="0"/>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2057" name="Text Box 41">
            <a:extLst>
              <a:ext uri="{FF2B5EF4-FFF2-40B4-BE49-F238E27FC236}">
                <a16:creationId xmlns:a16="http://schemas.microsoft.com/office/drawing/2014/main" id="{3D47E8F9-78E5-391A-AFE7-2A9D24CE6EB3}"/>
              </a:ext>
            </a:extLst>
          </p:cNvPr>
          <p:cNvSpPr txBox="1">
            <a:spLocks noChangeArrowheads="1"/>
          </p:cNvSpPr>
          <p:nvPr/>
        </p:nvSpPr>
        <p:spPr bwMode="auto">
          <a:xfrm>
            <a:off x="6956425" y="15779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2-</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42058" name="Text Box 42">
            <a:extLst>
              <a:ext uri="{FF2B5EF4-FFF2-40B4-BE49-F238E27FC236}">
                <a16:creationId xmlns:a16="http://schemas.microsoft.com/office/drawing/2014/main" id="{58EB18BE-EE53-13E2-9F76-5388A4E035BC}"/>
              </a:ext>
            </a:extLst>
          </p:cNvPr>
          <p:cNvSpPr txBox="1">
            <a:spLocks noChangeArrowheads="1"/>
          </p:cNvSpPr>
          <p:nvPr/>
        </p:nvSpPr>
        <p:spPr bwMode="auto">
          <a:xfrm>
            <a:off x="384175" y="5732463"/>
            <a:ext cx="1370013"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24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833B4B04-E8F5-8011-9451-867166C9B0EF}"/>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2: Carbonate Ion</a:t>
            </a:r>
          </a:p>
        </p:txBody>
      </p:sp>
      <p:sp>
        <p:nvSpPr>
          <p:cNvPr id="343043" name="Text Box 3">
            <a:extLst>
              <a:ext uri="{FF2B5EF4-FFF2-40B4-BE49-F238E27FC236}">
                <a16:creationId xmlns:a16="http://schemas.microsoft.com/office/drawing/2014/main" id="{BD653427-72E8-6B99-C4D3-36F612441828}"/>
              </a:ext>
            </a:extLst>
          </p:cNvPr>
          <p:cNvSpPr txBox="1">
            <a:spLocks noChangeArrowheads="1"/>
          </p:cNvSpPr>
          <p:nvPr/>
        </p:nvSpPr>
        <p:spPr bwMode="auto">
          <a:xfrm>
            <a:off x="3659188" y="37941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C</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43044" name="Text Box 4">
            <a:extLst>
              <a:ext uri="{FF2B5EF4-FFF2-40B4-BE49-F238E27FC236}">
                <a16:creationId xmlns:a16="http://schemas.microsoft.com/office/drawing/2014/main" id="{FCFF2815-A600-D7D0-17DC-A636F94AAA22}"/>
              </a:ext>
            </a:extLst>
          </p:cNvPr>
          <p:cNvSpPr txBox="1">
            <a:spLocks noChangeArrowheads="1"/>
          </p:cNvSpPr>
          <p:nvPr/>
        </p:nvSpPr>
        <p:spPr bwMode="auto">
          <a:xfrm>
            <a:off x="2257425" y="37798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43045" name="Text Box 5">
            <a:extLst>
              <a:ext uri="{FF2B5EF4-FFF2-40B4-BE49-F238E27FC236}">
                <a16:creationId xmlns:a16="http://schemas.microsoft.com/office/drawing/2014/main" id="{39761BB3-3B39-E684-2473-0017F5A3C4BD}"/>
              </a:ext>
            </a:extLst>
          </p:cNvPr>
          <p:cNvSpPr txBox="1">
            <a:spLocks noChangeArrowheads="1"/>
          </p:cNvSpPr>
          <p:nvPr/>
        </p:nvSpPr>
        <p:spPr bwMode="auto">
          <a:xfrm>
            <a:off x="4949825" y="379888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43046" name="Line 6">
            <a:extLst>
              <a:ext uri="{FF2B5EF4-FFF2-40B4-BE49-F238E27FC236}">
                <a16:creationId xmlns:a16="http://schemas.microsoft.com/office/drawing/2014/main" id="{BCF49A68-4C55-F3C5-761E-8765E89DAF64}"/>
              </a:ext>
            </a:extLst>
          </p:cNvPr>
          <p:cNvSpPr>
            <a:spLocks noChangeShapeType="1"/>
          </p:cNvSpPr>
          <p:nvPr/>
        </p:nvSpPr>
        <p:spPr bwMode="auto">
          <a:xfrm>
            <a:off x="3309938" y="4295775"/>
            <a:ext cx="433387"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3047" name="Line 7">
            <a:extLst>
              <a:ext uri="{FF2B5EF4-FFF2-40B4-BE49-F238E27FC236}">
                <a16:creationId xmlns:a16="http://schemas.microsoft.com/office/drawing/2014/main" id="{0F46EAA7-C630-2095-C2F2-FB0825A856FE}"/>
              </a:ext>
            </a:extLst>
          </p:cNvPr>
          <p:cNvSpPr>
            <a:spLocks noChangeShapeType="1"/>
          </p:cNvSpPr>
          <p:nvPr/>
        </p:nvSpPr>
        <p:spPr bwMode="auto">
          <a:xfrm>
            <a:off x="4632325" y="4297363"/>
            <a:ext cx="434975"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3048" name="Text Box 8">
            <a:extLst>
              <a:ext uri="{FF2B5EF4-FFF2-40B4-BE49-F238E27FC236}">
                <a16:creationId xmlns:a16="http://schemas.microsoft.com/office/drawing/2014/main" id="{9B4E6261-8FCB-BC79-7ECF-630E44388EF4}"/>
              </a:ext>
            </a:extLst>
          </p:cNvPr>
          <p:cNvSpPr txBox="1">
            <a:spLocks noChangeArrowheads="1"/>
          </p:cNvSpPr>
          <p:nvPr/>
        </p:nvSpPr>
        <p:spPr bwMode="auto">
          <a:xfrm>
            <a:off x="3681413" y="24796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43049" name="Line 9">
            <a:extLst>
              <a:ext uri="{FF2B5EF4-FFF2-40B4-BE49-F238E27FC236}">
                <a16:creationId xmlns:a16="http://schemas.microsoft.com/office/drawing/2014/main" id="{78589025-DC5D-77E5-9F79-213ABB4B5CFB}"/>
              </a:ext>
            </a:extLst>
          </p:cNvPr>
          <p:cNvSpPr>
            <a:spLocks noChangeShapeType="1"/>
          </p:cNvSpPr>
          <p:nvPr/>
        </p:nvSpPr>
        <p:spPr bwMode="auto">
          <a:xfrm flipV="1">
            <a:off x="4227513" y="3476625"/>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158730" name="Group 10">
            <a:extLst>
              <a:ext uri="{FF2B5EF4-FFF2-40B4-BE49-F238E27FC236}">
                <a16:creationId xmlns:a16="http://schemas.microsoft.com/office/drawing/2014/main" id="{AD72F39E-0A6B-EBEA-AF83-58705CF22C49}"/>
              </a:ext>
            </a:extLst>
          </p:cNvPr>
          <p:cNvGrpSpPr>
            <a:grpSpLocks/>
          </p:cNvGrpSpPr>
          <p:nvPr/>
        </p:nvGrpSpPr>
        <p:grpSpPr bwMode="auto">
          <a:xfrm>
            <a:off x="3952875" y="2411413"/>
            <a:ext cx="520700" cy="152400"/>
            <a:chOff x="990" y="2694"/>
            <a:chExt cx="328" cy="96"/>
          </a:xfrm>
        </p:grpSpPr>
        <p:sp>
          <p:nvSpPr>
            <p:cNvPr id="343051" name="Oval 11">
              <a:extLst>
                <a:ext uri="{FF2B5EF4-FFF2-40B4-BE49-F238E27FC236}">
                  <a16:creationId xmlns:a16="http://schemas.microsoft.com/office/drawing/2014/main" id="{1DC356B0-DDDB-67E3-1C2D-77A291A94A09}"/>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3052" name="Oval 12">
              <a:extLst>
                <a:ext uri="{FF2B5EF4-FFF2-40B4-BE49-F238E27FC236}">
                  <a16:creationId xmlns:a16="http://schemas.microsoft.com/office/drawing/2014/main" id="{8AAF0E27-2E16-4BE1-0A63-72A4C298B2CB}"/>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8731" name="Group 13">
            <a:extLst>
              <a:ext uri="{FF2B5EF4-FFF2-40B4-BE49-F238E27FC236}">
                <a16:creationId xmlns:a16="http://schemas.microsoft.com/office/drawing/2014/main" id="{767A5877-991B-6B60-A6F9-71B6AF36E088}"/>
              </a:ext>
            </a:extLst>
          </p:cNvPr>
          <p:cNvGrpSpPr>
            <a:grpSpLocks/>
          </p:cNvGrpSpPr>
          <p:nvPr/>
        </p:nvGrpSpPr>
        <p:grpSpPr bwMode="auto">
          <a:xfrm>
            <a:off x="5224463" y="4816475"/>
            <a:ext cx="520700" cy="152400"/>
            <a:chOff x="990" y="2694"/>
            <a:chExt cx="328" cy="96"/>
          </a:xfrm>
        </p:grpSpPr>
        <p:sp>
          <p:nvSpPr>
            <p:cNvPr id="343054" name="Oval 14">
              <a:extLst>
                <a:ext uri="{FF2B5EF4-FFF2-40B4-BE49-F238E27FC236}">
                  <a16:creationId xmlns:a16="http://schemas.microsoft.com/office/drawing/2014/main" id="{D599AD7A-EF33-E4CB-F3EA-0F16E4249685}"/>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3055" name="Oval 15">
              <a:extLst>
                <a:ext uri="{FF2B5EF4-FFF2-40B4-BE49-F238E27FC236}">
                  <a16:creationId xmlns:a16="http://schemas.microsoft.com/office/drawing/2014/main" id="{95166476-B9C7-FB99-EBE3-C99CE1471365}"/>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8732" name="Group 16">
            <a:extLst>
              <a:ext uri="{FF2B5EF4-FFF2-40B4-BE49-F238E27FC236}">
                <a16:creationId xmlns:a16="http://schemas.microsoft.com/office/drawing/2014/main" id="{AE515F38-E1A4-A0CE-413A-B6E58BC154EB}"/>
              </a:ext>
            </a:extLst>
          </p:cNvPr>
          <p:cNvGrpSpPr>
            <a:grpSpLocks/>
          </p:cNvGrpSpPr>
          <p:nvPr/>
        </p:nvGrpSpPr>
        <p:grpSpPr bwMode="auto">
          <a:xfrm rot="-5400000">
            <a:off x="5822950" y="4295775"/>
            <a:ext cx="520700" cy="152400"/>
            <a:chOff x="990" y="2694"/>
            <a:chExt cx="328" cy="96"/>
          </a:xfrm>
        </p:grpSpPr>
        <p:sp>
          <p:nvSpPr>
            <p:cNvPr id="343057" name="Oval 17">
              <a:extLst>
                <a:ext uri="{FF2B5EF4-FFF2-40B4-BE49-F238E27FC236}">
                  <a16:creationId xmlns:a16="http://schemas.microsoft.com/office/drawing/2014/main" id="{1928246F-6938-472F-B5D8-A4518D3886BE}"/>
                </a:ext>
              </a:extLst>
            </p:cNvPr>
            <p:cNvSpPr>
              <a:spLocks noChangeArrowheads="1"/>
            </p:cNvSpPr>
            <p:nvPr/>
          </p:nvSpPr>
          <p:spPr bwMode="auto">
            <a:xfrm>
              <a:off x="990" y="265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3058" name="Oval 18">
              <a:extLst>
                <a:ext uri="{FF2B5EF4-FFF2-40B4-BE49-F238E27FC236}">
                  <a16:creationId xmlns:a16="http://schemas.microsoft.com/office/drawing/2014/main" id="{448C2D8A-5909-2BE3-C503-AA8C3FD6AB49}"/>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8733" name="Group 19">
            <a:extLst>
              <a:ext uri="{FF2B5EF4-FFF2-40B4-BE49-F238E27FC236}">
                <a16:creationId xmlns:a16="http://schemas.microsoft.com/office/drawing/2014/main" id="{E226C6C1-BAE2-EDC8-C3A2-0A67010D1D3B}"/>
              </a:ext>
            </a:extLst>
          </p:cNvPr>
          <p:cNvGrpSpPr>
            <a:grpSpLocks/>
          </p:cNvGrpSpPr>
          <p:nvPr/>
        </p:nvGrpSpPr>
        <p:grpSpPr bwMode="auto">
          <a:xfrm>
            <a:off x="5226050" y="3698875"/>
            <a:ext cx="520700" cy="152400"/>
            <a:chOff x="990" y="2694"/>
            <a:chExt cx="328" cy="96"/>
          </a:xfrm>
        </p:grpSpPr>
        <p:sp>
          <p:nvSpPr>
            <p:cNvPr id="343060" name="Oval 20">
              <a:extLst>
                <a:ext uri="{FF2B5EF4-FFF2-40B4-BE49-F238E27FC236}">
                  <a16:creationId xmlns:a16="http://schemas.microsoft.com/office/drawing/2014/main" id="{AE9B8E70-898E-8AE9-B74E-6A129489B14B}"/>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3061" name="Oval 21">
              <a:extLst>
                <a:ext uri="{FF2B5EF4-FFF2-40B4-BE49-F238E27FC236}">
                  <a16:creationId xmlns:a16="http://schemas.microsoft.com/office/drawing/2014/main" id="{4C522665-BA08-DDBD-400A-941D9E7C1D8E}"/>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8734" name="Group 22">
            <a:extLst>
              <a:ext uri="{FF2B5EF4-FFF2-40B4-BE49-F238E27FC236}">
                <a16:creationId xmlns:a16="http://schemas.microsoft.com/office/drawing/2014/main" id="{739F937F-222B-5223-418B-6112B04157AF}"/>
              </a:ext>
            </a:extLst>
          </p:cNvPr>
          <p:cNvGrpSpPr>
            <a:grpSpLocks/>
          </p:cNvGrpSpPr>
          <p:nvPr/>
        </p:nvGrpSpPr>
        <p:grpSpPr bwMode="auto">
          <a:xfrm rot="-5400000">
            <a:off x="4487863" y="2927350"/>
            <a:ext cx="520700" cy="152400"/>
            <a:chOff x="990" y="2694"/>
            <a:chExt cx="328" cy="96"/>
          </a:xfrm>
        </p:grpSpPr>
        <p:sp>
          <p:nvSpPr>
            <p:cNvPr id="343063" name="Oval 23">
              <a:extLst>
                <a:ext uri="{FF2B5EF4-FFF2-40B4-BE49-F238E27FC236}">
                  <a16:creationId xmlns:a16="http://schemas.microsoft.com/office/drawing/2014/main" id="{E0470153-2D36-48C2-5AE7-7F6FFC732BD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3064" name="Oval 24">
              <a:extLst>
                <a:ext uri="{FF2B5EF4-FFF2-40B4-BE49-F238E27FC236}">
                  <a16:creationId xmlns:a16="http://schemas.microsoft.com/office/drawing/2014/main" id="{B6E08969-13ED-EE94-9A3E-781659652A4A}"/>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8735" name="Group 25">
            <a:extLst>
              <a:ext uri="{FF2B5EF4-FFF2-40B4-BE49-F238E27FC236}">
                <a16:creationId xmlns:a16="http://schemas.microsoft.com/office/drawing/2014/main" id="{0EA87C7F-64C1-4057-A852-377C21FC7913}"/>
              </a:ext>
            </a:extLst>
          </p:cNvPr>
          <p:cNvGrpSpPr>
            <a:grpSpLocks/>
          </p:cNvGrpSpPr>
          <p:nvPr/>
        </p:nvGrpSpPr>
        <p:grpSpPr bwMode="auto">
          <a:xfrm rot="-5400000">
            <a:off x="3436938" y="2963863"/>
            <a:ext cx="520700" cy="152400"/>
            <a:chOff x="990" y="2694"/>
            <a:chExt cx="328" cy="96"/>
          </a:xfrm>
        </p:grpSpPr>
        <p:sp>
          <p:nvSpPr>
            <p:cNvPr id="343066" name="Oval 26">
              <a:extLst>
                <a:ext uri="{FF2B5EF4-FFF2-40B4-BE49-F238E27FC236}">
                  <a16:creationId xmlns:a16="http://schemas.microsoft.com/office/drawing/2014/main" id="{0D1CA10F-0989-241F-59D2-790507951075}"/>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3067" name="Oval 27">
              <a:extLst>
                <a:ext uri="{FF2B5EF4-FFF2-40B4-BE49-F238E27FC236}">
                  <a16:creationId xmlns:a16="http://schemas.microsoft.com/office/drawing/2014/main" id="{582270AE-B28E-F3D9-15F4-738E4980DC4A}"/>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8736" name="Group 28">
            <a:extLst>
              <a:ext uri="{FF2B5EF4-FFF2-40B4-BE49-F238E27FC236}">
                <a16:creationId xmlns:a16="http://schemas.microsoft.com/office/drawing/2014/main" id="{C5076BED-B546-995F-EA3D-5F4BC5D7E156}"/>
              </a:ext>
            </a:extLst>
          </p:cNvPr>
          <p:cNvGrpSpPr>
            <a:grpSpLocks/>
          </p:cNvGrpSpPr>
          <p:nvPr/>
        </p:nvGrpSpPr>
        <p:grpSpPr bwMode="auto">
          <a:xfrm rot="-5400000">
            <a:off x="2019300" y="4203700"/>
            <a:ext cx="520700" cy="152400"/>
            <a:chOff x="990" y="2694"/>
            <a:chExt cx="328" cy="96"/>
          </a:xfrm>
        </p:grpSpPr>
        <p:sp>
          <p:nvSpPr>
            <p:cNvPr id="343069" name="Oval 29">
              <a:extLst>
                <a:ext uri="{FF2B5EF4-FFF2-40B4-BE49-F238E27FC236}">
                  <a16:creationId xmlns:a16="http://schemas.microsoft.com/office/drawing/2014/main" id="{A2D1CD25-FABA-05FF-FA99-B5FEDD958B81}"/>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3070" name="Oval 30">
              <a:extLst>
                <a:ext uri="{FF2B5EF4-FFF2-40B4-BE49-F238E27FC236}">
                  <a16:creationId xmlns:a16="http://schemas.microsoft.com/office/drawing/2014/main" id="{5F0C46D8-DE66-8869-43C1-2FA406D84D6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58737" name="Group 31">
            <a:extLst>
              <a:ext uri="{FF2B5EF4-FFF2-40B4-BE49-F238E27FC236}">
                <a16:creationId xmlns:a16="http://schemas.microsoft.com/office/drawing/2014/main" id="{25B5A9B2-5987-B355-BF67-B2B1B4113E13}"/>
              </a:ext>
            </a:extLst>
          </p:cNvPr>
          <p:cNvGrpSpPr>
            <a:grpSpLocks/>
          </p:cNvGrpSpPr>
          <p:nvPr/>
        </p:nvGrpSpPr>
        <p:grpSpPr bwMode="auto">
          <a:xfrm>
            <a:off x="2538413" y="3617913"/>
            <a:ext cx="520700" cy="152400"/>
            <a:chOff x="990" y="2694"/>
            <a:chExt cx="328" cy="96"/>
          </a:xfrm>
        </p:grpSpPr>
        <p:sp>
          <p:nvSpPr>
            <p:cNvPr id="343072" name="Oval 32">
              <a:extLst>
                <a:ext uri="{FF2B5EF4-FFF2-40B4-BE49-F238E27FC236}">
                  <a16:creationId xmlns:a16="http://schemas.microsoft.com/office/drawing/2014/main" id="{4CB9EB9E-C157-5244-1D5F-DADC2E7E8373}"/>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3073" name="Oval 33">
              <a:extLst>
                <a:ext uri="{FF2B5EF4-FFF2-40B4-BE49-F238E27FC236}">
                  <a16:creationId xmlns:a16="http://schemas.microsoft.com/office/drawing/2014/main" id="{AB9A7D57-6A6E-00CE-CD3F-55504B16BF98}"/>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43074" name="Line 34">
            <a:extLst>
              <a:ext uri="{FF2B5EF4-FFF2-40B4-BE49-F238E27FC236}">
                <a16:creationId xmlns:a16="http://schemas.microsoft.com/office/drawing/2014/main" id="{41D1B498-8BA4-286C-54F5-5FA85E6F5FF8}"/>
              </a:ext>
            </a:extLst>
          </p:cNvPr>
          <p:cNvSpPr>
            <a:spLocks noChangeShapeType="1"/>
          </p:cNvSpPr>
          <p:nvPr/>
        </p:nvSpPr>
        <p:spPr bwMode="auto">
          <a:xfrm>
            <a:off x="3311525" y="4448175"/>
            <a:ext cx="433388"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3075" name="Line 35">
            <a:extLst>
              <a:ext uri="{FF2B5EF4-FFF2-40B4-BE49-F238E27FC236}">
                <a16:creationId xmlns:a16="http://schemas.microsoft.com/office/drawing/2014/main" id="{5E9CA8F1-A27B-96CA-D86F-B3672EF44DBE}"/>
              </a:ext>
            </a:extLst>
          </p:cNvPr>
          <p:cNvSpPr>
            <a:spLocks noChangeShapeType="1"/>
          </p:cNvSpPr>
          <p:nvPr/>
        </p:nvSpPr>
        <p:spPr bwMode="auto">
          <a:xfrm>
            <a:off x="1703388" y="1908175"/>
            <a:ext cx="0" cy="4075113"/>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3076" name="Line 36">
            <a:extLst>
              <a:ext uri="{FF2B5EF4-FFF2-40B4-BE49-F238E27FC236}">
                <a16:creationId xmlns:a16="http://schemas.microsoft.com/office/drawing/2014/main" id="{F3A83DF7-985C-1777-4239-1D26BA0F3730}"/>
              </a:ext>
            </a:extLst>
          </p:cNvPr>
          <p:cNvSpPr>
            <a:spLocks noChangeShapeType="1"/>
          </p:cNvSpPr>
          <p:nvPr/>
        </p:nvSpPr>
        <p:spPr bwMode="auto">
          <a:xfrm>
            <a:off x="1687513" y="5983288"/>
            <a:ext cx="327025" cy="0"/>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3077" name="Line 37">
            <a:extLst>
              <a:ext uri="{FF2B5EF4-FFF2-40B4-BE49-F238E27FC236}">
                <a16:creationId xmlns:a16="http://schemas.microsoft.com/office/drawing/2014/main" id="{6980ACB2-7AC1-8069-59D6-7553171B2BA8}"/>
              </a:ext>
            </a:extLst>
          </p:cNvPr>
          <p:cNvSpPr>
            <a:spLocks noChangeShapeType="1"/>
          </p:cNvSpPr>
          <p:nvPr/>
        </p:nvSpPr>
        <p:spPr bwMode="auto">
          <a:xfrm>
            <a:off x="1687513" y="1908175"/>
            <a:ext cx="385762" cy="0"/>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3078" name="Line 38">
            <a:extLst>
              <a:ext uri="{FF2B5EF4-FFF2-40B4-BE49-F238E27FC236}">
                <a16:creationId xmlns:a16="http://schemas.microsoft.com/office/drawing/2014/main" id="{1E5A035F-4D99-D511-C4BC-30CC57CFE75D}"/>
              </a:ext>
            </a:extLst>
          </p:cNvPr>
          <p:cNvSpPr>
            <a:spLocks noChangeShapeType="1"/>
          </p:cNvSpPr>
          <p:nvPr/>
        </p:nvSpPr>
        <p:spPr bwMode="auto">
          <a:xfrm>
            <a:off x="6773863" y="1908175"/>
            <a:ext cx="0" cy="4075113"/>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3079" name="Line 39">
            <a:extLst>
              <a:ext uri="{FF2B5EF4-FFF2-40B4-BE49-F238E27FC236}">
                <a16:creationId xmlns:a16="http://schemas.microsoft.com/office/drawing/2014/main" id="{93D79DD2-85A2-CD3B-D750-A4E81615EAF8}"/>
              </a:ext>
            </a:extLst>
          </p:cNvPr>
          <p:cNvSpPr>
            <a:spLocks noChangeShapeType="1"/>
          </p:cNvSpPr>
          <p:nvPr/>
        </p:nvSpPr>
        <p:spPr bwMode="auto">
          <a:xfrm flipH="1">
            <a:off x="6418263" y="5983288"/>
            <a:ext cx="385762" cy="0"/>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3080" name="Line 40">
            <a:extLst>
              <a:ext uri="{FF2B5EF4-FFF2-40B4-BE49-F238E27FC236}">
                <a16:creationId xmlns:a16="http://schemas.microsoft.com/office/drawing/2014/main" id="{232B2E2B-C160-BDDB-F45B-B53F601B461A}"/>
              </a:ext>
            </a:extLst>
          </p:cNvPr>
          <p:cNvSpPr>
            <a:spLocks noChangeShapeType="1"/>
          </p:cNvSpPr>
          <p:nvPr/>
        </p:nvSpPr>
        <p:spPr bwMode="auto">
          <a:xfrm flipH="1">
            <a:off x="6418263" y="1908175"/>
            <a:ext cx="385762" cy="0"/>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43081" name="Text Box 41">
            <a:extLst>
              <a:ext uri="{FF2B5EF4-FFF2-40B4-BE49-F238E27FC236}">
                <a16:creationId xmlns:a16="http://schemas.microsoft.com/office/drawing/2014/main" id="{EB17BC78-712C-ED3F-E5FF-6021B95C5238}"/>
              </a:ext>
            </a:extLst>
          </p:cNvPr>
          <p:cNvSpPr txBox="1">
            <a:spLocks noChangeArrowheads="1"/>
          </p:cNvSpPr>
          <p:nvPr/>
        </p:nvSpPr>
        <p:spPr bwMode="auto">
          <a:xfrm>
            <a:off x="6956425" y="15779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2-</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43082" name="Text Box 42">
            <a:extLst>
              <a:ext uri="{FF2B5EF4-FFF2-40B4-BE49-F238E27FC236}">
                <a16:creationId xmlns:a16="http://schemas.microsoft.com/office/drawing/2014/main" id="{7119B2C3-D6A3-134A-4CD0-C6C532DB03DA}"/>
              </a:ext>
            </a:extLst>
          </p:cNvPr>
          <p:cNvSpPr txBox="1">
            <a:spLocks noChangeArrowheads="1"/>
          </p:cNvSpPr>
          <p:nvPr/>
        </p:nvSpPr>
        <p:spPr bwMode="auto">
          <a:xfrm>
            <a:off x="2590800" y="5499100"/>
            <a:ext cx="3625850" cy="519113"/>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FFFFF"/>
                </a:solidFill>
                <a:effectLst>
                  <a:outerShdw blurRad="38100" dist="38100" dir="2700000" algn="tl">
                    <a:srgbClr val="000000"/>
                  </a:outerShdw>
                </a:effectLst>
                <a:latin typeface="Times New Roman" pitchFamily="18" charset="0"/>
                <a:ea typeface="+mn-ea"/>
              </a:rPr>
              <a:t>Now for its shape</a:t>
            </a:r>
          </a:p>
        </p:txBody>
      </p:sp>
      <p:sp>
        <p:nvSpPr>
          <p:cNvPr id="343083" name="Text Box 43">
            <a:extLst>
              <a:ext uri="{FF2B5EF4-FFF2-40B4-BE49-F238E27FC236}">
                <a16:creationId xmlns:a16="http://schemas.microsoft.com/office/drawing/2014/main" id="{AA5FF73F-E95D-F188-EF2B-ABD7E9903883}"/>
              </a:ext>
            </a:extLst>
          </p:cNvPr>
          <p:cNvSpPr txBox="1">
            <a:spLocks noChangeArrowheads="1"/>
          </p:cNvSpPr>
          <p:nvPr/>
        </p:nvSpPr>
        <p:spPr bwMode="auto">
          <a:xfrm>
            <a:off x="384175" y="5732463"/>
            <a:ext cx="1370013"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24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a:extLst>
              <a:ext uri="{FF2B5EF4-FFF2-40B4-BE49-F238E27FC236}">
                <a16:creationId xmlns:a16="http://schemas.microsoft.com/office/drawing/2014/main" id="{5136718E-F40C-4917-DE01-B54EBC070BA7}"/>
              </a:ext>
            </a:extLst>
          </p:cNvPr>
          <p:cNvSpPr>
            <a:spLocks noGrp="1" noChangeArrowheads="1"/>
          </p:cNvSpPr>
          <p:nvPr>
            <p:ph type="title" idx="429496729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2: Carbonate Ion</a:t>
            </a:r>
          </a:p>
        </p:txBody>
      </p:sp>
      <p:sp>
        <p:nvSpPr>
          <p:cNvPr id="352259" name="Text Box 3">
            <a:extLst>
              <a:ext uri="{FF2B5EF4-FFF2-40B4-BE49-F238E27FC236}">
                <a16:creationId xmlns:a16="http://schemas.microsoft.com/office/drawing/2014/main" id="{668570EC-316F-62D4-566D-D2EC5807CBED}"/>
              </a:ext>
            </a:extLst>
          </p:cNvPr>
          <p:cNvSpPr txBox="1">
            <a:spLocks noChangeArrowheads="1"/>
          </p:cNvSpPr>
          <p:nvPr/>
        </p:nvSpPr>
        <p:spPr bwMode="auto">
          <a:xfrm>
            <a:off x="3659188" y="37941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C</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52260" name="Text Box 4">
            <a:extLst>
              <a:ext uri="{FF2B5EF4-FFF2-40B4-BE49-F238E27FC236}">
                <a16:creationId xmlns:a16="http://schemas.microsoft.com/office/drawing/2014/main" id="{8D872302-01F0-08D2-082A-81FE6058FBD4}"/>
              </a:ext>
            </a:extLst>
          </p:cNvPr>
          <p:cNvSpPr txBox="1">
            <a:spLocks noChangeArrowheads="1"/>
          </p:cNvSpPr>
          <p:nvPr/>
        </p:nvSpPr>
        <p:spPr bwMode="auto">
          <a:xfrm>
            <a:off x="2257425" y="37798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52261" name="Text Box 5">
            <a:extLst>
              <a:ext uri="{FF2B5EF4-FFF2-40B4-BE49-F238E27FC236}">
                <a16:creationId xmlns:a16="http://schemas.microsoft.com/office/drawing/2014/main" id="{22D0D482-C4D0-16B3-1BD7-A16F7C653D22}"/>
              </a:ext>
            </a:extLst>
          </p:cNvPr>
          <p:cNvSpPr txBox="1">
            <a:spLocks noChangeArrowheads="1"/>
          </p:cNvSpPr>
          <p:nvPr/>
        </p:nvSpPr>
        <p:spPr bwMode="auto">
          <a:xfrm>
            <a:off x="4949825" y="379888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52262" name="Line 6">
            <a:extLst>
              <a:ext uri="{FF2B5EF4-FFF2-40B4-BE49-F238E27FC236}">
                <a16:creationId xmlns:a16="http://schemas.microsoft.com/office/drawing/2014/main" id="{06079DF7-E671-DE55-C152-75C4DF2A7DCC}"/>
              </a:ext>
            </a:extLst>
          </p:cNvPr>
          <p:cNvSpPr>
            <a:spLocks noChangeShapeType="1"/>
          </p:cNvSpPr>
          <p:nvPr/>
        </p:nvSpPr>
        <p:spPr bwMode="auto">
          <a:xfrm>
            <a:off x="3309938" y="4295775"/>
            <a:ext cx="433387"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2263" name="Line 7">
            <a:extLst>
              <a:ext uri="{FF2B5EF4-FFF2-40B4-BE49-F238E27FC236}">
                <a16:creationId xmlns:a16="http://schemas.microsoft.com/office/drawing/2014/main" id="{51DDC455-229E-6A70-587C-99D66C8EFF14}"/>
              </a:ext>
            </a:extLst>
          </p:cNvPr>
          <p:cNvSpPr>
            <a:spLocks noChangeShapeType="1"/>
          </p:cNvSpPr>
          <p:nvPr/>
        </p:nvSpPr>
        <p:spPr bwMode="auto">
          <a:xfrm>
            <a:off x="4632325" y="4297363"/>
            <a:ext cx="434975"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2264" name="Text Box 8">
            <a:extLst>
              <a:ext uri="{FF2B5EF4-FFF2-40B4-BE49-F238E27FC236}">
                <a16:creationId xmlns:a16="http://schemas.microsoft.com/office/drawing/2014/main" id="{41C7BD2C-8B62-D33A-00AE-C9EA0580D91A}"/>
              </a:ext>
            </a:extLst>
          </p:cNvPr>
          <p:cNvSpPr txBox="1">
            <a:spLocks noChangeArrowheads="1"/>
          </p:cNvSpPr>
          <p:nvPr/>
        </p:nvSpPr>
        <p:spPr bwMode="auto">
          <a:xfrm>
            <a:off x="3681413" y="24796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52265" name="Line 9">
            <a:extLst>
              <a:ext uri="{FF2B5EF4-FFF2-40B4-BE49-F238E27FC236}">
                <a16:creationId xmlns:a16="http://schemas.microsoft.com/office/drawing/2014/main" id="{348A9C70-0DFB-F863-AB8F-D51ADDFF18E3}"/>
              </a:ext>
            </a:extLst>
          </p:cNvPr>
          <p:cNvSpPr>
            <a:spLocks noChangeShapeType="1"/>
          </p:cNvSpPr>
          <p:nvPr/>
        </p:nvSpPr>
        <p:spPr bwMode="auto">
          <a:xfrm flipV="1">
            <a:off x="4227513" y="3476625"/>
            <a:ext cx="0" cy="31750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179210" name="Group 10">
            <a:extLst>
              <a:ext uri="{FF2B5EF4-FFF2-40B4-BE49-F238E27FC236}">
                <a16:creationId xmlns:a16="http://schemas.microsoft.com/office/drawing/2014/main" id="{D4713BC0-FAB0-B0FE-48E8-15BA55277B9A}"/>
              </a:ext>
            </a:extLst>
          </p:cNvPr>
          <p:cNvGrpSpPr>
            <a:grpSpLocks/>
          </p:cNvGrpSpPr>
          <p:nvPr/>
        </p:nvGrpSpPr>
        <p:grpSpPr bwMode="auto">
          <a:xfrm>
            <a:off x="3952875" y="2411413"/>
            <a:ext cx="520700" cy="152400"/>
            <a:chOff x="990" y="2694"/>
            <a:chExt cx="328" cy="96"/>
          </a:xfrm>
        </p:grpSpPr>
        <p:sp>
          <p:nvSpPr>
            <p:cNvPr id="352267" name="Oval 11">
              <a:extLst>
                <a:ext uri="{FF2B5EF4-FFF2-40B4-BE49-F238E27FC236}">
                  <a16:creationId xmlns:a16="http://schemas.microsoft.com/office/drawing/2014/main" id="{2E9CD094-4754-C238-D938-B589084764B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2268" name="Oval 12">
              <a:extLst>
                <a:ext uri="{FF2B5EF4-FFF2-40B4-BE49-F238E27FC236}">
                  <a16:creationId xmlns:a16="http://schemas.microsoft.com/office/drawing/2014/main" id="{C13C94A0-8076-4563-1B5A-84ACBA714A6B}"/>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79211" name="Group 13">
            <a:extLst>
              <a:ext uri="{FF2B5EF4-FFF2-40B4-BE49-F238E27FC236}">
                <a16:creationId xmlns:a16="http://schemas.microsoft.com/office/drawing/2014/main" id="{404C7BA6-B7B3-3DBC-4AEE-86B63CDE5496}"/>
              </a:ext>
            </a:extLst>
          </p:cNvPr>
          <p:cNvGrpSpPr>
            <a:grpSpLocks/>
          </p:cNvGrpSpPr>
          <p:nvPr/>
        </p:nvGrpSpPr>
        <p:grpSpPr bwMode="auto">
          <a:xfrm>
            <a:off x="5224463" y="4816475"/>
            <a:ext cx="520700" cy="152400"/>
            <a:chOff x="990" y="2694"/>
            <a:chExt cx="328" cy="96"/>
          </a:xfrm>
        </p:grpSpPr>
        <p:sp>
          <p:nvSpPr>
            <p:cNvPr id="352270" name="Oval 14">
              <a:extLst>
                <a:ext uri="{FF2B5EF4-FFF2-40B4-BE49-F238E27FC236}">
                  <a16:creationId xmlns:a16="http://schemas.microsoft.com/office/drawing/2014/main" id="{7E12E674-2D95-9316-5C31-DEC72CB47E94}"/>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2271" name="Oval 15">
              <a:extLst>
                <a:ext uri="{FF2B5EF4-FFF2-40B4-BE49-F238E27FC236}">
                  <a16:creationId xmlns:a16="http://schemas.microsoft.com/office/drawing/2014/main" id="{35FF6591-BF67-F732-D96B-BC39463F346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79212" name="Group 16">
            <a:extLst>
              <a:ext uri="{FF2B5EF4-FFF2-40B4-BE49-F238E27FC236}">
                <a16:creationId xmlns:a16="http://schemas.microsoft.com/office/drawing/2014/main" id="{E96444A9-68B0-3CF2-E94B-2D2CDD9FC394}"/>
              </a:ext>
            </a:extLst>
          </p:cNvPr>
          <p:cNvGrpSpPr>
            <a:grpSpLocks/>
          </p:cNvGrpSpPr>
          <p:nvPr/>
        </p:nvGrpSpPr>
        <p:grpSpPr bwMode="auto">
          <a:xfrm rot="-5400000">
            <a:off x="5822950" y="4295775"/>
            <a:ext cx="520700" cy="152400"/>
            <a:chOff x="990" y="2694"/>
            <a:chExt cx="328" cy="96"/>
          </a:xfrm>
        </p:grpSpPr>
        <p:sp>
          <p:nvSpPr>
            <p:cNvPr id="352273" name="Oval 17">
              <a:extLst>
                <a:ext uri="{FF2B5EF4-FFF2-40B4-BE49-F238E27FC236}">
                  <a16:creationId xmlns:a16="http://schemas.microsoft.com/office/drawing/2014/main" id="{A7AFF86D-A72A-0016-FB3C-95975B1C1D3F}"/>
                </a:ext>
              </a:extLst>
            </p:cNvPr>
            <p:cNvSpPr>
              <a:spLocks noChangeArrowheads="1"/>
            </p:cNvSpPr>
            <p:nvPr/>
          </p:nvSpPr>
          <p:spPr bwMode="auto">
            <a:xfrm>
              <a:off x="990" y="265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2274" name="Oval 18">
              <a:extLst>
                <a:ext uri="{FF2B5EF4-FFF2-40B4-BE49-F238E27FC236}">
                  <a16:creationId xmlns:a16="http://schemas.microsoft.com/office/drawing/2014/main" id="{AD605AC9-1209-92A3-09B1-73860EE1E21F}"/>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79213" name="Group 19">
            <a:extLst>
              <a:ext uri="{FF2B5EF4-FFF2-40B4-BE49-F238E27FC236}">
                <a16:creationId xmlns:a16="http://schemas.microsoft.com/office/drawing/2014/main" id="{48049ECB-5830-20B4-1C24-257CD3C16813}"/>
              </a:ext>
            </a:extLst>
          </p:cNvPr>
          <p:cNvGrpSpPr>
            <a:grpSpLocks/>
          </p:cNvGrpSpPr>
          <p:nvPr/>
        </p:nvGrpSpPr>
        <p:grpSpPr bwMode="auto">
          <a:xfrm>
            <a:off x="5226050" y="3698875"/>
            <a:ext cx="520700" cy="152400"/>
            <a:chOff x="990" y="2694"/>
            <a:chExt cx="328" cy="96"/>
          </a:xfrm>
        </p:grpSpPr>
        <p:sp>
          <p:nvSpPr>
            <p:cNvPr id="352276" name="Oval 20">
              <a:extLst>
                <a:ext uri="{FF2B5EF4-FFF2-40B4-BE49-F238E27FC236}">
                  <a16:creationId xmlns:a16="http://schemas.microsoft.com/office/drawing/2014/main" id="{234CDB92-EA90-D6DF-9E94-F5E1DDDD9C8F}"/>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2277" name="Oval 21">
              <a:extLst>
                <a:ext uri="{FF2B5EF4-FFF2-40B4-BE49-F238E27FC236}">
                  <a16:creationId xmlns:a16="http://schemas.microsoft.com/office/drawing/2014/main" id="{6AEE7778-B732-6B6A-A3E9-0C8CBCFF84E8}"/>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79214" name="Group 22">
            <a:extLst>
              <a:ext uri="{FF2B5EF4-FFF2-40B4-BE49-F238E27FC236}">
                <a16:creationId xmlns:a16="http://schemas.microsoft.com/office/drawing/2014/main" id="{08EB0FAA-63C2-FFED-96E3-E37F0B52BE1F}"/>
              </a:ext>
            </a:extLst>
          </p:cNvPr>
          <p:cNvGrpSpPr>
            <a:grpSpLocks/>
          </p:cNvGrpSpPr>
          <p:nvPr/>
        </p:nvGrpSpPr>
        <p:grpSpPr bwMode="auto">
          <a:xfrm rot="-5400000">
            <a:off x="4487863" y="2927350"/>
            <a:ext cx="520700" cy="152400"/>
            <a:chOff x="990" y="2694"/>
            <a:chExt cx="328" cy="96"/>
          </a:xfrm>
        </p:grpSpPr>
        <p:sp>
          <p:nvSpPr>
            <p:cNvPr id="352279" name="Oval 23">
              <a:extLst>
                <a:ext uri="{FF2B5EF4-FFF2-40B4-BE49-F238E27FC236}">
                  <a16:creationId xmlns:a16="http://schemas.microsoft.com/office/drawing/2014/main" id="{95FF7AD7-9C65-4DD5-B95F-51AF88FA5DB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2280" name="Oval 24">
              <a:extLst>
                <a:ext uri="{FF2B5EF4-FFF2-40B4-BE49-F238E27FC236}">
                  <a16:creationId xmlns:a16="http://schemas.microsoft.com/office/drawing/2014/main" id="{71EBF782-5E22-A566-6FE1-9EF396D20C30}"/>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79215" name="Group 25">
            <a:extLst>
              <a:ext uri="{FF2B5EF4-FFF2-40B4-BE49-F238E27FC236}">
                <a16:creationId xmlns:a16="http://schemas.microsoft.com/office/drawing/2014/main" id="{7D0D5DB8-A799-E13F-E20A-CCFC1B2E385F}"/>
              </a:ext>
            </a:extLst>
          </p:cNvPr>
          <p:cNvGrpSpPr>
            <a:grpSpLocks/>
          </p:cNvGrpSpPr>
          <p:nvPr/>
        </p:nvGrpSpPr>
        <p:grpSpPr bwMode="auto">
          <a:xfrm rot="-5400000">
            <a:off x="3436938" y="2963863"/>
            <a:ext cx="520700" cy="152400"/>
            <a:chOff x="990" y="2694"/>
            <a:chExt cx="328" cy="96"/>
          </a:xfrm>
        </p:grpSpPr>
        <p:sp>
          <p:nvSpPr>
            <p:cNvPr id="352282" name="Oval 26">
              <a:extLst>
                <a:ext uri="{FF2B5EF4-FFF2-40B4-BE49-F238E27FC236}">
                  <a16:creationId xmlns:a16="http://schemas.microsoft.com/office/drawing/2014/main" id="{B277947C-7B36-0C89-7599-DA9D8BBBAD26}"/>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2283" name="Oval 27">
              <a:extLst>
                <a:ext uri="{FF2B5EF4-FFF2-40B4-BE49-F238E27FC236}">
                  <a16:creationId xmlns:a16="http://schemas.microsoft.com/office/drawing/2014/main" id="{C8E6FD95-C9B9-556B-AB83-AE75DDD95FFE}"/>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79216" name="Group 28">
            <a:extLst>
              <a:ext uri="{FF2B5EF4-FFF2-40B4-BE49-F238E27FC236}">
                <a16:creationId xmlns:a16="http://schemas.microsoft.com/office/drawing/2014/main" id="{7F8C9176-3FAE-4808-849D-437EB4FD8136}"/>
              </a:ext>
            </a:extLst>
          </p:cNvPr>
          <p:cNvGrpSpPr>
            <a:grpSpLocks/>
          </p:cNvGrpSpPr>
          <p:nvPr/>
        </p:nvGrpSpPr>
        <p:grpSpPr bwMode="auto">
          <a:xfrm rot="-5400000">
            <a:off x="2019300" y="4203700"/>
            <a:ext cx="520700" cy="152400"/>
            <a:chOff x="990" y="2694"/>
            <a:chExt cx="328" cy="96"/>
          </a:xfrm>
        </p:grpSpPr>
        <p:sp>
          <p:nvSpPr>
            <p:cNvPr id="352285" name="Oval 29">
              <a:extLst>
                <a:ext uri="{FF2B5EF4-FFF2-40B4-BE49-F238E27FC236}">
                  <a16:creationId xmlns:a16="http://schemas.microsoft.com/office/drawing/2014/main" id="{DD0EE9C6-7DFF-C7A0-CE28-103060500AC3}"/>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2286" name="Oval 30">
              <a:extLst>
                <a:ext uri="{FF2B5EF4-FFF2-40B4-BE49-F238E27FC236}">
                  <a16:creationId xmlns:a16="http://schemas.microsoft.com/office/drawing/2014/main" id="{25CD200B-02A2-DED1-B355-0F1567C45D02}"/>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79217" name="Group 31">
            <a:extLst>
              <a:ext uri="{FF2B5EF4-FFF2-40B4-BE49-F238E27FC236}">
                <a16:creationId xmlns:a16="http://schemas.microsoft.com/office/drawing/2014/main" id="{CADD9738-948D-40B4-2A9D-2981CCB51B4B}"/>
              </a:ext>
            </a:extLst>
          </p:cNvPr>
          <p:cNvGrpSpPr>
            <a:grpSpLocks/>
          </p:cNvGrpSpPr>
          <p:nvPr/>
        </p:nvGrpSpPr>
        <p:grpSpPr bwMode="auto">
          <a:xfrm>
            <a:off x="2538413" y="3617913"/>
            <a:ext cx="520700" cy="152400"/>
            <a:chOff x="990" y="2694"/>
            <a:chExt cx="328" cy="96"/>
          </a:xfrm>
        </p:grpSpPr>
        <p:sp>
          <p:nvSpPr>
            <p:cNvPr id="352288" name="Oval 32">
              <a:extLst>
                <a:ext uri="{FF2B5EF4-FFF2-40B4-BE49-F238E27FC236}">
                  <a16:creationId xmlns:a16="http://schemas.microsoft.com/office/drawing/2014/main" id="{B67FAC77-1F50-2D7C-A38B-45BDF41824D6}"/>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2289" name="Oval 33">
              <a:extLst>
                <a:ext uri="{FF2B5EF4-FFF2-40B4-BE49-F238E27FC236}">
                  <a16:creationId xmlns:a16="http://schemas.microsoft.com/office/drawing/2014/main" id="{D40D60FE-194C-62F6-C665-85483A53C5D9}"/>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52290" name="Line 34">
            <a:extLst>
              <a:ext uri="{FF2B5EF4-FFF2-40B4-BE49-F238E27FC236}">
                <a16:creationId xmlns:a16="http://schemas.microsoft.com/office/drawing/2014/main" id="{0CCFB8E6-F5A0-4B5A-8A7E-1DFF3D784ECE}"/>
              </a:ext>
            </a:extLst>
          </p:cNvPr>
          <p:cNvSpPr>
            <a:spLocks noChangeShapeType="1"/>
          </p:cNvSpPr>
          <p:nvPr/>
        </p:nvSpPr>
        <p:spPr bwMode="auto">
          <a:xfrm>
            <a:off x="3311525" y="4448175"/>
            <a:ext cx="433388"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2291" name="Line 35">
            <a:extLst>
              <a:ext uri="{FF2B5EF4-FFF2-40B4-BE49-F238E27FC236}">
                <a16:creationId xmlns:a16="http://schemas.microsoft.com/office/drawing/2014/main" id="{7E4D7CC8-177B-9B50-4B0F-B6EA9224C322}"/>
              </a:ext>
            </a:extLst>
          </p:cNvPr>
          <p:cNvSpPr>
            <a:spLocks noChangeShapeType="1"/>
          </p:cNvSpPr>
          <p:nvPr/>
        </p:nvSpPr>
        <p:spPr bwMode="auto">
          <a:xfrm>
            <a:off x="1703388" y="1908175"/>
            <a:ext cx="0" cy="4075113"/>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2292" name="Line 36">
            <a:extLst>
              <a:ext uri="{FF2B5EF4-FFF2-40B4-BE49-F238E27FC236}">
                <a16:creationId xmlns:a16="http://schemas.microsoft.com/office/drawing/2014/main" id="{52B7E47B-4B8B-87A2-5CDE-2E0C707E3C78}"/>
              </a:ext>
            </a:extLst>
          </p:cNvPr>
          <p:cNvSpPr>
            <a:spLocks noChangeShapeType="1"/>
          </p:cNvSpPr>
          <p:nvPr/>
        </p:nvSpPr>
        <p:spPr bwMode="auto">
          <a:xfrm>
            <a:off x="1687513" y="5983288"/>
            <a:ext cx="327025" cy="0"/>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2293" name="Line 37">
            <a:extLst>
              <a:ext uri="{FF2B5EF4-FFF2-40B4-BE49-F238E27FC236}">
                <a16:creationId xmlns:a16="http://schemas.microsoft.com/office/drawing/2014/main" id="{83EBFED0-42B9-5C4D-C92F-9E7489B65006}"/>
              </a:ext>
            </a:extLst>
          </p:cNvPr>
          <p:cNvSpPr>
            <a:spLocks noChangeShapeType="1"/>
          </p:cNvSpPr>
          <p:nvPr/>
        </p:nvSpPr>
        <p:spPr bwMode="auto">
          <a:xfrm>
            <a:off x="1687513" y="1908175"/>
            <a:ext cx="385762" cy="0"/>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2294" name="Line 38">
            <a:extLst>
              <a:ext uri="{FF2B5EF4-FFF2-40B4-BE49-F238E27FC236}">
                <a16:creationId xmlns:a16="http://schemas.microsoft.com/office/drawing/2014/main" id="{6706D724-52F9-20CB-3536-0FA88D3B1697}"/>
              </a:ext>
            </a:extLst>
          </p:cNvPr>
          <p:cNvSpPr>
            <a:spLocks noChangeShapeType="1"/>
          </p:cNvSpPr>
          <p:nvPr/>
        </p:nvSpPr>
        <p:spPr bwMode="auto">
          <a:xfrm>
            <a:off x="6773863" y="1908175"/>
            <a:ext cx="0" cy="4075113"/>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2295" name="Line 39">
            <a:extLst>
              <a:ext uri="{FF2B5EF4-FFF2-40B4-BE49-F238E27FC236}">
                <a16:creationId xmlns:a16="http://schemas.microsoft.com/office/drawing/2014/main" id="{8A91C0DD-23E4-7F1C-B40E-F7787E215CB6}"/>
              </a:ext>
            </a:extLst>
          </p:cNvPr>
          <p:cNvSpPr>
            <a:spLocks noChangeShapeType="1"/>
          </p:cNvSpPr>
          <p:nvPr/>
        </p:nvSpPr>
        <p:spPr bwMode="auto">
          <a:xfrm flipH="1">
            <a:off x="6418263" y="5983288"/>
            <a:ext cx="385762" cy="0"/>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2296" name="Line 40">
            <a:extLst>
              <a:ext uri="{FF2B5EF4-FFF2-40B4-BE49-F238E27FC236}">
                <a16:creationId xmlns:a16="http://schemas.microsoft.com/office/drawing/2014/main" id="{241BCB05-85E1-55A2-6842-389F5FEE2D83}"/>
              </a:ext>
            </a:extLst>
          </p:cNvPr>
          <p:cNvSpPr>
            <a:spLocks noChangeShapeType="1"/>
          </p:cNvSpPr>
          <p:nvPr/>
        </p:nvSpPr>
        <p:spPr bwMode="auto">
          <a:xfrm flipH="1">
            <a:off x="6418263" y="1908175"/>
            <a:ext cx="385762" cy="0"/>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2297" name="Text Box 41">
            <a:extLst>
              <a:ext uri="{FF2B5EF4-FFF2-40B4-BE49-F238E27FC236}">
                <a16:creationId xmlns:a16="http://schemas.microsoft.com/office/drawing/2014/main" id="{F2CBFABC-69C4-67DD-0E1D-54FFC97A00B7}"/>
              </a:ext>
            </a:extLst>
          </p:cNvPr>
          <p:cNvSpPr txBox="1">
            <a:spLocks noChangeArrowheads="1"/>
          </p:cNvSpPr>
          <p:nvPr/>
        </p:nvSpPr>
        <p:spPr bwMode="auto">
          <a:xfrm>
            <a:off x="6956425" y="15779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2-</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52298" name="Text Box 42">
            <a:extLst>
              <a:ext uri="{FF2B5EF4-FFF2-40B4-BE49-F238E27FC236}">
                <a16:creationId xmlns:a16="http://schemas.microsoft.com/office/drawing/2014/main" id="{7F8C9C09-589E-B620-1987-154C71F10798}"/>
              </a:ext>
            </a:extLst>
          </p:cNvPr>
          <p:cNvSpPr txBox="1">
            <a:spLocks noChangeArrowheads="1"/>
          </p:cNvSpPr>
          <p:nvPr/>
        </p:nvSpPr>
        <p:spPr bwMode="auto">
          <a:xfrm>
            <a:off x="2590800" y="5499100"/>
            <a:ext cx="3625850" cy="519113"/>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C0128"/>
                </a:solidFill>
                <a:effectLst>
                  <a:outerShdw blurRad="38100" dist="38100" dir="2700000" algn="tl">
                    <a:srgbClr val="000000"/>
                  </a:outerShdw>
                </a:effectLst>
                <a:latin typeface="Times New Roman" pitchFamily="18" charset="0"/>
                <a:ea typeface="+mn-ea"/>
              </a:rPr>
              <a:t>3 Regions	</a:t>
            </a:r>
            <a:r>
              <a:rPr lang="en-US" sz="2800">
                <a:solidFill>
                  <a:srgbClr val="F6BF69"/>
                </a:solidFill>
                <a:effectLst>
                  <a:outerShdw blurRad="38100" dist="38100" dir="2700000" algn="tl">
                    <a:srgbClr val="000000"/>
                  </a:outerShdw>
                </a:effectLst>
                <a:latin typeface="Times New Roman" pitchFamily="18" charset="0"/>
                <a:ea typeface="+mn-ea"/>
              </a:rPr>
              <a:t>3</a:t>
            </a:r>
            <a:r>
              <a:rPr lang="en-US" sz="2800">
                <a:solidFill>
                  <a:srgbClr val="FC0128"/>
                </a:solidFill>
                <a:effectLst>
                  <a:outerShdw blurRad="38100" dist="38100" dir="2700000" algn="tl">
                    <a:srgbClr val="000000"/>
                  </a:outerShdw>
                </a:effectLst>
                <a:latin typeface="Times New Roman" pitchFamily="18" charset="0"/>
                <a:ea typeface="+mn-ea"/>
              </a:rPr>
              <a:t> </a:t>
            </a:r>
            <a:r>
              <a:rPr lang="en-US" sz="2800">
                <a:solidFill>
                  <a:srgbClr val="F6BF69"/>
                </a:solidFill>
                <a:effectLst>
                  <a:outerShdw blurRad="38100" dist="38100" dir="2700000" algn="tl">
                    <a:srgbClr val="000000"/>
                  </a:outerShdw>
                </a:effectLst>
                <a:latin typeface="Times New Roman" pitchFamily="18" charset="0"/>
                <a:ea typeface="+mn-ea"/>
              </a:rPr>
              <a:t>Bonds</a:t>
            </a:r>
            <a:endParaRPr lang="en-US" sz="2800">
              <a:solidFill>
                <a:srgbClr val="FFFFFF"/>
              </a:solidFill>
              <a:effectLst>
                <a:outerShdw blurRad="38100" dist="38100" dir="2700000" algn="tl">
                  <a:srgbClr val="000000"/>
                </a:outerShdw>
              </a:effectLst>
              <a:latin typeface="Times New Roman" pitchFamily="18" charset="0"/>
              <a:ea typeface="+mn-ea"/>
            </a:endParaRPr>
          </a:p>
        </p:txBody>
      </p:sp>
      <p:sp>
        <p:nvSpPr>
          <p:cNvPr id="352299" name="Text Box 43">
            <a:extLst>
              <a:ext uri="{FF2B5EF4-FFF2-40B4-BE49-F238E27FC236}">
                <a16:creationId xmlns:a16="http://schemas.microsoft.com/office/drawing/2014/main" id="{0FEA0730-9322-9B78-A32D-714AA1E04743}"/>
              </a:ext>
            </a:extLst>
          </p:cNvPr>
          <p:cNvSpPr txBox="1">
            <a:spLocks noChangeArrowheads="1"/>
          </p:cNvSpPr>
          <p:nvPr/>
        </p:nvSpPr>
        <p:spPr bwMode="auto">
          <a:xfrm>
            <a:off x="3324225" y="3760788"/>
            <a:ext cx="484188" cy="579437"/>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1</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
        <p:nvSpPr>
          <p:cNvPr id="352300" name="Text Box 44">
            <a:extLst>
              <a:ext uri="{FF2B5EF4-FFF2-40B4-BE49-F238E27FC236}">
                <a16:creationId xmlns:a16="http://schemas.microsoft.com/office/drawing/2014/main" id="{E5E8ADC6-CE1E-1ED6-DD3D-0C38AF067B98}"/>
              </a:ext>
            </a:extLst>
          </p:cNvPr>
          <p:cNvSpPr txBox="1">
            <a:spLocks noChangeArrowheads="1"/>
          </p:cNvSpPr>
          <p:nvPr/>
        </p:nvSpPr>
        <p:spPr bwMode="auto">
          <a:xfrm>
            <a:off x="3811588" y="3344863"/>
            <a:ext cx="484187" cy="579437"/>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2</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
        <p:nvSpPr>
          <p:cNvPr id="352301" name="Text Box 45">
            <a:extLst>
              <a:ext uri="{FF2B5EF4-FFF2-40B4-BE49-F238E27FC236}">
                <a16:creationId xmlns:a16="http://schemas.microsoft.com/office/drawing/2014/main" id="{D9123406-3619-8FC6-6CBD-6587EABF05CE}"/>
              </a:ext>
            </a:extLst>
          </p:cNvPr>
          <p:cNvSpPr txBox="1">
            <a:spLocks noChangeArrowheads="1"/>
          </p:cNvSpPr>
          <p:nvPr/>
        </p:nvSpPr>
        <p:spPr bwMode="auto">
          <a:xfrm>
            <a:off x="4649788" y="3732213"/>
            <a:ext cx="484187" cy="579437"/>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3</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
        <p:nvSpPr>
          <p:cNvPr id="352302" name="Text Box 46">
            <a:extLst>
              <a:ext uri="{FF2B5EF4-FFF2-40B4-BE49-F238E27FC236}">
                <a16:creationId xmlns:a16="http://schemas.microsoft.com/office/drawing/2014/main" id="{A3731716-38B5-B522-220F-BBBB29A1C042}"/>
              </a:ext>
            </a:extLst>
          </p:cNvPr>
          <p:cNvSpPr txBox="1">
            <a:spLocks noChangeArrowheads="1"/>
          </p:cNvSpPr>
          <p:nvPr/>
        </p:nvSpPr>
        <p:spPr bwMode="auto">
          <a:xfrm>
            <a:off x="3309938" y="4430713"/>
            <a:ext cx="484187" cy="579437"/>
          </a:xfrm>
          <a:prstGeom prst="rect">
            <a:avLst/>
          </a:prstGeom>
          <a:noFill/>
          <a:ln w="12700">
            <a:noFill/>
            <a:miter lim="800000"/>
            <a:headEnd/>
            <a:tailEnd/>
          </a:ln>
          <a:effectLst/>
        </p:spPr>
        <p:txBody>
          <a:bodyPr>
            <a:spAutoFit/>
          </a:bodyPr>
          <a:lstStyle/>
          <a:p>
            <a:pPr>
              <a:spcBef>
                <a:spcPct val="50000"/>
              </a:spcBef>
              <a:defRPr/>
            </a:pPr>
            <a:r>
              <a:rPr lang="en-US" sz="3200">
                <a:solidFill>
                  <a:srgbClr val="F6BF69"/>
                </a:solidFill>
                <a:effectLst>
                  <a:outerShdw blurRad="38100" dist="38100" dir="2700000" algn="tl">
                    <a:srgbClr val="000000"/>
                  </a:outerShdw>
                </a:effectLst>
                <a:latin typeface="Times New Roman" pitchFamily="18" charset="0"/>
                <a:ea typeface="+mn-ea"/>
              </a:rPr>
              <a:t>1</a:t>
            </a:r>
          </a:p>
        </p:txBody>
      </p:sp>
      <p:sp>
        <p:nvSpPr>
          <p:cNvPr id="352303" name="Text Box 47">
            <a:extLst>
              <a:ext uri="{FF2B5EF4-FFF2-40B4-BE49-F238E27FC236}">
                <a16:creationId xmlns:a16="http://schemas.microsoft.com/office/drawing/2014/main" id="{D6C350CF-A537-1235-F473-827AC751CEAA}"/>
              </a:ext>
            </a:extLst>
          </p:cNvPr>
          <p:cNvSpPr txBox="1">
            <a:spLocks noChangeArrowheads="1"/>
          </p:cNvSpPr>
          <p:nvPr/>
        </p:nvSpPr>
        <p:spPr bwMode="auto">
          <a:xfrm>
            <a:off x="4264025" y="3344863"/>
            <a:ext cx="484188" cy="579437"/>
          </a:xfrm>
          <a:prstGeom prst="rect">
            <a:avLst/>
          </a:prstGeom>
          <a:noFill/>
          <a:ln w="12700">
            <a:noFill/>
            <a:miter lim="800000"/>
            <a:headEnd/>
            <a:tailEnd/>
          </a:ln>
          <a:effectLst/>
        </p:spPr>
        <p:txBody>
          <a:bodyPr>
            <a:spAutoFit/>
          </a:bodyPr>
          <a:lstStyle/>
          <a:p>
            <a:pPr>
              <a:spcBef>
                <a:spcPct val="50000"/>
              </a:spcBef>
              <a:defRPr/>
            </a:pPr>
            <a:r>
              <a:rPr lang="en-US" sz="3200">
                <a:solidFill>
                  <a:srgbClr val="F6BF69"/>
                </a:solidFill>
                <a:effectLst>
                  <a:outerShdw blurRad="38100" dist="38100" dir="2700000" algn="tl">
                    <a:srgbClr val="000000"/>
                  </a:outerShdw>
                </a:effectLst>
                <a:latin typeface="Times New Roman" pitchFamily="18" charset="0"/>
                <a:ea typeface="+mn-ea"/>
              </a:rPr>
              <a:t>2</a:t>
            </a:r>
          </a:p>
        </p:txBody>
      </p:sp>
      <p:sp>
        <p:nvSpPr>
          <p:cNvPr id="352304" name="Text Box 48">
            <a:extLst>
              <a:ext uri="{FF2B5EF4-FFF2-40B4-BE49-F238E27FC236}">
                <a16:creationId xmlns:a16="http://schemas.microsoft.com/office/drawing/2014/main" id="{2A07AE7F-BAA5-8854-3222-B5DFEBAD83FE}"/>
              </a:ext>
            </a:extLst>
          </p:cNvPr>
          <p:cNvSpPr txBox="1">
            <a:spLocks noChangeArrowheads="1"/>
          </p:cNvSpPr>
          <p:nvPr/>
        </p:nvSpPr>
        <p:spPr bwMode="auto">
          <a:xfrm>
            <a:off x="4633913" y="4249738"/>
            <a:ext cx="484187" cy="579437"/>
          </a:xfrm>
          <a:prstGeom prst="rect">
            <a:avLst/>
          </a:prstGeom>
          <a:noFill/>
          <a:ln w="12700">
            <a:noFill/>
            <a:miter lim="800000"/>
            <a:headEnd/>
            <a:tailEnd/>
          </a:ln>
          <a:effectLst/>
        </p:spPr>
        <p:txBody>
          <a:bodyPr>
            <a:spAutoFit/>
          </a:bodyPr>
          <a:lstStyle/>
          <a:p>
            <a:pPr>
              <a:spcBef>
                <a:spcPct val="50000"/>
              </a:spcBef>
              <a:defRPr/>
            </a:pPr>
            <a:r>
              <a:rPr lang="en-US" sz="3200">
                <a:solidFill>
                  <a:srgbClr val="F6BF69"/>
                </a:solidFill>
                <a:effectLst>
                  <a:outerShdw blurRad="38100" dist="38100" dir="2700000" algn="tl">
                    <a:srgbClr val="000000"/>
                  </a:outerShdw>
                </a:effectLst>
                <a:latin typeface="Times New Roman" pitchFamily="18" charset="0"/>
                <a:ea typeface="+mn-ea"/>
              </a:rPr>
              <a:t>3</a:t>
            </a:r>
          </a:p>
        </p:txBody>
      </p:sp>
      <p:sp>
        <p:nvSpPr>
          <p:cNvPr id="352305" name="Text Box 49">
            <a:extLst>
              <a:ext uri="{FF2B5EF4-FFF2-40B4-BE49-F238E27FC236}">
                <a16:creationId xmlns:a16="http://schemas.microsoft.com/office/drawing/2014/main" id="{6F14D14D-9F7E-7AD2-7E4F-B1D25D27B9D9}"/>
              </a:ext>
            </a:extLst>
          </p:cNvPr>
          <p:cNvSpPr txBox="1">
            <a:spLocks noChangeArrowheads="1"/>
          </p:cNvSpPr>
          <p:nvPr/>
        </p:nvSpPr>
        <p:spPr bwMode="auto">
          <a:xfrm>
            <a:off x="384175" y="5732463"/>
            <a:ext cx="1370013" cy="579437"/>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24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Text Box 2">
            <a:extLst>
              <a:ext uri="{FF2B5EF4-FFF2-40B4-BE49-F238E27FC236}">
                <a16:creationId xmlns:a16="http://schemas.microsoft.com/office/drawing/2014/main" id="{A1FDF1EE-525F-72E1-003F-E49E7278D499}"/>
              </a:ext>
            </a:extLst>
          </p:cNvPr>
          <p:cNvSpPr txBox="1">
            <a:spLocks noChangeArrowheads="1"/>
          </p:cNvSpPr>
          <p:nvPr/>
        </p:nvSpPr>
        <p:spPr bwMode="auto">
          <a:xfrm>
            <a:off x="231775" y="401638"/>
            <a:ext cx="8488363" cy="4900612"/>
          </a:xfrm>
          <a:prstGeom prst="rect">
            <a:avLst/>
          </a:prstGeom>
          <a:noFill/>
          <a:ln w="12700">
            <a:noFill/>
            <a:miter lim="800000"/>
            <a:headEnd/>
            <a:tailEnd/>
          </a:ln>
          <a:effectLst/>
        </p:spPr>
        <p:txBody>
          <a:bodyPr>
            <a:spAutoFit/>
          </a:bodyPr>
          <a:lstStyle/>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a:t>
            </a:r>
            <a:r>
              <a:rPr lang="en-US" sz="2800" b="1" u="sng">
                <a:solidFill>
                  <a:srgbClr val="F6BF69"/>
                </a:solidFill>
                <a:effectLst>
                  <a:outerShdw blurRad="38100" dist="38100" dir="2700000" algn="tl">
                    <a:srgbClr val="000000"/>
                  </a:outerShdw>
                </a:effectLst>
                <a:latin typeface="Times New Roman" pitchFamily="18" charset="0"/>
                <a:ea typeface="+mn-ea"/>
              </a:rPr>
              <a:t># of regions	  # with bonds	Shape</a:t>
            </a:r>
            <a:endParaRPr lang="en-US">
              <a:solidFill>
                <a:srgbClr val="FFFFFF"/>
              </a:solidFill>
              <a:effectLst>
                <a:outerShdw blurRad="38100" dist="38100" dir="2700000" algn="tl">
                  <a:srgbClr val="000000"/>
                </a:outerShdw>
              </a:effectLst>
              <a:latin typeface="Times New Roman" pitchFamily="18" charset="0"/>
              <a:ea typeface="+mn-ea"/>
            </a:endParaRP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2			2		Linear</a:t>
            </a:r>
          </a:p>
          <a:p>
            <a:pPr>
              <a:spcBef>
                <a:spcPct val="50000"/>
              </a:spcBef>
              <a:defRPr/>
            </a:pPr>
            <a:endParaRPr lang="en-US">
              <a:solidFill>
                <a:srgbClr val="FFFFFF"/>
              </a:solidFill>
              <a:effectLst>
                <a:outerShdw blurRad="38100" dist="38100" dir="2700000" algn="tl">
                  <a:srgbClr val="000000"/>
                </a:outerShdw>
              </a:effectLst>
              <a:latin typeface="Times New Roman" pitchFamily="18" charset="0"/>
              <a:ea typeface="+mn-ea"/>
            </a:endParaRP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2		Bent</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Trigonal planar</a:t>
            </a:r>
          </a:p>
          <a:p>
            <a:pPr>
              <a:spcBef>
                <a:spcPct val="50000"/>
              </a:spcBef>
              <a:defRPr/>
            </a:pPr>
            <a:endParaRPr lang="en-US">
              <a:solidFill>
                <a:srgbClr val="FFFFFF"/>
              </a:solidFill>
              <a:effectLst>
                <a:outerShdw blurRad="38100" dist="38100" dir="2700000" algn="tl">
                  <a:srgbClr val="000000"/>
                </a:outerShdw>
              </a:effectLst>
              <a:latin typeface="Times New Roman" pitchFamily="18" charset="0"/>
              <a:ea typeface="+mn-ea"/>
            </a:endParaRP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4			2		Bent</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Triangular pyramid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4		Tetrahedral</a:t>
            </a:r>
          </a:p>
        </p:txBody>
      </p:sp>
      <p:sp>
        <p:nvSpPr>
          <p:cNvPr id="356355" name="Rectangle 3">
            <a:extLst>
              <a:ext uri="{FF2B5EF4-FFF2-40B4-BE49-F238E27FC236}">
                <a16:creationId xmlns:a16="http://schemas.microsoft.com/office/drawing/2014/main" id="{BDA42BC3-A6D3-F57C-9B17-F8D3CB21A5DC}"/>
              </a:ext>
            </a:extLst>
          </p:cNvPr>
          <p:cNvSpPr>
            <a:spLocks noChangeArrowheads="1"/>
          </p:cNvSpPr>
          <p:nvPr/>
        </p:nvSpPr>
        <p:spPr bwMode="auto">
          <a:xfrm>
            <a:off x="868363" y="2055813"/>
            <a:ext cx="1655762" cy="468312"/>
          </a:xfrm>
          <a:prstGeom prst="rect">
            <a:avLst/>
          </a:prstGeom>
          <a:noFill/>
          <a:ln w="12700">
            <a:solidFill>
              <a:schemeClr val="tx1"/>
            </a:solidFill>
            <a:miter lim="800000"/>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6356" name="Rectangle 4">
            <a:extLst>
              <a:ext uri="{FF2B5EF4-FFF2-40B4-BE49-F238E27FC236}">
                <a16:creationId xmlns:a16="http://schemas.microsoft.com/office/drawing/2014/main" id="{EC9FC3F1-6FB7-03C1-161B-5E17595C4E2D}"/>
              </a:ext>
            </a:extLst>
          </p:cNvPr>
          <p:cNvSpPr>
            <a:spLocks noChangeArrowheads="1"/>
          </p:cNvSpPr>
          <p:nvPr/>
        </p:nvSpPr>
        <p:spPr bwMode="auto">
          <a:xfrm>
            <a:off x="3192463" y="2625725"/>
            <a:ext cx="1655762" cy="468313"/>
          </a:xfrm>
          <a:prstGeom prst="rect">
            <a:avLst/>
          </a:prstGeom>
          <a:noFill/>
          <a:ln w="12700">
            <a:solidFill>
              <a:schemeClr val="tx1"/>
            </a:solidFill>
            <a:miter lim="800000"/>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6357" name="Line 5">
            <a:extLst>
              <a:ext uri="{FF2B5EF4-FFF2-40B4-BE49-F238E27FC236}">
                <a16:creationId xmlns:a16="http://schemas.microsoft.com/office/drawing/2014/main" id="{975C7C18-F5F8-57E7-12A0-C4A946BBDE5B}"/>
              </a:ext>
            </a:extLst>
          </p:cNvPr>
          <p:cNvSpPr>
            <a:spLocks noChangeShapeType="1"/>
          </p:cNvSpPr>
          <p:nvPr/>
        </p:nvSpPr>
        <p:spPr bwMode="auto">
          <a:xfrm>
            <a:off x="2624138" y="2289175"/>
            <a:ext cx="484187" cy="550863"/>
          </a:xfrm>
          <a:prstGeom prst="line">
            <a:avLst/>
          </a:prstGeom>
          <a:noFill/>
          <a:ln w="28575">
            <a:solidFill>
              <a:schemeClr val="tx1"/>
            </a:solidFill>
            <a:round/>
            <a:headEnd/>
            <a:tailEnd type="triangle" w="med" len="me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6358" name="Rectangle 6">
            <a:extLst>
              <a:ext uri="{FF2B5EF4-FFF2-40B4-BE49-F238E27FC236}">
                <a16:creationId xmlns:a16="http://schemas.microsoft.com/office/drawing/2014/main" id="{70BE081C-80B6-1BBD-4FCB-9173D9BBC316}"/>
              </a:ext>
            </a:extLst>
          </p:cNvPr>
          <p:cNvSpPr>
            <a:spLocks noChangeArrowheads="1"/>
          </p:cNvSpPr>
          <p:nvPr/>
        </p:nvSpPr>
        <p:spPr bwMode="auto">
          <a:xfrm>
            <a:off x="5618163" y="2643188"/>
            <a:ext cx="2559050" cy="468312"/>
          </a:xfrm>
          <a:prstGeom prst="rect">
            <a:avLst/>
          </a:prstGeom>
          <a:noFill/>
          <a:ln w="12700">
            <a:solidFill>
              <a:schemeClr val="tx1"/>
            </a:solidFill>
            <a:miter lim="800000"/>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6359" name="Line 7">
            <a:extLst>
              <a:ext uri="{FF2B5EF4-FFF2-40B4-BE49-F238E27FC236}">
                <a16:creationId xmlns:a16="http://schemas.microsoft.com/office/drawing/2014/main" id="{3E36D230-7108-5364-3A4C-CCFA197B0854}"/>
              </a:ext>
            </a:extLst>
          </p:cNvPr>
          <p:cNvSpPr>
            <a:spLocks noChangeShapeType="1"/>
          </p:cNvSpPr>
          <p:nvPr/>
        </p:nvSpPr>
        <p:spPr bwMode="auto">
          <a:xfrm flipV="1">
            <a:off x="4932363" y="2892425"/>
            <a:ext cx="550862" cy="1588"/>
          </a:xfrm>
          <a:prstGeom prst="line">
            <a:avLst/>
          </a:prstGeom>
          <a:noFill/>
          <a:ln w="28575">
            <a:solidFill>
              <a:schemeClr val="tx1"/>
            </a:solidFill>
            <a:round/>
            <a:headEnd/>
            <a:tailEnd type="triangle" w="med" len="me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Tree>
    <p:custDataLst>
      <p:tags r:id="rId1"/>
    </p:custData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a:extLst>
              <a:ext uri="{FF2B5EF4-FFF2-40B4-BE49-F238E27FC236}">
                <a16:creationId xmlns:a16="http://schemas.microsoft.com/office/drawing/2014/main" id="{F61F022E-7A4A-7AB1-3F3D-88439AB72E54}"/>
              </a:ext>
            </a:extLst>
          </p:cNvPr>
          <p:cNvSpPr>
            <a:spLocks noGrp="1" noChangeArrowheads="1"/>
          </p:cNvSpPr>
          <p:nvPr>
            <p:ph type="title" idx="4294967295"/>
          </p:nvPr>
        </p:nvSpPr>
        <p:spPr>
          <a:xfrm>
            <a:off x="652463" y="241300"/>
            <a:ext cx="7772400"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2: Carbonate Ion</a:t>
            </a:r>
          </a:p>
        </p:txBody>
      </p:sp>
      <p:sp>
        <p:nvSpPr>
          <p:cNvPr id="358403" name="Text Box 3">
            <a:extLst>
              <a:ext uri="{FF2B5EF4-FFF2-40B4-BE49-F238E27FC236}">
                <a16:creationId xmlns:a16="http://schemas.microsoft.com/office/drawing/2014/main" id="{D548DBEC-A566-BFEC-AEEB-8831FC43FB51}"/>
              </a:ext>
            </a:extLst>
          </p:cNvPr>
          <p:cNvSpPr txBox="1">
            <a:spLocks noChangeArrowheads="1"/>
          </p:cNvSpPr>
          <p:nvPr/>
        </p:nvSpPr>
        <p:spPr bwMode="auto">
          <a:xfrm>
            <a:off x="3743325" y="34258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C</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58404" name="Text Box 4">
            <a:extLst>
              <a:ext uri="{FF2B5EF4-FFF2-40B4-BE49-F238E27FC236}">
                <a16:creationId xmlns:a16="http://schemas.microsoft.com/office/drawing/2014/main" id="{5CBDAA09-8730-F1D0-0FCC-0A823BEF1F56}"/>
              </a:ext>
            </a:extLst>
          </p:cNvPr>
          <p:cNvSpPr txBox="1">
            <a:spLocks noChangeArrowheads="1"/>
          </p:cNvSpPr>
          <p:nvPr/>
        </p:nvSpPr>
        <p:spPr bwMode="auto">
          <a:xfrm>
            <a:off x="2374900" y="41132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58405" name="Text Box 5">
            <a:extLst>
              <a:ext uri="{FF2B5EF4-FFF2-40B4-BE49-F238E27FC236}">
                <a16:creationId xmlns:a16="http://schemas.microsoft.com/office/drawing/2014/main" id="{9E1059EF-033C-4659-2DCF-A307D804F285}"/>
              </a:ext>
            </a:extLst>
          </p:cNvPr>
          <p:cNvSpPr txBox="1">
            <a:spLocks noChangeArrowheads="1"/>
          </p:cNvSpPr>
          <p:nvPr/>
        </p:nvSpPr>
        <p:spPr bwMode="auto">
          <a:xfrm>
            <a:off x="5118100" y="411638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58406" name="Line 6">
            <a:extLst>
              <a:ext uri="{FF2B5EF4-FFF2-40B4-BE49-F238E27FC236}">
                <a16:creationId xmlns:a16="http://schemas.microsoft.com/office/drawing/2014/main" id="{E833AE6B-93F3-08BD-6F16-8C016F6DCF59}"/>
              </a:ext>
            </a:extLst>
          </p:cNvPr>
          <p:cNvSpPr>
            <a:spLocks noChangeShapeType="1"/>
          </p:cNvSpPr>
          <p:nvPr/>
        </p:nvSpPr>
        <p:spPr bwMode="auto">
          <a:xfrm flipV="1">
            <a:off x="3325813" y="4129088"/>
            <a:ext cx="466725" cy="198437"/>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8407" name="Line 7">
            <a:extLst>
              <a:ext uri="{FF2B5EF4-FFF2-40B4-BE49-F238E27FC236}">
                <a16:creationId xmlns:a16="http://schemas.microsoft.com/office/drawing/2014/main" id="{5802F1AB-DD0F-959B-B8EF-8152F5456A5B}"/>
              </a:ext>
            </a:extLst>
          </p:cNvPr>
          <p:cNvSpPr>
            <a:spLocks noChangeShapeType="1"/>
          </p:cNvSpPr>
          <p:nvPr/>
        </p:nvSpPr>
        <p:spPr bwMode="auto">
          <a:xfrm>
            <a:off x="4683125" y="4197350"/>
            <a:ext cx="452438" cy="2667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8408" name="Text Box 8">
            <a:extLst>
              <a:ext uri="{FF2B5EF4-FFF2-40B4-BE49-F238E27FC236}">
                <a16:creationId xmlns:a16="http://schemas.microsoft.com/office/drawing/2014/main" id="{7D64A8D2-5009-492D-2C6E-0F6E6161C68C}"/>
              </a:ext>
            </a:extLst>
          </p:cNvPr>
          <p:cNvSpPr txBox="1">
            <a:spLocks noChangeArrowheads="1"/>
          </p:cNvSpPr>
          <p:nvPr/>
        </p:nvSpPr>
        <p:spPr bwMode="auto">
          <a:xfrm>
            <a:off x="3765550" y="21113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58409" name="Line 9">
            <a:extLst>
              <a:ext uri="{FF2B5EF4-FFF2-40B4-BE49-F238E27FC236}">
                <a16:creationId xmlns:a16="http://schemas.microsoft.com/office/drawing/2014/main" id="{337A96EB-706D-01BE-8277-EA93592F838A}"/>
              </a:ext>
            </a:extLst>
          </p:cNvPr>
          <p:cNvSpPr>
            <a:spLocks noChangeShapeType="1"/>
          </p:cNvSpPr>
          <p:nvPr/>
        </p:nvSpPr>
        <p:spPr bwMode="auto">
          <a:xfrm flipV="1">
            <a:off x="4311650" y="3108325"/>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191498" name="Group 10">
            <a:extLst>
              <a:ext uri="{FF2B5EF4-FFF2-40B4-BE49-F238E27FC236}">
                <a16:creationId xmlns:a16="http://schemas.microsoft.com/office/drawing/2014/main" id="{10DF479C-B3A2-379B-9A5E-BB11BDC5B6B3}"/>
              </a:ext>
            </a:extLst>
          </p:cNvPr>
          <p:cNvGrpSpPr>
            <a:grpSpLocks/>
          </p:cNvGrpSpPr>
          <p:nvPr/>
        </p:nvGrpSpPr>
        <p:grpSpPr bwMode="auto">
          <a:xfrm>
            <a:off x="4037013" y="2043113"/>
            <a:ext cx="520700" cy="152400"/>
            <a:chOff x="990" y="2694"/>
            <a:chExt cx="328" cy="96"/>
          </a:xfrm>
        </p:grpSpPr>
        <p:sp>
          <p:nvSpPr>
            <p:cNvPr id="358411" name="Oval 11">
              <a:extLst>
                <a:ext uri="{FF2B5EF4-FFF2-40B4-BE49-F238E27FC236}">
                  <a16:creationId xmlns:a16="http://schemas.microsoft.com/office/drawing/2014/main" id="{8F6F8DC7-6331-DE85-BD90-BBEBA8EDC1D9}"/>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8412" name="Oval 12">
              <a:extLst>
                <a:ext uri="{FF2B5EF4-FFF2-40B4-BE49-F238E27FC236}">
                  <a16:creationId xmlns:a16="http://schemas.microsoft.com/office/drawing/2014/main" id="{521EC380-581E-DBB0-7E9F-BA289F06181E}"/>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91499" name="Group 13">
            <a:extLst>
              <a:ext uri="{FF2B5EF4-FFF2-40B4-BE49-F238E27FC236}">
                <a16:creationId xmlns:a16="http://schemas.microsoft.com/office/drawing/2014/main" id="{B49146C7-62E1-21F1-45DC-257191CA0728}"/>
              </a:ext>
            </a:extLst>
          </p:cNvPr>
          <p:cNvGrpSpPr>
            <a:grpSpLocks/>
          </p:cNvGrpSpPr>
          <p:nvPr/>
        </p:nvGrpSpPr>
        <p:grpSpPr bwMode="auto">
          <a:xfrm>
            <a:off x="5392738" y="5133975"/>
            <a:ext cx="520700" cy="152400"/>
            <a:chOff x="990" y="2694"/>
            <a:chExt cx="328" cy="96"/>
          </a:xfrm>
        </p:grpSpPr>
        <p:sp>
          <p:nvSpPr>
            <p:cNvPr id="358414" name="Oval 14">
              <a:extLst>
                <a:ext uri="{FF2B5EF4-FFF2-40B4-BE49-F238E27FC236}">
                  <a16:creationId xmlns:a16="http://schemas.microsoft.com/office/drawing/2014/main" id="{156C6FA2-EF21-DA38-7378-A394CADF721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8415" name="Oval 15">
              <a:extLst>
                <a:ext uri="{FF2B5EF4-FFF2-40B4-BE49-F238E27FC236}">
                  <a16:creationId xmlns:a16="http://schemas.microsoft.com/office/drawing/2014/main" id="{E2BACC63-ED56-D87D-3FC4-148880CDEE38}"/>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91500" name="Group 16">
            <a:extLst>
              <a:ext uri="{FF2B5EF4-FFF2-40B4-BE49-F238E27FC236}">
                <a16:creationId xmlns:a16="http://schemas.microsoft.com/office/drawing/2014/main" id="{44165CA2-A327-A0A7-10F6-52FDC00F7041}"/>
              </a:ext>
            </a:extLst>
          </p:cNvPr>
          <p:cNvGrpSpPr>
            <a:grpSpLocks/>
          </p:cNvGrpSpPr>
          <p:nvPr/>
        </p:nvGrpSpPr>
        <p:grpSpPr bwMode="auto">
          <a:xfrm rot="-5400000">
            <a:off x="5991225" y="4613275"/>
            <a:ext cx="520700" cy="152400"/>
            <a:chOff x="990" y="2694"/>
            <a:chExt cx="328" cy="96"/>
          </a:xfrm>
        </p:grpSpPr>
        <p:sp>
          <p:nvSpPr>
            <p:cNvPr id="358417" name="Oval 17">
              <a:extLst>
                <a:ext uri="{FF2B5EF4-FFF2-40B4-BE49-F238E27FC236}">
                  <a16:creationId xmlns:a16="http://schemas.microsoft.com/office/drawing/2014/main" id="{0E945345-4489-95C9-59E2-FBB504B69D76}"/>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8418" name="Oval 18">
              <a:extLst>
                <a:ext uri="{FF2B5EF4-FFF2-40B4-BE49-F238E27FC236}">
                  <a16:creationId xmlns:a16="http://schemas.microsoft.com/office/drawing/2014/main" id="{E405E284-A9A5-2619-1915-10D210EC13E8}"/>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91501" name="Group 19">
            <a:extLst>
              <a:ext uri="{FF2B5EF4-FFF2-40B4-BE49-F238E27FC236}">
                <a16:creationId xmlns:a16="http://schemas.microsoft.com/office/drawing/2014/main" id="{E7A50B84-8F9B-BA44-7F35-4E4BD81C4684}"/>
              </a:ext>
            </a:extLst>
          </p:cNvPr>
          <p:cNvGrpSpPr>
            <a:grpSpLocks/>
          </p:cNvGrpSpPr>
          <p:nvPr/>
        </p:nvGrpSpPr>
        <p:grpSpPr bwMode="auto">
          <a:xfrm>
            <a:off x="5394325" y="4016375"/>
            <a:ext cx="520700" cy="152400"/>
            <a:chOff x="990" y="2694"/>
            <a:chExt cx="328" cy="96"/>
          </a:xfrm>
        </p:grpSpPr>
        <p:sp>
          <p:nvSpPr>
            <p:cNvPr id="358420" name="Oval 20">
              <a:extLst>
                <a:ext uri="{FF2B5EF4-FFF2-40B4-BE49-F238E27FC236}">
                  <a16:creationId xmlns:a16="http://schemas.microsoft.com/office/drawing/2014/main" id="{F31EE907-7674-EB00-3C70-28886ACA240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8421" name="Oval 21">
              <a:extLst>
                <a:ext uri="{FF2B5EF4-FFF2-40B4-BE49-F238E27FC236}">
                  <a16:creationId xmlns:a16="http://schemas.microsoft.com/office/drawing/2014/main" id="{833EA306-ECE4-E6A9-B7D8-E60585B1799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91502" name="Group 22">
            <a:extLst>
              <a:ext uri="{FF2B5EF4-FFF2-40B4-BE49-F238E27FC236}">
                <a16:creationId xmlns:a16="http://schemas.microsoft.com/office/drawing/2014/main" id="{84227DAF-E52D-D777-89DC-A2935D52D9F2}"/>
              </a:ext>
            </a:extLst>
          </p:cNvPr>
          <p:cNvGrpSpPr>
            <a:grpSpLocks/>
          </p:cNvGrpSpPr>
          <p:nvPr/>
        </p:nvGrpSpPr>
        <p:grpSpPr bwMode="auto">
          <a:xfrm rot="-5400000">
            <a:off x="4572000" y="2559050"/>
            <a:ext cx="520700" cy="152400"/>
            <a:chOff x="990" y="2694"/>
            <a:chExt cx="328" cy="96"/>
          </a:xfrm>
        </p:grpSpPr>
        <p:sp>
          <p:nvSpPr>
            <p:cNvPr id="358423" name="Oval 23">
              <a:extLst>
                <a:ext uri="{FF2B5EF4-FFF2-40B4-BE49-F238E27FC236}">
                  <a16:creationId xmlns:a16="http://schemas.microsoft.com/office/drawing/2014/main" id="{E9917D6F-E251-F402-5F48-986EEC3AD1C3}"/>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8424" name="Oval 24">
              <a:extLst>
                <a:ext uri="{FF2B5EF4-FFF2-40B4-BE49-F238E27FC236}">
                  <a16:creationId xmlns:a16="http://schemas.microsoft.com/office/drawing/2014/main" id="{E2600FBA-3C04-A21F-DFE8-7E773B785F15}"/>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91503" name="Group 25">
            <a:extLst>
              <a:ext uri="{FF2B5EF4-FFF2-40B4-BE49-F238E27FC236}">
                <a16:creationId xmlns:a16="http://schemas.microsoft.com/office/drawing/2014/main" id="{45FDF0E0-76E8-6B19-06DF-BF36094E43B6}"/>
              </a:ext>
            </a:extLst>
          </p:cNvPr>
          <p:cNvGrpSpPr>
            <a:grpSpLocks/>
          </p:cNvGrpSpPr>
          <p:nvPr/>
        </p:nvGrpSpPr>
        <p:grpSpPr bwMode="auto">
          <a:xfrm rot="-5400000">
            <a:off x="3559175" y="2595563"/>
            <a:ext cx="520700" cy="152400"/>
            <a:chOff x="990" y="2694"/>
            <a:chExt cx="328" cy="96"/>
          </a:xfrm>
        </p:grpSpPr>
        <p:sp>
          <p:nvSpPr>
            <p:cNvPr id="358426" name="Oval 26">
              <a:extLst>
                <a:ext uri="{FF2B5EF4-FFF2-40B4-BE49-F238E27FC236}">
                  <a16:creationId xmlns:a16="http://schemas.microsoft.com/office/drawing/2014/main" id="{BA60CC7B-1389-23E9-124A-DECDA7C4D34B}"/>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8427" name="Oval 27">
              <a:extLst>
                <a:ext uri="{FF2B5EF4-FFF2-40B4-BE49-F238E27FC236}">
                  <a16:creationId xmlns:a16="http://schemas.microsoft.com/office/drawing/2014/main" id="{5845378F-DCB0-D42A-F640-6BAD8C6C348E}"/>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58428" name="Line 28">
            <a:extLst>
              <a:ext uri="{FF2B5EF4-FFF2-40B4-BE49-F238E27FC236}">
                <a16:creationId xmlns:a16="http://schemas.microsoft.com/office/drawing/2014/main" id="{3167AE85-F92E-527F-D55A-B511EB997BD3}"/>
              </a:ext>
            </a:extLst>
          </p:cNvPr>
          <p:cNvSpPr>
            <a:spLocks noChangeShapeType="1"/>
          </p:cNvSpPr>
          <p:nvPr/>
        </p:nvSpPr>
        <p:spPr bwMode="auto">
          <a:xfrm flipV="1">
            <a:off x="3429000" y="4330700"/>
            <a:ext cx="466725" cy="200025"/>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8429" name="Line 29">
            <a:extLst>
              <a:ext uri="{FF2B5EF4-FFF2-40B4-BE49-F238E27FC236}">
                <a16:creationId xmlns:a16="http://schemas.microsoft.com/office/drawing/2014/main" id="{F97DD4EB-664B-268C-7A5F-E007D838E62C}"/>
              </a:ext>
            </a:extLst>
          </p:cNvPr>
          <p:cNvSpPr>
            <a:spLocks noChangeShapeType="1"/>
          </p:cNvSpPr>
          <p:nvPr/>
        </p:nvSpPr>
        <p:spPr bwMode="auto">
          <a:xfrm>
            <a:off x="1787525" y="1539875"/>
            <a:ext cx="0" cy="4075113"/>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8430" name="Line 30">
            <a:extLst>
              <a:ext uri="{FF2B5EF4-FFF2-40B4-BE49-F238E27FC236}">
                <a16:creationId xmlns:a16="http://schemas.microsoft.com/office/drawing/2014/main" id="{5DEB1B06-4EA6-5A83-CBC9-085D2FD5368E}"/>
              </a:ext>
            </a:extLst>
          </p:cNvPr>
          <p:cNvSpPr>
            <a:spLocks noChangeShapeType="1"/>
          </p:cNvSpPr>
          <p:nvPr/>
        </p:nvSpPr>
        <p:spPr bwMode="auto">
          <a:xfrm>
            <a:off x="1771650" y="5614988"/>
            <a:ext cx="327025" cy="0"/>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8431" name="Line 31">
            <a:extLst>
              <a:ext uri="{FF2B5EF4-FFF2-40B4-BE49-F238E27FC236}">
                <a16:creationId xmlns:a16="http://schemas.microsoft.com/office/drawing/2014/main" id="{3B3B7EC3-5B46-2B0D-F97F-E061FA56106F}"/>
              </a:ext>
            </a:extLst>
          </p:cNvPr>
          <p:cNvSpPr>
            <a:spLocks noChangeShapeType="1"/>
          </p:cNvSpPr>
          <p:nvPr/>
        </p:nvSpPr>
        <p:spPr bwMode="auto">
          <a:xfrm>
            <a:off x="1771650" y="1539875"/>
            <a:ext cx="385763" cy="0"/>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8432" name="Line 32">
            <a:extLst>
              <a:ext uri="{FF2B5EF4-FFF2-40B4-BE49-F238E27FC236}">
                <a16:creationId xmlns:a16="http://schemas.microsoft.com/office/drawing/2014/main" id="{445429A4-165D-2B2D-1876-5FC02C7BB87A}"/>
              </a:ext>
            </a:extLst>
          </p:cNvPr>
          <p:cNvSpPr>
            <a:spLocks noChangeShapeType="1"/>
          </p:cNvSpPr>
          <p:nvPr/>
        </p:nvSpPr>
        <p:spPr bwMode="auto">
          <a:xfrm>
            <a:off x="6858000" y="1539875"/>
            <a:ext cx="0" cy="4075113"/>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8433" name="Line 33">
            <a:extLst>
              <a:ext uri="{FF2B5EF4-FFF2-40B4-BE49-F238E27FC236}">
                <a16:creationId xmlns:a16="http://schemas.microsoft.com/office/drawing/2014/main" id="{AB4605CE-9260-ED0F-F191-BB5A50E5DD04}"/>
              </a:ext>
            </a:extLst>
          </p:cNvPr>
          <p:cNvSpPr>
            <a:spLocks noChangeShapeType="1"/>
          </p:cNvSpPr>
          <p:nvPr/>
        </p:nvSpPr>
        <p:spPr bwMode="auto">
          <a:xfrm flipH="1">
            <a:off x="6502400" y="5614988"/>
            <a:ext cx="385763" cy="0"/>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8434" name="Line 34">
            <a:extLst>
              <a:ext uri="{FF2B5EF4-FFF2-40B4-BE49-F238E27FC236}">
                <a16:creationId xmlns:a16="http://schemas.microsoft.com/office/drawing/2014/main" id="{E5EBB42F-DF7F-9970-D659-E48C3A77CD53}"/>
              </a:ext>
            </a:extLst>
          </p:cNvPr>
          <p:cNvSpPr>
            <a:spLocks noChangeShapeType="1"/>
          </p:cNvSpPr>
          <p:nvPr/>
        </p:nvSpPr>
        <p:spPr bwMode="auto">
          <a:xfrm flipH="1">
            <a:off x="6502400" y="1539875"/>
            <a:ext cx="385763" cy="0"/>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8435" name="Text Box 35">
            <a:extLst>
              <a:ext uri="{FF2B5EF4-FFF2-40B4-BE49-F238E27FC236}">
                <a16:creationId xmlns:a16="http://schemas.microsoft.com/office/drawing/2014/main" id="{FEF1B20D-BB52-7DC2-E600-CB172A50B750}"/>
              </a:ext>
            </a:extLst>
          </p:cNvPr>
          <p:cNvSpPr txBox="1">
            <a:spLocks noChangeArrowheads="1"/>
          </p:cNvSpPr>
          <p:nvPr/>
        </p:nvSpPr>
        <p:spPr bwMode="auto">
          <a:xfrm>
            <a:off x="7040563" y="12096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2-</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58436" name="Text Box 36">
            <a:extLst>
              <a:ext uri="{FF2B5EF4-FFF2-40B4-BE49-F238E27FC236}">
                <a16:creationId xmlns:a16="http://schemas.microsoft.com/office/drawing/2014/main" id="{ADB6226C-5EEA-CEED-6FAD-CDCE689E8824}"/>
              </a:ext>
            </a:extLst>
          </p:cNvPr>
          <p:cNvSpPr txBox="1">
            <a:spLocks noChangeArrowheads="1"/>
          </p:cNvSpPr>
          <p:nvPr/>
        </p:nvSpPr>
        <p:spPr bwMode="auto">
          <a:xfrm>
            <a:off x="2708275" y="5430838"/>
            <a:ext cx="2908300" cy="519112"/>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00FFFF"/>
                </a:solidFill>
                <a:effectLst>
                  <a:outerShdw blurRad="38100" dist="38100" dir="2700000" algn="tl">
                    <a:srgbClr val="000000"/>
                  </a:outerShdw>
                </a:effectLst>
                <a:latin typeface="Times New Roman" pitchFamily="18" charset="0"/>
                <a:ea typeface="+mn-ea"/>
              </a:rPr>
              <a:t>Better drawing!</a:t>
            </a:r>
          </a:p>
        </p:txBody>
      </p:sp>
      <p:sp>
        <p:nvSpPr>
          <p:cNvPr id="358437" name="AutoShape 37">
            <a:extLst>
              <a:ext uri="{FF2B5EF4-FFF2-40B4-BE49-F238E27FC236}">
                <a16:creationId xmlns:a16="http://schemas.microsoft.com/office/drawing/2014/main" id="{77EB13EA-1352-EB19-B443-7B0A421626DB}"/>
              </a:ext>
            </a:extLst>
          </p:cNvPr>
          <p:cNvSpPr>
            <a:spLocks noChangeArrowheads="1"/>
          </p:cNvSpPr>
          <p:nvPr/>
        </p:nvSpPr>
        <p:spPr bwMode="auto">
          <a:xfrm rot="-4590049">
            <a:off x="3395663" y="3352800"/>
            <a:ext cx="515937" cy="449263"/>
          </a:xfrm>
          <a:custGeom>
            <a:avLst/>
            <a:gdLst>
              <a:gd name="G0" fmla="+- 0 0 0"/>
              <a:gd name="G1" fmla="+- -8770065 0 0"/>
              <a:gd name="G2" fmla="+- 0 0 -8770065"/>
              <a:gd name="G3" fmla="+- 10800 0 0"/>
              <a:gd name="G4" fmla="+- 0 0 0"/>
              <a:gd name="T0" fmla="*/ 360 256 1"/>
              <a:gd name="T1" fmla="*/ 0 256 1"/>
              <a:gd name="G5" fmla="+- G2 T0 T1"/>
              <a:gd name="G6" fmla="?: G2 G2 G5"/>
              <a:gd name="G7" fmla="+- 0 0 G6"/>
              <a:gd name="G8" fmla="+- 5400 0 0"/>
              <a:gd name="G9" fmla="+- 0 0 -8770065"/>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8770065"/>
              <a:gd name="G36" fmla="sin G34 -8770065"/>
              <a:gd name="G37" fmla="+/ -8770065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5035 w 21600"/>
              <a:gd name="T5" fmla="*/ 865 h 21600"/>
              <a:gd name="T6" fmla="*/ 5191 w 21600"/>
              <a:gd name="T7" fmla="*/ 4955 h 21600"/>
              <a:gd name="T8" fmla="*/ 12917 w 21600"/>
              <a:gd name="T9" fmla="*/ 5832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9406" y="5399"/>
                  <a:pt x="8066" y="5938"/>
                  <a:pt x="7061" y="6903"/>
                </a:cubicBezTo>
                <a:lnTo>
                  <a:pt x="3322" y="3007"/>
                </a:lnTo>
                <a:cubicBezTo>
                  <a:pt x="5333" y="1077"/>
                  <a:pt x="8012" y="-1"/>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00FF00"/>
          </a:solidFill>
          <a:ln w="12700">
            <a:solidFill>
              <a:schemeClr val="tx2"/>
            </a:solidFill>
            <a:miter lim="800000"/>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8438" name="Text Box 38">
            <a:extLst>
              <a:ext uri="{FF2B5EF4-FFF2-40B4-BE49-F238E27FC236}">
                <a16:creationId xmlns:a16="http://schemas.microsoft.com/office/drawing/2014/main" id="{EDF2616D-04DB-A3F2-26D7-4116E9FC2D98}"/>
              </a:ext>
            </a:extLst>
          </p:cNvPr>
          <p:cNvSpPr txBox="1">
            <a:spLocks noChangeArrowheads="1"/>
          </p:cNvSpPr>
          <p:nvPr/>
        </p:nvSpPr>
        <p:spPr bwMode="auto">
          <a:xfrm>
            <a:off x="2738438" y="3117850"/>
            <a:ext cx="965200" cy="457200"/>
          </a:xfrm>
          <a:prstGeom prst="rect">
            <a:avLst/>
          </a:prstGeom>
          <a:noFill/>
          <a:ln w="12700">
            <a:noFill/>
            <a:miter lim="800000"/>
            <a:headEnd/>
            <a:tailEnd/>
          </a:ln>
          <a:effectLst/>
        </p:spPr>
        <p:txBody>
          <a:bodyPr>
            <a:spAutoFit/>
          </a:bodyPr>
          <a:lstStyle/>
          <a:p>
            <a:pPr>
              <a:spcBef>
                <a:spcPct val="50000"/>
              </a:spcBef>
              <a:defRPr/>
            </a:pPr>
            <a:r>
              <a:rPr lang="en-US">
                <a:solidFill>
                  <a:srgbClr val="00FF00"/>
                </a:solidFill>
                <a:effectLst>
                  <a:outerShdw blurRad="38100" dist="38100" dir="2700000" algn="tl">
                    <a:srgbClr val="000000"/>
                  </a:outerShdw>
                </a:effectLst>
                <a:latin typeface="Times New Roman" pitchFamily="18" charset="0"/>
                <a:ea typeface="+mn-ea"/>
              </a:rPr>
              <a:t>120</a:t>
            </a:r>
            <a:r>
              <a:rPr lang="en-US" baseline="30000">
                <a:solidFill>
                  <a:srgbClr val="00FF00"/>
                </a:solidFill>
                <a:effectLst>
                  <a:outerShdw blurRad="38100" dist="38100" dir="2700000" algn="tl">
                    <a:srgbClr val="000000"/>
                  </a:outerShdw>
                </a:effectLst>
                <a:latin typeface="Times New Roman" pitchFamily="18" charset="0"/>
                <a:ea typeface="+mn-ea"/>
              </a:rPr>
              <a:t>o</a:t>
            </a:r>
            <a:endParaRPr lang="en-US">
              <a:solidFill>
                <a:srgbClr val="00FF00"/>
              </a:solidFill>
              <a:effectLst>
                <a:outerShdw blurRad="38100" dist="38100" dir="2700000" algn="tl">
                  <a:srgbClr val="000000"/>
                </a:outerShdw>
              </a:effectLst>
              <a:latin typeface="Times New Roman" pitchFamily="18" charset="0"/>
              <a:ea typeface="+mn-ea"/>
            </a:endParaRPr>
          </a:p>
        </p:txBody>
      </p:sp>
      <p:sp>
        <p:nvSpPr>
          <p:cNvPr id="358439" name="AutoShape 39">
            <a:extLst>
              <a:ext uri="{FF2B5EF4-FFF2-40B4-BE49-F238E27FC236}">
                <a16:creationId xmlns:a16="http://schemas.microsoft.com/office/drawing/2014/main" id="{302F10E6-8D6C-5632-2851-848D06C1D9C6}"/>
              </a:ext>
            </a:extLst>
          </p:cNvPr>
          <p:cNvSpPr>
            <a:spLocks noChangeArrowheads="1"/>
          </p:cNvSpPr>
          <p:nvPr/>
        </p:nvSpPr>
        <p:spPr bwMode="auto">
          <a:xfrm rot="809951">
            <a:off x="4579938" y="3346450"/>
            <a:ext cx="515937" cy="449263"/>
          </a:xfrm>
          <a:custGeom>
            <a:avLst/>
            <a:gdLst>
              <a:gd name="G0" fmla="+- 0 0 0"/>
              <a:gd name="G1" fmla="+- -8770065 0 0"/>
              <a:gd name="G2" fmla="+- 0 0 -8770065"/>
              <a:gd name="G3" fmla="+- 10800 0 0"/>
              <a:gd name="G4" fmla="+- 0 0 0"/>
              <a:gd name="T0" fmla="*/ 360 256 1"/>
              <a:gd name="T1" fmla="*/ 0 256 1"/>
              <a:gd name="G5" fmla="+- G2 T0 T1"/>
              <a:gd name="G6" fmla="?: G2 G2 G5"/>
              <a:gd name="G7" fmla="+- 0 0 G6"/>
              <a:gd name="G8" fmla="+- 5400 0 0"/>
              <a:gd name="G9" fmla="+- 0 0 -8770065"/>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8770065"/>
              <a:gd name="G36" fmla="sin G34 -8770065"/>
              <a:gd name="G37" fmla="+/ -8770065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5035 w 21600"/>
              <a:gd name="T5" fmla="*/ 865 h 21600"/>
              <a:gd name="T6" fmla="*/ 5191 w 21600"/>
              <a:gd name="T7" fmla="*/ 4955 h 21600"/>
              <a:gd name="T8" fmla="*/ 12917 w 21600"/>
              <a:gd name="T9" fmla="*/ 5832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9406" y="5399"/>
                  <a:pt x="8066" y="5938"/>
                  <a:pt x="7061" y="6903"/>
                </a:cubicBezTo>
                <a:lnTo>
                  <a:pt x="3322" y="3007"/>
                </a:lnTo>
                <a:cubicBezTo>
                  <a:pt x="5333" y="1077"/>
                  <a:pt x="8012" y="-1"/>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00FF00"/>
          </a:solidFill>
          <a:ln w="12700">
            <a:solidFill>
              <a:schemeClr val="tx2"/>
            </a:solidFill>
            <a:miter lim="800000"/>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8440" name="AutoShape 40">
            <a:extLst>
              <a:ext uri="{FF2B5EF4-FFF2-40B4-BE49-F238E27FC236}">
                <a16:creationId xmlns:a16="http://schemas.microsoft.com/office/drawing/2014/main" id="{AFBBA23C-26BB-1B6D-EC48-8F5071109BD3}"/>
              </a:ext>
            </a:extLst>
          </p:cNvPr>
          <p:cNvSpPr>
            <a:spLocks noChangeArrowheads="1"/>
          </p:cNvSpPr>
          <p:nvPr/>
        </p:nvSpPr>
        <p:spPr bwMode="auto">
          <a:xfrm rot="8841987">
            <a:off x="4065588" y="4498975"/>
            <a:ext cx="515937" cy="449263"/>
          </a:xfrm>
          <a:custGeom>
            <a:avLst/>
            <a:gdLst>
              <a:gd name="G0" fmla="+- 0 0 0"/>
              <a:gd name="G1" fmla="+- -8770065 0 0"/>
              <a:gd name="G2" fmla="+- 0 0 -8770065"/>
              <a:gd name="G3" fmla="+- 10800 0 0"/>
              <a:gd name="G4" fmla="+- 0 0 0"/>
              <a:gd name="T0" fmla="*/ 360 256 1"/>
              <a:gd name="T1" fmla="*/ 0 256 1"/>
              <a:gd name="G5" fmla="+- G2 T0 T1"/>
              <a:gd name="G6" fmla="?: G2 G2 G5"/>
              <a:gd name="G7" fmla="+- 0 0 G6"/>
              <a:gd name="G8" fmla="+- 5400 0 0"/>
              <a:gd name="G9" fmla="+- 0 0 -8770065"/>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8770065"/>
              <a:gd name="G36" fmla="sin G34 -8770065"/>
              <a:gd name="G37" fmla="+/ -8770065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5035 w 21600"/>
              <a:gd name="T5" fmla="*/ 865 h 21600"/>
              <a:gd name="T6" fmla="*/ 5191 w 21600"/>
              <a:gd name="T7" fmla="*/ 4955 h 21600"/>
              <a:gd name="T8" fmla="*/ 12917 w 21600"/>
              <a:gd name="T9" fmla="*/ 5832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9406" y="5399"/>
                  <a:pt x="8066" y="5938"/>
                  <a:pt x="7061" y="6903"/>
                </a:cubicBezTo>
                <a:lnTo>
                  <a:pt x="3322" y="3007"/>
                </a:lnTo>
                <a:cubicBezTo>
                  <a:pt x="5333" y="1077"/>
                  <a:pt x="8012" y="-1"/>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00FF00"/>
          </a:solidFill>
          <a:ln w="12700">
            <a:solidFill>
              <a:schemeClr val="tx2"/>
            </a:solidFill>
            <a:miter lim="800000"/>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8441" name="Text Box 41">
            <a:extLst>
              <a:ext uri="{FF2B5EF4-FFF2-40B4-BE49-F238E27FC236}">
                <a16:creationId xmlns:a16="http://schemas.microsoft.com/office/drawing/2014/main" id="{F2E2C0AE-2F41-F8F3-2103-1D75F3A867BC}"/>
              </a:ext>
            </a:extLst>
          </p:cNvPr>
          <p:cNvSpPr txBox="1">
            <a:spLocks noChangeArrowheads="1"/>
          </p:cNvSpPr>
          <p:nvPr/>
        </p:nvSpPr>
        <p:spPr bwMode="auto">
          <a:xfrm>
            <a:off x="4016375" y="5014913"/>
            <a:ext cx="965200" cy="457200"/>
          </a:xfrm>
          <a:prstGeom prst="rect">
            <a:avLst/>
          </a:prstGeom>
          <a:noFill/>
          <a:ln w="12700">
            <a:noFill/>
            <a:miter lim="800000"/>
            <a:headEnd/>
            <a:tailEnd/>
          </a:ln>
          <a:effectLst/>
        </p:spPr>
        <p:txBody>
          <a:bodyPr>
            <a:spAutoFit/>
          </a:bodyPr>
          <a:lstStyle/>
          <a:p>
            <a:pPr>
              <a:spcBef>
                <a:spcPct val="50000"/>
              </a:spcBef>
              <a:defRPr/>
            </a:pPr>
            <a:r>
              <a:rPr lang="en-US">
                <a:solidFill>
                  <a:srgbClr val="00FF00"/>
                </a:solidFill>
                <a:effectLst>
                  <a:outerShdw blurRad="38100" dist="38100" dir="2700000" algn="tl">
                    <a:srgbClr val="000000"/>
                  </a:outerShdw>
                </a:effectLst>
                <a:latin typeface="Times New Roman" pitchFamily="18" charset="0"/>
                <a:ea typeface="+mn-ea"/>
              </a:rPr>
              <a:t>120</a:t>
            </a:r>
            <a:r>
              <a:rPr lang="en-US" baseline="30000">
                <a:solidFill>
                  <a:srgbClr val="00FF00"/>
                </a:solidFill>
                <a:effectLst>
                  <a:outerShdw blurRad="38100" dist="38100" dir="2700000" algn="tl">
                    <a:srgbClr val="000000"/>
                  </a:outerShdw>
                </a:effectLst>
                <a:latin typeface="Times New Roman" pitchFamily="18" charset="0"/>
                <a:ea typeface="+mn-ea"/>
              </a:rPr>
              <a:t>o</a:t>
            </a:r>
            <a:endParaRPr lang="en-US">
              <a:solidFill>
                <a:srgbClr val="00FF00"/>
              </a:solidFill>
              <a:effectLst>
                <a:outerShdw blurRad="38100" dist="38100" dir="2700000" algn="tl">
                  <a:srgbClr val="000000"/>
                </a:outerShdw>
              </a:effectLst>
              <a:latin typeface="Times New Roman" pitchFamily="18" charset="0"/>
              <a:ea typeface="+mn-ea"/>
            </a:endParaRPr>
          </a:p>
        </p:txBody>
      </p:sp>
      <p:sp>
        <p:nvSpPr>
          <p:cNvPr id="358442" name="Text Box 42">
            <a:extLst>
              <a:ext uri="{FF2B5EF4-FFF2-40B4-BE49-F238E27FC236}">
                <a16:creationId xmlns:a16="http://schemas.microsoft.com/office/drawing/2014/main" id="{A0EBF022-63D2-C368-4CE7-3CB70996DB7D}"/>
              </a:ext>
            </a:extLst>
          </p:cNvPr>
          <p:cNvSpPr txBox="1">
            <a:spLocks noChangeArrowheads="1"/>
          </p:cNvSpPr>
          <p:nvPr/>
        </p:nvSpPr>
        <p:spPr bwMode="auto">
          <a:xfrm>
            <a:off x="5056188" y="3057525"/>
            <a:ext cx="965200" cy="457200"/>
          </a:xfrm>
          <a:prstGeom prst="rect">
            <a:avLst/>
          </a:prstGeom>
          <a:noFill/>
          <a:ln w="12700">
            <a:noFill/>
            <a:miter lim="800000"/>
            <a:headEnd/>
            <a:tailEnd/>
          </a:ln>
          <a:effectLst/>
        </p:spPr>
        <p:txBody>
          <a:bodyPr>
            <a:spAutoFit/>
          </a:bodyPr>
          <a:lstStyle/>
          <a:p>
            <a:pPr>
              <a:spcBef>
                <a:spcPct val="50000"/>
              </a:spcBef>
              <a:defRPr/>
            </a:pPr>
            <a:r>
              <a:rPr lang="en-US">
                <a:solidFill>
                  <a:srgbClr val="00FF00"/>
                </a:solidFill>
                <a:effectLst>
                  <a:outerShdw blurRad="38100" dist="38100" dir="2700000" algn="tl">
                    <a:srgbClr val="000000"/>
                  </a:outerShdw>
                </a:effectLst>
                <a:latin typeface="Times New Roman" pitchFamily="18" charset="0"/>
                <a:ea typeface="+mn-ea"/>
              </a:rPr>
              <a:t>120</a:t>
            </a:r>
            <a:r>
              <a:rPr lang="en-US" baseline="30000">
                <a:solidFill>
                  <a:srgbClr val="00FF00"/>
                </a:solidFill>
                <a:effectLst>
                  <a:outerShdw blurRad="38100" dist="38100" dir="2700000" algn="tl">
                    <a:srgbClr val="000000"/>
                  </a:outerShdw>
                </a:effectLst>
                <a:latin typeface="Times New Roman" pitchFamily="18" charset="0"/>
                <a:ea typeface="+mn-ea"/>
              </a:rPr>
              <a:t>o</a:t>
            </a:r>
            <a:endParaRPr lang="en-US">
              <a:solidFill>
                <a:srgbClr val="00FF00"/>
              </a:solidFill>
              <a:effectLst>
                <a:outerShdw blurRad="38100" dist="38100" dir="2700000" algn="tl">
                  <a:srgbClr val="000000"/>
                </a:outerShdw>
              </a:effectLst>
              <a:latin typeface="Times New Roman" pitchFamily="18" charset="0"/>
              <a:ea typeface="+mn-ea"/>
            </a:endParaRPr>
          </a:p>
        </p:txBody>
      </p:sp>
      <p:grpSp>
        <p:nvGrpSpPr>
          <p:cNvPr id="191519" name="Group 43">
            <a:extLst>
              <a:ext uri="{FF2B5EF4-FFF2-40B4-BE49-F238E27FC236}">
                <a16:creationId xmlns:a16="http://schemas.microsoft.com/office/drawing/2014/main" id="{CEB522A2-442D-C8C2-8B18-49D707FFAF60}"/>
              </a:ext>
            </a:extLst>
          </p:cNvPr>
          <p:cNvGrpSpPr>
            <a:grpSpLocks/>
          </p:cNvGrpSpPr>
          <p:nvPr/>
        </p:nvGrpSpPr>
        <p:grpSpPr bwMode="auto">
          <a:xfrm rot="-1465616">
            <a:off x="2503488" y="4141788"/>
            <a:ext cx="520700" cy="152400"/>
            <a:chOff x="990" y="2694"/>
            <a:chExt cx="328" cy="96"/>
          </a:xfrm>
        </p:grpSpPr>
        <p:sp>
          <p:nvSpPr>
            <p:cNvPr id="358444" name="Oval 44">
              <a:extLst>
                <a:ext uri="{FF2B5EF4-FFF2-40B4-BE49-F238E27FC236}">
                  <a16:creationId xmlns:a16="http://schemas.microsoft.com/office/drawing/2014/main" id="{D55380E3-FDE6-B44C-5A88-AC84A361FDA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8445" name="Oval 45">
              <a:extLst>
                <a:ext uri="{FF2B5EF4-FFF2-40B4-BE49-F238E27FC236}">
                  <a16:creationId xmlns:a16="http://schemas.microsoft.com/office/drawing/2014/main" id="{0ABCF4C5-9378-A980-6726-1829B1DEF8F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191520" name="Group 46">
            <a:extLst>
              <a:ext uri="{FF2B5EF4-FFF2-40B4-BE49-F238E27FC236}">
                <a16:creationId xmlns:a16="http://schemas.microsoft.com/office/drawing/2014/main" id="{1BDEEA85-9672-1DFF-BFCF-DDBD600D6E9C}"/>
              </a:ext>
            </a:extLst>
          </p:cNvPr>
          <p:cNvGrpSpPr>
            <a:grpSpLocks/>
          </p:cNvGrpSpPr>
          <p:nvPr/>
        </p:nvGrpSpPr>
        <p:grpSpPr bwMode="auto">
          <a:xfrm rot="-1465616">
            <a:off x="2859088" y="4992688"/>
            <a:ext cx="520700" cy="152400"/>
            <a:chOff x="990" y="2694"/>
            <a:chExt cx="328" cy="96"/>
          </a:xfrm>
        </p:grpSpPr>
        <p:sp>
          <p:nvSpPr>
            <p:cNvPr id="358447" name="Oval 47">
              <a:extLst>
                <a:ext uri="{FF2B5EF4-FFF2-40B4-BE49-F238E27FC236}">
                  <a16:creationId xmlns:a16="http://schemas.microsoft.com/office/drawing/2014/main" id="{38768031-75D2-77AE-1BC3-DA3E78754E4F}"/>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58448" name="Oval 48">
              <a:extLst>
                <a:ext uri="{FF2B5EF4-FFF2-40B4-BE49-F238E27FC236}">
                  <a16:creationId xmlns:a16="http://schemas.microsoft.com/office/drawing/2014/main" id="{0DDC2401-F258-7566-BEE2-0C62B394F238}"/>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Tree>
    <p:custDataLst>
      <p:tags r:id="rId1"/>
    </p:custData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a:extLst>
              <a:ext uri="{FF2B5EF4-FFF2-40B4-BE49-F238E27FC236}">
                <a16:creationId xmlns:a16="http://schemas.microsoft.com/office/drawing/2014/main" id="{E7C71D4E-68F3-AA26-8484-A3EDC8F2356D}"/>
              </a:ext>
            </a:extLst>
          </p:cNvPr>
          <p:cNvSpPr>
            <a:spLocks noGrp="1" noChangeArrowheads="1"/>
          </p:cNvSpPr>
          <p:nvPr>
            <p:ph type="title" idx="4294967295"/>
          </p:nvPr>
        </p:nvSpPr>
        <p:spPr>
          <a:xfrm>
            <a:off x="652463" y="-12700"/>
            <a:ext cx="7772400"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Resonance structures</a:t>
            </a:r>
          </a:p>
        </p:txBody>
      </p:sp>
      <p:sp>
        <p:nvSpPr>
          <p:cNvPr id="365571" name="Text Box 3">
            <a:extLst>
              <a:ext uri="{FF2B5EF4-FFF2-40B4-BE49-F238E27FC236}">
                <a16:creationId xmlns:a16="http://schemas.microsoft.com/office/drawing/2014/main" id="{B31B9BCB-AB99-4AA2-78AB-BEF6D43529B4}"/>
              </a:ext>
            </a:extLst>
          </p:cNvPr>
          <p:cNvSpPr txBox="1">
            <a:spLocks noChangeArrowheads="1"/>
          </p:cNvSpPr>
          <p:nvPr/>
        </p:nvSpPr>
        <p:spPr bwMode="auto">
          <a:xfrm>
            <a:off x="6664325" y="5203825"/>
            <a:ext cx="1136650" cy="641350"/>
          </a:xfrm>
          <a:prstGeom prst="rect">
            <a:avLst/>
          </a:prstGeom>
          <a:noFill/>
          <a:ln w="12700">
            <a:noFill/>
            <a:miter lim="800000"/>
            <a:headEnd/>
            <a:tailEnd/>
          </a:ln>
          <a:effectLst/>
        </p:spPr>
        <p:txBody>
          <a:bodyPr>
            <a:spAutoFit/>
          </a:bodyPr>
          <a:lstStyle/>
          <a:p>
            <a:pPr algn="ctr">
              <a:spcBef>
                <a:spcPct val="50000"/>
              </a:spcBef>
              <a:defRPr/>
            </a:pPr>
            <a:r>
              <a:rPr lang="en-US" sz="3600">
                <a:solidFill>
                  <a:srgbClr val="FFFFFF"/>
                </a:solidFill>
                <a:effectLst>
                  <a:outerShdw blurRad="38100" dist="38100" dir="2700000" algn="tl">
                    <a:srgbClr val="000000"/>
                  </a:outerShdw>
                </a:effectLst>
                <a:latin typeface="Times New Roman" pitchFamily="18" charset="0"/>
                <a:ea typeface="+mn-ea"/>
              </a:rPr>
              <a:t>C</a:t>
            </a:r>
          </a:p>
        </p:txBody>
      </p:sp>
      <p:sp>
        <p:nvSpPr>
          <p:cNvPr id="365572" name="Text Box 4">
            <a:extLst>
              <a:ext uri="{FF2B5EF4-FFF2-40B4-BE49-F238E27FC236}">
                <a16:creationId xmlns:a16="http://schemas.microsoft.com/office/drawing/2014/main" id="{7AA942B9-99F8-F99B-1534-170730D0445D}"/>
              </a:ext>
            </a:extLst>
          </p:cNvPr>
          <p:cNvSpPr txBox="1">
            <a:spLocks noChangeArrowheads="1"/>
          </p:cNvSpPr>
          <p:nvPr/>
        </p:nvSpPr>
        <p:spPr bwMode="auto">
          <a:xfrm>
            <a:off x="5645150" y="5673725"/>
            <a:ext cx="1136650" cy="641350"/>
          </a:xfrm>
          <a:prstGeom prst="rect">
            <a:avLst/>
          </a:prstGeom>
          <a:noFill/>
          <a:ln w="12700">
            <a:noFill/>
            <a:miter lim="800000"/>
            <a:headEnd/>
            <a:tailEnd/>
          </a:ln>
          <a:effectLst/>
        </p:spPr>
        <p:txBody>
          <a:bodyPr>
            <a:spAutoFit/>
          </a:bodyPr>
          <a:lstStyle/>
          <a:p>
            <a:pPr algn="ctr">
              <a:spcBef>
                <a:spcPct val="50000"/>
              </a:spcBef>
              <a:defRPr/>
            </a:pPr>
            <a:r>
              <a:rPr lang="en-US" sz="3600">
                <a:solidFill>
                  <a:srgbClr val="FFFFFF"/>
                </a:solidFill>
                <a:effectLst>
                  <a:outerShdw blurRad="38100" dist="38100" dir="2700000" algn="tl">
                    <a:srgbClr val="000000"/>
                  </a:outerShdw>
                </a:effectLst>
                <a:latin typeface="Times New Roman" pitchFamily="18" charset="0"/>
                <a:ea typeface="+mn-ea"/>
              </a:rPr>
              <a:t>O</a:t>
            </a:r>
          </a:p>
        </p:txBody>
      </p:sp>
      <p:sp>
        <p:nvSpPr>
          <p:cNvPr id="365573" name="Text Box 5">
            <a:extLst>
              <a:ext uri="{FF2B5EF4-FFF2-40B4-BE49-F238E27FC236}">
                <a16:creationId xmlns:a16="http://schemas.microsoft.com/office/drawing/2014/main" id="{86778CC2-B971-E276-7BD3-F4D6BE57DAC7}"/>
              </a:ext>
            </a:extLst>
          </p:cNvPr>
          <p:cNvSpPr txBox="1">
            <a:spLocks noChangeArrowheads="1"/>
          </p:cNvSpPr>
          <p:nvPr/>
        </p:nvSpPr>
        <p:spPr bwMode="auto">
          <a:xfrm>
            <a:off x="7737475" y="5835650"/>
            <a:ext cx="1136650" cy="641350"/>
          </a:xfrm>
          <a:prstGeom prst="rect">
            <a:avLst/>
          </a:prstGeom>
          <a:noFill/>
          <a:ln w="12700">
            <a:noFill/>
            <a:miter lim="800000"/>
            <a:headEnd/>
            <a:tailEnd/>
          </a:ln>
          <a:effectLst/>
        </p:spPr>
        <p:txBody>
          <a:bodyPr>
            <a:spAutoFit/>
          </a:bodyPr>
          <a:lstStyle/>
          <a:p>
            <a:pPr algn="ctr">
              <a:spcBef>
                <a:spcPct val="50000"/>
              </a:spcBef>
              <a:defRPr/>
            </a:pPr>
            <a:r>
              <a:rPr lang="en-US" sz="3600">
                <a:solidFill>
                  <a:srgbClr val="FFFFFF"/>
                </a:solidFill>
                <a:effectLst>
                  <a:outerShdw blurRad="38100" dist="38100" dir="2700000" algn="tl">
                    <a:srgbClr val="000000"/>
                  </a:outerShdw>
                </a:effectLst>
                <a:latin typeface="Times New Roman" pitchFamily="18" charset="0"/>
                <a:ea typeface="+mn-ea"/>
              </a:rPr>
              <a:t>O</a:t>
            </a:r>
          </a:p>
        </p:txBody>
      </p:sp>
      <p:sp>
        <p:nvSpPr>
          <p:cNvPr id="365574" name="Line 6">
            <a:extLst>
              <a:ext uri="{FF2B5EF4-FFF2-40B4-BE49-F238E27FC236}">
                <a16:creationId xmlns:a16="http://schemas.microsoft.com/office/drawing/2014/main" id="{DAD86C2A-F90D-6E28-9302-0B127CB94ADB}"/>
              </a:ext>
            </a:extLst>
          </p:cNvPr>
          <p:cNvSpPr>
            <a:spLocks noChangeShapeType="1"/>
          </p:cNvSpPr>
          <p:nvPr/>
        </p:nvSpPr>
        <p:spPr bwMode="auto">
          <a:xfrm flipV="1">
            <a:off x="6516688" y="5689600"/>
            <a:ext cx="466725" cy="200025"/>
          </a:xfrm>
          <a:prstGeom prst="line">
            <a:avLst/>
          </a:prstGeom>
          <a:noFill/>
          <a:ln w="381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575" name="Line 7">
            <a:extLst>
              <a:ext uri="{FF2B5EF4-FFF2-40B4-BE49-F238E27FC236}">
                <a16:creationId xmlns:a16="http://schemas.microsoft.com/office/drawing/2014/main" id="{CA4C7402-6CFF-E4D3-3575-8637F9CEC0AA}"/>
              </a:ext>
            </a:extLst>
          </p:cNvPr>
          <p:cNvSpPr>
            <a:spLocks noChangeShapeType="1"/>
          </p:cNvSpPr>
          <p:nvPr/>
        </p:nvSpPr>
        <p:spPr bwMode="auto">
          <a:xfrm>
            <a:off x="7604125" y="5630863"/>
            <a:ext cx="452438" cy="269875"/>
          </a:xfrm>
          <a:prstGeom prst="line">
            <a:avLst/>
          </a:prstGeom>
          <a:noFill/>
          <a:ln w="381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576" name="Text Box 8">
            <a:extLst>
              <a:ext uri="{FF2B5EF4-FFF2-40B4-BE49-F238E27FC236}">
                <a16:creationId xmlns:a16="http://schemas.microsoft.com/office/drawing/2014/main" id="{FF52E9C0-B5AC-76A4-FFEF-356AD5085EED}"/>
              </a:ext>
            </a:extLst>
          </p:cNvPr>
          <p:cNvSpPr txBox="1">
            <a:spLocks noChangeArrowheads="1"/>
          </p:cNvSpPr>
          <p:nvPr/>
        </p:nvSpPr>
        <p:spPr bwMode="auto">
          <a:xfrm>
            <a:off x="6686550" y="4259263"/>
            <a:ext cx="1136650" cy="641350"/>
          </a:xfrm>
          <a:prstGeom prst="rect">
            <a:avLst/>
          </a:prstGeom>
          <a:noFill/>
          <a:ln w="12700">
            <a:noFill/>
            <a:miter lim="800000"/>
            <a:headEnd/>
            <a:tailEnd/>
          </a:ln>
          <a:effectLst/>
        </p:spPr>
        <p:txBody>
          <a:bodyPr>
            <a:spAutoFit/>
          </a:bodyPr>
          <a:lstStyle/>
          <a:p>
            <a:pPr algn="ctr">
              <a:spcBef>
                <a:spcPct val="50000"/>
              </a:spcBef>
              <a:defRPr/>
            </a:pPr>
            <a:r>
              <a:rPr lang="en-US" sz="3600">
                <a:solidFill>
                  <a:srgbClr val="FFFFFF"/>
                </a:solidFill>
                <a:effectLst>
                  <a:outerShdw blurRad="38100" dist="38100" dir="2700000" algn="tl">
                    <a:srgbClr val="000000"/>
                  </a:outerShdw>
                </a:effectLst>
                <a:latin typeface="Times New Roman" pitchFamily="18" charset="0"/>
                <a:ea typeface="+mn-ea"/>
              </a:rPr>
              <a:t>O</a:t>
            </a:r>
          </a:p>
        </p:txBody>
      </p:sp>
      <p:sp>
        <p:nvSpPr>
          <p:cNvPr id="365577" name="Line 9">
            <a:extLst>
              <a:ext uri="{FF2B5EF4-FFF2-40B4-BE49-F238E27FC236}">
                <a16:creationId xmlns:a16="http://schemas.microsoft.com/office/drawing/2014/main" id="{ED1DAE10-F898-6756-25F8-EACA4018237C}"/>
              </a:ext>
            </a:extLst>
          </p:cNvPr>
          <p:cNvSpPr>
            <a:spLocks noChangeShapeType="1"/>
          </p:cNvSpPr>
          <p:nvPr/>
        </p:nvSpPr>
        <p:spPr bwMode="auto">
          <a:xfrm flipV="1">
            <a:off x="7232650" y="4883150"/>
            <a:ext cx="0" cy="320675"/>
          </a:xfrm>
          <a:prstGeom prst="line">
            <a:avLst/>
          </a:prstGeom>
          <a:noFill/>
          <a:ln w="381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578" name="Line 10">
            <a:extLst>
              <a:ext uri="{FF2B5EF4-FFF2-40B4-BE49-F238E27FC236}">
                <a16:creationId xmlns:a16="http://schemas.microsoft.com/office/drawing/2014/main" id="{4BF8BF75-B0E4-EAFF-6118-F2FAF18E5609}"/>
              </a:ext>
            </a:extLst>
          </p:cNvPr>
          <p:cNvSpPr>
            <a:spLocks noChangeShapeType="1"/>
          </p:cNvSpPr>
          <p:nvPr/>
        </p:nvSpPr>
        <p:spPr bwMode="auto">
          <a:xfrm>
            <a:off x="7518400" y="5800725"/>
            <a:ext cx="452438" cy="268288"/>
          </a:xfrm>
          <a:prstGeom prst="line">
            <a:avLst/>
          </a:prstGeom>
          <a:noFill/>
          <a:ln w="381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579" name="Text Box 11">
            <a:extLst>
              <a:ext uri="{FF2B5EF4-FFF2-40B4-BE49-F238E27FC236}">
                <a16:creationId xmlns:a16="http://schemas.microsoft.com/office/drawing/2014/main" id="{867B04D1-20B6-C410-740B-ECF61829956E}"/>
              </a:ext>
            </a:extLst>
          </p:cNvPr>
          <p:cNvSpPr txBox="1">
            <a:spLocks noChangeArrowheads="1"/>
          </p:cNvSpPr>
          <p:nvPr/>
        </p:nvSpPr>
        <p:spPr bwMode="auto">
          <a:xfrm>
            <a:off x="4203700" y="2092325"/>
            <a:ext cx="1136650" cy="641350"/>
          </a:xfrm>
          <a:prstGeom prst="rect">
            <a:avLst/>
          </a:prstGeom>
          <a:noFill/>
          <a:ln w="12700">
            <a:noFill/>
            <a:miter lim="800000"/>
            <a:headEnd/>
            <a:tailEnd/>
          </a:ln>
          <a:effectLst/>
        </p:spPr>
        <p:txBody>
          <a:bodyPr>
            <a:spAutoFit/>
          </a:bodyPr>
          <a:lstStyle/>
          <a:p>
            <a:pPr algn="ctr">
              <a:spcBef>
                <a:spcPct val="50000"/>
              </a:spcBef>
              <a:defRPr/>
            </a:pPr>
            <a:r>
              <a:rPr lang="en-US" sz="3600">
                <a:solidFill>
                  <a:srgbClr val="FFFFFF"/>
                </a:solidFill>
                <a:effectLst>
                  <a:outerShdw blurRad="38100" dist="38100" dir="2700000" algn="tl">
                    <a:srgbClr val="000000"/>
                  </a:outerShdw>
                </a:effectLst>
                <a:latin typeface="Times New Roman" pitchFamily="18" charset="0"/>
                <a:ea typeface="+mn-ea"/>
              </a:rPr>
              <a:t>C</a:t>
            </a:r>
          </a:p>
        </p:txBody>
      </p:sp>
      <p:sp>
        <p:nvSpPr>
          <p:cNvPr id="365580" name="Text Box 12">
            <a:extLst>
              <a:ext uri="{FF2B5EF4-FFF2-40B4-BE49-F238E27FC236}">
                <a16:creationId xmlns:a16="http://schemas.microsoft.com/office/drawing/2014/main" id="{02A8E845-DEE8-A830-3E0B-2BA358EA3143}"/>
              </a:ext>
            </a:extLst>
          </p:cNvPr>
          <p:cNvSpPr txBox="1">
            <a:spLocks noChangeArrowheads="1"/>
          </p:cNvSpPr>
          <p:nvPr/>
        </p:nvSpPr>
        <p:spPr bwMode="auto">
          <a:xfrm>
            <a:off x="3216275" y="2589213"/>
            <a:ext cx="1136650" cy="641350"/>
          </a:xfrm>
          <a:prstGeom prst="rect">
            <a:avLst/>
          </a:prstGeom>
          <a:noFill/>
          <a:ln w="12700">
            <a:noFill/>
            <a:miter lim="800000"/>
            <a:headEnd/>
            <a:tailEnd/>
          </a:ln>
          <a:effectLst/>
        </p:spPr>
        <p:txBody>
          <a:bodyPr>
            <a:spAutoFit/>
          </a:bodyPr>
          <a:lstStyle/>
          <a:p>
            <a:pPr algn="ctr">
              <a:spcBef>
                <a:spcPct val="50000"/>
              </a:spcBef>
              <a:defRPr/>
            </a:pPr>
            <a:r>
              <a:rPr lang="en-US" sz="3600">
                <a:solidFill>
                  <a:srgbClr val="FFFFFF"/>
                </a:solidFill>
                <a:effectLst>
                  <a:outerShdw blurRad="38100" dist="38100" dir="2700000" algn="tl">
                    <a:srgbClr val="000000"/>
                  </a:outerShdw>
                </a:effectLst>
                <a:latin typeface="Times New Roman" pitchFamily="18" charset="0"/>
                <a:ea typeface="+mn-ea"/>
              </a:rPr>
              <a:t>O</a:t>
            </a:r>
          </a:p>
        </p:txBody>
      </p:sp>
      <p:sp>
        <p:nvSpPr>
          <p:cNvPr id="365581" name="Text Box 13">
            <a:extLst>
              <a:ext uri="{FF2B5EF4-FFF2-40B4-BE49-F238E27FC236}">
                <a16:creationId xmlns:a16="http://schemas.microsoft.com/office/drawing/2014/main" id="{FDC8F214-079B-1F04-339F-F344B53B7096}"/>
              </a:ext>
            </a:extLst>
          </p:cNvPr>
          <p:cNvSpPr txBox="1">
            <a:spLocks noChangeArrowheads="1"/>
          </p:cNvSpPr>
          <p:nvPr/>
        </p:nvSpPr>
        <p:spPr bwMode="auto">
          <a:xfrm>
            <a:off x="5213350" y="2671763"/>
            <a:ext cx="1136650" cy="641350"/>
          </a:xfrm>
          <a:prstGeom prst="rect">
            <a:avLst/>
          </a:prstGeom>
          <a:noFill/>
          <a:ln w="12700">
            <a:noFill/>
            <a:miter lim="800000"/>
            <a:headEnd/>
            <a:tailEnd/>
          </a:ln>
          <a:effectLst/>
        </p:spPr>
        <p:txBody>
          <a:bodyPr>
            <a:spAutoFit/>
          </a:bodyPr>
          <a:lstStyle/>
          <a:p>
            <a:pPr algn="ctr">
              <a:spcBef>
                <a:spcPct val="50000"/>
              </a:spcBef>
              <a:defRPr/>
            </a:pPr>
            <a:r>
              <a:rPr lang="en-US" sz="3600">
                <a:solidFill>
                  <a:srgbClr val="FFFFFF"/>
                </a:solidFill>
                <a:effectLst>
                  <a:outerShdw blurRad="38100" dist="38100" dir="2700000" algn="tl">
                    <a:srgbClr val="000000"/>
                  </a:outerShdw>
                </a:effectLst>
                <a:latin typeface="Times New Roman" pitchFamily="18" charset="0"/>
                <a:ea typeface="+mn-ea"/>
              </a:rPr>
              <a:t>O</a:t>
            </a:r>
          </a:p>
        </p:txBody>
      </p:sp>
      <p:sp>
        <p:nvSpPr>
          <p:cNvPr id="365582" name="Line 14">
            <a:extLst>
              <a:ext uri="{FF2B5EF4-FFF2-40B4-BE49-F238E27FC236}">
                <a16:creationId xmlns:a16="http://schemas.microsoft.com/office/drawing/2014/main" id="{4323F7AF-39AF-279C-CEE9-01762C3A4402}"/>
              </a:ext>
            </a:extLst>
          </p:cNvPr>
          <p:cNvSpPr>
            <a:spLocks noChangeShapeType="1"/>
          </p:cNvSpPr>
          <p:nvPr/>
        </p:nvSpPr>
        <p:spPr bwMode="auto">
          <a:xfrm flipV="1">
            <a:off x="4040188" y="2605088"/>
            <a:ext cx="466725" cy="198437"/>
          </a:xfrm>
          <a:prstGeom prst="line">
            <a:avLst/>
          </a:prstGeom>
          <a:noFill/>
          <a:ln w="381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583" name="Text Box 15">
            <a:extLst>
              <a:ext uri="{FF2B5EF4-FFF2-40B4-BE49-F238E27FC236}">
                <a16:creationId xmlns:a16="http://schemas.microsoft.com/office/drawing/2014/main" id="{F97933B6-D37A-FE92-F485-0F98120E95B6}"/>
              </a:ext>
            </a:extLst>
          </p:cNvPr>
          <p:cNvSpPr txBox="1">
            <a:spLocks noChangeArrowheads="1"/>
          </p:cNvSpPr>
          <p:nvPr/>
        </p:nvSpPr>
        <p:spPr bwMode="auto">
          <a:xfrm>
            <a:off x="4194175" y="1222375"/>
            <a:ext cx="1136650" cy="641350"/>
          </a:xfrm>
          <a:prstGeom prst="rect">
            <a:avLst/>
          </a:prstGeom>
          <a:noFill/>
          <a:ln w="12700">
            <a:noFill/>
            <a:miter lim="800000"/>
            <a:headEnd/>
            <a:tailEnd/>
          </a:ln>
          <a:effectLst/>
        </p:spPr>
        <p:txBody>
          <a:bodyPr>
            <a:spAutoFit/>
          </a:bodyPr>
          <a:lstStyle/>
          <a:p>
            <a:pPr algn="ctr">
              <a:spcBef>
                <a:spcPct val="50000"/>
              </a:spcBef>
              <a:defRPr/>
            </a:pPr>
            <a:r>
              <a:rPr lang="en-US" sz="3600">
                <a:solidFill>
                  <a:srgbClr val="FFFFFF"/>
                </a:solidFill>
                <a:effectLst>
                  <a:outerShdw blurRad="38100" dist="38100" dir="2700000" algn="tl">
                    <a:srgbClr val="000000"/>
                  </a:outerShdw>
                </a:effectLst>
                <a:latin typeface="Times New Roman" pitchFamily="18" charset="0"/>
                <a:ea typeface="+mn-ea"/>
              </a:rPr>
              <a:t>O</a:t>
            </a:r>
          </a:p>
        </p:txBody>
      </p:sp>
      <p:sp>
        <p:nvSpPr>
          <p:cNvPr id="365584" name="Line 16">
            <a:extLst>
              <a:ext uri="{FF2B5EF4-FFF2-40B4-BE49-F238E27FC236}">
                <a16:creationId xmlns:a16="http://schemas.microsoft.com/office/drawing/2014/main" id="{859DF867-D477-4799-5E16-F1506EBEB5C0}"/>
              </a:ext>
            </a:extLst>
          </p:cNvPr>
          <p:cNvSpPr>
            <a:spLocks noChangeShapeType="1"/>
          </p:cNvSpPr>
          <p:nvPr/>
        </p:nvSpPr>
        <p:spPr bwMode="auto">
          <a:xfrm flipV="1">
            <a:off x="4692650" y="1838325"/>
            <a:ext cx="0" cy="317500"/>
          </a:xfrm>
          <a:prstGeom prst="line">
            <a:avLst/>
          </a:prstGeom>
          <a:noFill/>
          <a:ln w="381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585" name="Line 17">
            <a:extLst>
              <a:ext uri="{FF2B5EF4-FFF2-40B4-BE49-F238E27FC236}">
                <a16:creationId xmlns:a16="http://schemas.microsoft.com/office/drawing/2014/main" id="{F6B3D30B-B8B6-452E-33B1-30A6CD2D14C3}"/>
              </a:ext>
            </a:extLst>
          </p:cNvPr>
          <p:cNvSpPr>
            <a:spLocks noChangeShapeType="1"/>
          </p:cNvSpPr>
          <p:nvPr/>
        </p:nvSpPr>
        <p:spPr bwMode="auto">
          <a:xfrm>
            <a:off x="5035550" y="2581275"/>
            <a:ext cx="452438" cy="266700"/>
          </a:xfrm>
          <a:prstGeom prst="line">
            <a:avLst/>
          </a:prstGeom>
          <a:noFill/>
          <a:ln w="381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586" name="Text Box 18">
            <a:extLst>
              <a:ext uri="{FF2B5EF4-FFF2-40B4-BE49-F238E27FC236}">
                <a16:creationId xmlns:a16="http://schemas.microsoft.com/office/drawing/2014/main" id="{4E50F7CB-DF25-94F1-A67A-BF108EFBB3B8}"/>
              </a:ext>
            </a:extLst>
          </p:cNvPr>
          <p:cNvSpPr txBox="1">
            <a:spLocks noChangeArrowheads="1"/>
          </p:cNvSpPr>
          <p:nvPr/>
        </p:nvSpPr>
        <p:spPr bwMode="auto">
          <a:xfrm>
            <a:off x="1568450" y="4933950"/>
            <a:ext cx="1136650" cy="641350"/>
          </a:xfrm>
          <a:prstGeom prst="rect">
            <a:avLst/>
          </a:prstGeom>
          <a:noFill/>
          <a:ln w="12700">
            <a:noFill/>
            <a:miter lim="800000"/>
            <a:headEnd/>
            <a:tailEnd/>
          </a:ln>
          <a:effectLst/>
        </p:spPr>
        <p:txBody>
          <a:bodyPr>
            <a:spAutoFit/>
          </a:bodyPr>
          <a:lstStyle/>
          <a:p>
            <a:pPr algn="ctr">
              <a:spcBef>
                <a:spcPct val="50000"/>
              </a:spcBef>
              <a:defRPr/>
            </a:pPr>
            <a:r>
              <a:rPr lang="en-US" sz="3600">
                <a:solidFill>
                  <a:srgbClr val="FFFFFF"/>
                </a:solidFill>
                <a:effectLst>
                  <a:outerShdw blurRad="38100" dist="38100" dir="2700000" algn="tl">
                    <a:srgbClr val="000000"/>
                  </a:outerShdw>
                </a:effectLst>
                <a:latin typeface="Times New Roman" pitchFamily="18" charset="0"/>
                <a:ea typeface="+mn-ea"/>
              </a:rPr>
              <a:t>C</a:t>
            </a:r>
          </a:p>
        </p:txBody>
      </p:sp>
      <p:sp>
        <p:nvSpPr>
          <p:cNvPr id="365587" name="Text Box 19">
            <a:extLst>
              <a:ext uri="{FF2B5EF4-FFF2-40B4-BE49-F238E27FC236}">
                <a16:creationId xmlns:a16="http://schemas.microsoft.com/office/drawing/2014/main" id="{7F294AA3-867D-098A-58A8-4C3C5F1827A8}"/>
              </a:ext>
            </a:extLst>
          </p:cNvPr>
          <p:cNvSpPr txBox="1">
            <a:spLocks noChangeArrowheads="1"/>
          </p:cNvSpPr>
          <p:nvPr/>
        </p:nvSpPr>
        <p:spPr bwMode="auto">
          <a:xfrm>
            <a:off x="628650" y="5335588"/>
            <a:ext cx="1136650" cy="641350"/>
          </a:xfrm>
          <a:prstGeom prst="rect">
            <a:avLst/>
          </a:prstGeom>
          <a:noFill/>
          <a:ln w="12700">
            <a:noFill/>
            <a:miter lim="800000"/>
            <a:headEnd/>
            <a:tailEnd/>
          </a:ln>
          <a:effectLst/>
        </p:spPr>
        <p:txBody>
          <a:bodyPr>
            <a:spAutoFit/>
          </a:bodyPr>
          <a:lstStyle/>
          <a:p>
            <a:pPr algn="ctr">
              <a:spcBef>
                <a:spcPct val="50000"/>
              </a:spcBef>
              <a:defRPr/>
            </a:pPr>
            <a:r>
              <a:rPr lang="en-US" sz="3600">
                <a:solidFill>
                  <a:srgbClr val="FFFFFF"/>
                </a:solidFill>
                <a:effectLst>
                  <a:outerShdw blurRad="38100" dist="38100" dir="2700000" algn="tl">
                    <a:srgbClr val="000000"/>
                  </a:outerShdw>
                </a:effectLst>
                <a:latin typeface="Times New Roman" pitchFamily="18" charset="0"/>
                <a:ea typeface="+mn-ea"/>
              </a:rPr>
              <a:t>O</a:t>
            </a:r>
          </a:p>
        </p:txBody>
      </p:sp>
      <p:sp>
        <p:nvSpPr>
          <p:cNvPr id="365588" name="Text Box 20">
            <a:extLst>
              <a:ext uri="{FF2B5EF4-FFF2-40B4-BE49-F238E27FC236}">
                <a16:creationId xmlns:a16="http://schemas.microsoft.com/office/drawing/2014/main" id="{6BD0169E-CC84-0FA4-515B-533303A17A51}"/>
              </a:ext>
            </a:extLst>
          </p:cNvPr>
          <p:cNvSpPr txBox="1">
            <a:spLocks noChangeArrowheads="1"/>
          </p:cNvSpPr>
          <p:nvPr/>
        </p:nvSpPr>
        <p:spPr bwMode="auto">
          <a:xfrm>
            <a:off x="2546350" y="5434013"/>
            <a:ext cx="1136650" cy="641350"/>
          </a:xfrm>
          <a:prstGeom prst="rect">
            <a:avLst/>
          </a:prstGeom>
          <a:noFill/>
          <a:ln w="12700">
            <a:noFill/>
            <a:miter lim="800000"/>
            <a:headEnd/>
            <a:tailEnd/>
          </a:ln>
          <a:effectLst/>
        </p:spPr>
        <p:txBody>
          <a:bodyPr>
            <a:spAutoFit/>
          </a:bodyPr>
          <a:lstStyle/>
          <a:p>
            <a:pPr algn="ctr">
              <a:spcBef>
                <a:spcPct val="50000"/>
              </a:spcBef>
              <a:defRPr/>
            </a:pPr>
            <a:r>
              <a:rPr lang="en-US" sz="3600">
                <a:solidFill>
                  <a:srgbClr val="FFFFFF"/>
                </a:solidFill>
                <a:effectLst>
                  <a:outerShdw blurRad="38100" dist="38100" dir="2700000" algn="tl">
                    <a:srgbClr val="000000"/>
                  </a:outerShdw>
                </a:effectLst>
                <a:latin typeface="Times New Roman" pitchFamily="18" charset="0"/>
                <a:ea typeface="+mn-ea"/>
              </a:rPr>
              <a:t>O</a:t>
            </a:r>
          </a:p>
        </p:txBody>
      </p:sp>
      <p:sp>
        <p:nvSpPr>
          <p:cNvPr id="365589" name="Line 21">
            <a:extLst>
              <a:ext uri="{FF2B5EF4-FFF2-40B4-BE49-F238E27FC236}">
                <a16:creationId xmlns:a16="http://schemas.microsoft.com/office/drawing/2014/main" id="{D4CD542A-FFFC-EB92-D731-13C14C9A4FB2}"/>
              </a:ext>
            </a:extLst>
          </p:cNvPr>
          <p:cNvSpPr>
            <a:spLocks noChangeShapeType="1"/>
          </p:cNvSpPr>
          <p:nvPr/>
        </p:nvSpPr>
        <p:spPr bwMode="auto">
          <a:xfrm flipV="1">
            <a:off x="1404938" y="5287963"/>
            <a:ext cx="466725" cy="198437"/>
          </a:xfrm>
          <a:prstGeom prst="line">
            <a:avLst/>
          </a:prstGeom>
          <a:noFill/>
          <a:ln w="381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590" name="Line 22">
            <a:extLst>
              <a:ext uri="{FF2B5EF4-FFF2-40B4-BE49-F238E27FC236}">
                <a16:creationId xmlns:a16="http://schemas.microsoft.com/office/drawing/2014/main" id="{F32DB123-8183-C966-F5C1-F9A025ED4090}"/>
              </a:ext>
            </a:extLst>
          </p:cNvPr>
          <p:cNvSpPr>
            <a:spLocks noChangeShapeType="1"/>
          </p:cNvSpPr>
          <p:nvPr/>
        </p:nvSpPr>
        <p:spPr bwMode="auto">
          <a:xfrm>
            <a:off x="2413000" y="5403850"/>
            <a:ext cx="452438" cy="266700"/>
          </a:xfrm>
          <a:prstGeom prst="line">
            <a:avLst/>
          </a:prstGeom>
          <a:noFill/>
          <a:ln w="381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591" name="Text Box 23">
            <a:extLst>
              <a:ext uri="{FF2B5EF4-FFF2-40B4-BE49-F238E27FC236}">
                <a16:creationId xmlns:a16="http://schemas.microsoft.com/office/drawing/2014/main" id="{4A027801-9958-24DD-2EBB-971262AAC2F8}"/>
              </a:ext>
            </a:extLst>
          </p:cNvPr>
          <p:cNvSpPr txBox="1">
            <a:spLocks noChangeArrowheads="1"/>
          </p:cNvSpPr>
          <p:nvPr/>
        </p:nvSpPr>
        <p:spPr bwMode="auto">
          <a:xfrm>
            <a:off x="1590675" y="3921125"/>
            <a:ext cx="1136650" cy="641350"/>
          </a:xfrm>
          <a:prstGeom prst="rect">
            <a:avLst/>
          </a:prstGeom>
          <a:noFill/>
          <a:ln w="12700">
            <a:noFill/>
            <a:miter lim="800000"/>
            <a:headEnd/>
            <a:tailEnd/>
          </a:ln>
          <a:effectLst/>
        </p:spPr>
        <p:txBody>
          <a:bodyPr>
            <a:spAutoFit/>
          </a:bodyPr>
          <a:lstStyle/>
          <a:p>
            <a:pPr algn="ctr">
              <a:spcBef>
                <a:spcPct val="50000"/>
              </a:spcBef>
              <a:defRPr/>
            </a:pPr>
            <a:r>
              <a:rPr lang="en-US" sz="3600">
                <a:solidFill>
                  <a:srgbClr val="FFFFFF"/>
                </a:solidFill>
                <a:effectLst>
                  <a:outerShdw blurRad="38100" dist="38100" dir="2700000" algn="tl">
                    <a:srgbClr val="000000"/>
                  </a:outerShdw>
                </a:effectLst>
                <a:latin typeface="Times New Roman" pitchFamily="18" charset="0"/>
                <a:ea typeface="+mn-ea"/>
              </a:rPr>
              <a:t>O</a:t>
            </a:r>
          </a:p>
        </p:txBody>
      </p:sp>
      <p:sp>
        <p:nvSpPr>
          <p:cNvPr id="365592" name="Line 24">
            <a:extLst>
              <a:ext uri="{FF2B5EF4-FFF2-40B4-BE49-F238E27FC236}">
                <a16:creationId xmlns:a16="http://schemas.microsoft.com/office/drawing/2014/main" id="{D58CF9C7-C689-863E-A426-614E562C4707}"/>
              </a:ext>
            </a:extLst>
          </p:cNvPr>
          <p:cNvSpPr>
            <a:spLocks noChangeShapeType="1"/>
          </p:cNvSpPr>
          <p:nvPr/>
        </p:nvSpPr>
        <p:spPr bwMode="auto">
          <a:xfrm flipV="1">
            <a:off x="2136775" y="4616450"/>
            <a:ext cx="0" cy="317500"/>
          </a:xfrm>
          <a:prstGeom prst="line">
            <a:avLst/>
          </a:prstGeom>
          <a:noFill/>
          <a:ln w="381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205849" name="Group 25">
            <a:extLst>
              <a:ext uri="{FF2B5EF4-FFF2-40B4-BE49-F238E27FC236}">
                <a16:creationId xmlns:a16="http://schemas.microsoft.com/office/drawing/2014/main" id="{B3D98BCF-FF13-68A6-C082-FB7C64DBF4DE}"/>
              </a:ext>
            </a:extLst>
          </p:cNvPr>
          <p:cNvGrpSpPr>
            <a:grpSpLocks/>
          </p:cNvGrpSpPr>
          <p:nvPr/>
        </p:nvGrpSpPr>
        <p:grpSpPr bwMode="auto">
          <a:xfrm rot="-1219183">
            <a:off x="966788" y="5354638"/>
            <a:ext cx="228600" cy="76200"/>
            <a:chOff x="990" y="2694"/>
            <a:chExt cx="328" cy="96"/>
          </a:xfrm>
        </p:grpSpPr>
        <p:sp>
          <p:nvSpPr>
            <p:cNvPr id="365594" name="Oval 26">
              <a:extLst>
                <a:ext uri="{FF2B5EF4-FFF2-40B4-BE49-F238E27FC236}">
                  <a16:creationId xmlns:a16="http://schemas.microsoft.com/office/drawing/2014/main" id="{B027EF44-CBA2-42F7-B839-83C1E81F1ADD}"/>
                </a:ext>
              </a:extLst>
            </p:cNvPr>
            <p:cNvSpPr>
              <a:spLocks noChangeArrowheads="1"/>
            </p:cNvSpPr>
            <p:nvPr/>
          </p:nvSpPr>
          <p:spPr bwMode="auto">
            <a:xfrm>
              <a:off x="985" y="2670"/>
              <a:ext cx="82" cy="108"/>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595" name="Oval 27">
              <a:extLst>
                <a:ext uri="{FF2B5EF4-FFF2-40B4-BE49-F238E27FC236}">
                  <a16:creationId xmlns:a16="http://schemas.microsoft.com/office/drawing/2014/main" id="{172909AD-7780-DA5A-724E-CAFBE7F3901D}"/>
                </a:ext>
              </a:extLst>
            </p:cNvPr>
            <p:cNvSpPr>
              <a:spLocks noChangeArrowheads="1"/>
            </p:cNvSpPr>
            <p:nvPr/>
          </p:nvSpPr>
          <p:spPr bwMode="auto">
            <a:xfrm>
              <a:off x="1219" y="2630"/>
              <a:ext cx="82" cy="13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65596" name="Line 28">
            <a:extLst>
              <a:ext uri="{FF2B5EF4-FFF2-40B4-BE49-F238E27FC236}">
                <a16:creationId xmlns:a16="http://schemas.microsoft.com/office/drawing/2014/main" id="{8634D732-7ED5-3C9D-9B22-450224812A2E}"/>
              </a:ext>
            </a:extLst>
          </p:cNvPr>
          <p:cNvSpPr>
            <a:spLocks noChangeShapeType="1"/>
          </p:cNvSpPr>
          <p:nvPr/>
        </p:nvSpPr>
        <p:spPr bwMode="auto">
          <a:xfrm flipV="1">
            <a:off x="1508125" y="5489575"/>
            <a:ext cx="466725" cy="200025"/>
          </a:xfrm>
          <a:prstGeom prst="line">
            <a:avLst/>
          </a:prstGeom>
          <a:noFill/>
          <a:ln w="381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597" name="Line 29">
            <a:extLst>
              <a:ext uri="{FF2B5EF4-FFF2-40B4-BE49-F238E27FC236}">
                <a16:creationId xmlns:a16="http://schemas.microsoft.com/office/drawing/2014/main" id="{E52E19F2-AE64-4513-C17E-497D1F993854}"/>
              </a:ext>
            </a:extLst>
          </p:cNvPr>
          <p:cNvSpPr>
            <a:spLocks noChangeShapeType="1"/>
          </p:cNvSpPr>
          <p:nvPr/>
        </p:nvSpPr>
        <p:spPr bwMode="auto">
          <a:xfrm flipV="1">
            <a:off x="3059113" y="3608388"/>
            <a:ext cx="365125" cy="447675"/>
          </a:xfrm>
          <a:prstGeom prst="line">
            <a:avLst/>
          </a:prstGeom>
          <a:noFill/>
          <a:ln w="57150">
            <a:solidFill>
              <a:schemeClr val="tx1"/>
            </a:solidFill>
            <a:round/>
            <a:headEnd type="triangle" w="med" len="med"/>
            <a:tailEnd type="triangle" w="med" len="med"/>
          </a:ln>
          <a:effectLst/>
        </p:spPr>
        <p:txBody>
          <a:bodyP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598" name="Line 30">
            <a:extLst>
              <a:ext uri="{FF2B5EF4-FFF2-40B4-BE49-F238E27FC236}">
                <a16:creationId xmlns:a16="http://schemas.microsoft.com/office/drawing/2014/main" id="{32EF5AFE-4354-F638-E114-43CCA40B745D}"/>
              </a:ext>
            </a:extLst>
          </p:cNvPr>
          <p:cNvSpPr>
            <a:spLocks noChangeShapeType="1"/>
          </p:cNvSpPr>
          <p:nvPr/>
        </p:nvSpPr>
        <p:spPr bwMode="auto">
          <a:xfrm flipH="1" flipV="1">
            <a:off x="6323013" y="3602038"/>
            <a:ext cx="349250" cy="447675"/>
          </a:xfrm>
          <a:prstGeom prst="line">
            <a:avLst/>
          </a:prstGeom>
          <a:noFill/>
          <a:ln w="57150">
            <a:solidFill>
              <a:schemeClr val="tx1"/>
            </a:solidFill>
            <a:round/>
            <a:headEnd type="triangle" w="med" len="med"/>
            <a:tailEnd type="triangle" w="med" len="med"/>
          </a:ln>
          <a:effectLst/>
        </p:spPr>
        <p:txBody>
          <a:bodyP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599" name="Line 31">
            <a:extLst>
              <a:ext uri="{FF2B5EF4-FFF2-40B4-BE49-F238E27FC236}">
                <a16:creationId xmlns:a16="http://schemas.microsoft.com/office/drawing/2014/main" id="{3145FAE8-C43B-9FFB-92EF-258788BFE3AA}"/>
              </a:ext>
            </a:extLst>
          </p:cNvPr>
          <p:cNvSpPr>
            <a:spLocks noChangeShapeType="1"/>
          </p:cNvSpPr>
          <p:nvPr/>
        </p:nvSpPr>
        <p:spPr bwMode="auto">
          <a:xfrm flipH="1" flipV="1">
            <a:off x="4275138" y="5799138"/>
            <a:ext cx="682625" cy="0"/>
          </a:xfrm>
          <a:prstGeom prst="line">
            <a:avLst/>
          </a:prstGeom>
          <a:noFill/>
          <a:ln w="57150">
            <a:solidFill>
              <a:schemeClr val="tx1"/>
            </a:solidFill>
            <a:round/>
            <a:headEnd type="triangle" w="med" len="med"/>
            <a:tailEnd type="triangle" w="med" len="med"/>
          </a:ln>
          <a:effectLst/>
        </p:spPr>
        <p:txBody>
          <a:bodyP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00" name="Text Box 32">
            <a:extLst>
              <a:ext uri="{FF2B5EF4-FFF2-40B4-BE49-F238E27FC236}">
                <a16:creationId xmlns:a16="http://schemas.microsoft.com/office/drawing/2014/main" id="{04453489-B853-CD2F-FCF5-D0529043D4A7}"/>
              </a:ext>
            </a:extLst>
          </p:cNvPr>
          <p:cNvSpPr txBox="1">
            <a:spLocks noChangeArrowheads="1"/>
          </p:cNvSpPr>
          <p:nvPr/>
        </p:nvSpPr>
        <p:spPr bwMode="auto">
          <a:xfrm>
            <a:off x="2144713" y="3635375"/>
            <a:ext cx="565150" cy="641350"/>
          </a:xfrm>
          <a:prstGeom prst="rect">
            <a:avLst/>
          </a:prstGeom>
          <a:noFill/>
          <a:ln w="12700">
            <a:noFill/>
            <a:miter lim="800000"/>
            <a:headEnd/>
            <a:tailEnd/>
          </a:ln>
          <a:effectLst/>
        </p:spPr>
        <p:txBody>
          <a:bodyPr>
            <a:spAutoFit/>
          </a:bodyPr>
          <a:lstStyle/>
          <a:p>
            <a:pPr algn="ctr">
              <a:spcBef>
                <a:spcPct val="50000"/>
              </a:spcBef>
              <a:defRPr/>
            </a:pPr>
            <a:r>
              <a:rPr lang="en-US" sz="3600">
                <a:solidFill>
                  <a:srgbClr val="FFFFFF"/>
                </a:solidFill>
                <a:effectLst>
                  <a:outerShdw blurRad="38100" dist="38100" dir="2700000" algn="tl">
                    <a:srgbClr val="000000"/>
                  </a:outerShdw>
                </a:effectLst>
                <a:latin typeface="Times New Roman" pitchFamily="18" charset="0"/>
                <a:ea typeface="+mn-ea"/>
              </a:rPr>
              <a:t>-</a:t>
            </a:r>
          </a:p>
        </p:txBody>
      </p:sp>
      <p:sp>
        <p:nvSpPr>
          <p:cNvPr id="365601" name="Text Box 33">
            <a:extLst>
              <a:ext uri="{FF2B5EF4-FFF2-40B4-BE49-F238E27FC236}">
                <a16:creationId xmlns:a16="http://schemas.microsoft.com/office/drawing/2014/main" id="{BF93EC11-5DB1-5F94-C5CB-D08FB4B1815F}"/>
              </a:ext>
            </a:extLst>
          </p:cNvPr>
          <p:cNvSpPr txBox="1">
            <a:spLocks noChangeArrowheads="1"/>
          </p:cNvSpPr>
          <p:nvPr/>
        </p:nvSpPr>
        <p:spPr bwMode="auto">
          <a:xfrm>
            <a:off x="3103563" y="5197475"/>
            <a:ext cx="565150"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a:t>
            </a:r>
          </a:p>
        </p:txBody>
      </p:sp>
      <p:grpSp>
        <p:nvGrpSpPr>
          <p:cNvPr id="205856" name="Group 34">
            <a:extLst>
              <a:ext uri="{FF2B5EF4-FFF2-40B4-BE49-F238E27FC236}">
                <a16:creationId xmlns:a16="http://schemas.microsoft.com/office/drawing/2014/main" id="{F3C151E9-01C5-8ABC-F11C-E99B6C44C058}"/>
              </a:ext>
            </a:extLst>
          </p:cNvPr>
          <p:cNvGrpSpPr>
            <a:grpSpLocks/>
          </p:cNvGrpSpPr>
          <p:nvPr/>
        </p:nvGrpSpPr>
        <p:grpSpPr bwMode="auto">
          <a:xfrm>
            <a:off x="2046288" y="3932238"/>
            <a:ext cx="215900" cy="63500"/>
            <a:chOff x="990" y="2694"/>
            <a:chExt cx="328" cy="96"/>
          </a:xfrm>
        </p:grpSpPr>
        <p:sp>
          <p:nvSpPr>
            <p:cNvPr id="365603" name="Oval 35">
              <a:extLst>
                <a:ext uri="{FF2B5EF4-FFF2-40B4-BE49-F238E27FC236}">
                  <a16:creationId xmlns:a16="http://schemas.microsoft.com/office/drawing/2014/main" id="{6C9B1B67-44E1-4B67-5CFB-9A7EBDF414D4}"/>
                </a:ext>
              </a:extLst>
            </p:cNvPr>
            <p:cNvSpPr>
              <a:spLocks noChangeArrowheads="1"/>
            </p:cNvSpPr>
            <p:nvPr/>
          </p:nvSpPr>
          <p:spPr bwMode="auto">
            <a:xfrm>
              <a:off x="990"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04" name="Oval 36">
              <a:extLst>
                <a:ext uri="{FF2B5EF4-FFF2-40B4-BE49-F238E27FC236}">
                  <a16:creationId xmlns:a16="http://schemas.microsoft.com/office/drawing/2014/main" id="{DCC9E652-EAC6-1470-F39E-40DE99038FA3}"/>
                </a:ext>
              </a:extLst>
            </p:cNvPr>
            <p:cNvSpPr>
              <a:spLocks noChangeArrowheads="1"/>
            </p:cNvSpPr>
            <p:nvPr/>
          </p:nvSpPr>
          <p:spPr bwMode="auto">
            <a:xfrm>
              <a:off x="1234"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5857" name="Group 37">
            <a:extLst>
              <a:ext uri="{FF2B5EF4-FFF2-40B4-BE49-F238E27FC236}">
                <a16:creationId xmlns:a16="http://schemas.microsoft.com/office/drawing/2014/main" id="{B1D8580E-52BA-38B6-8031-8AEE05E0F13E}"/>
              </a:ext>
            </a:extLst>
          </p:cNvPr>
          <p:cNvGrpSpPr>
            <a:grpSpLocks/>
          </p:cNvGrpSpPr>
          <p:nvPr/>
        </p:nvGrpSpPr>
        <p:grpSpPr bwMode="auto">
          <a:xfrm rot="-5400000">
            <a:off x="1736725" y="4229100"/>
            <a:ext cx="266700" cy="63500"/>
            <a:chOff x="990" y="2694"/>
            <a:chExt cx="328" cy="96"/>
          </a:xfrm>
        </p:grpSpPr>
        <p:sp>
          <p:nvSpPr>
            <p:cNvPr id="365606" name="Oval 38">
              <a:extLst>
                <a:ext uri="{FF2B5EF4-FFF2-40B4-BE49-F238E27FC236}">
                  <a16:creationId xmlns:a16="http://schemas.microsoft.com/office/drawing/2014/main" id="{27170856-30FC-584E-1954-89415EA93ED5}"/>
                </a:ext>
              </a:extLst>
            </p:cNvPr>
            <p:cNvSpPr>
              <a:spLocks noChangeArrowheads="1"/>
            </p:cNvSpPr>
            <p:nvPr/>
          </p:nvSpPr>
          <p:spPr bwMode="auto">
            <a:xfrm>
              <a:off x="1072"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07" name="Oval 39">
              <a:extLst>
                <a:ext uri="{FF2B5EF4-FFF2-40B4-BE49-F238E27FC236}">
                  <a16:creationId xmlns:a16="http://schemas.microsoft.com/office/drawing/2014/main" id="{18656C5F-06A1-EC36-18EA-87DB0AB7DD7E}"/>
                </a:ext>
              </a:extLst>
            </p:cNvPr>
            <p:cNvSpPr>
              <a:spLocks noChangeArrowheads="1"/>
            </p:cNvSpPr>
            <p:nvPr/>
          </p:nvSpPr>
          <p:spPr bwMode="auto">
            <a:xfrm>
              <a:off x="1316"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5858" name="Group 40">
            <a:extLst>
              <a:ext uri="{FF2B5EF4-FFF2-40B4-BE49-F238E27FC236}">
                <a16:creationId xmlns:a16="http://schemas.microsoft.com/office/drawing/2014/main" id="{29040FFE-5985-BD03-E479-3B2F1140EA11}"/>
              </a:ext>
            </a:extLst>
          </p:cNvPr>
          <p:cNvGrpSpPr>
            <a:grpSpLocks/>
          </p:cNvGrpSpPr>
          <p:nvPr/>
        </p:nvGrpSpPr>
        <p:grpSpPr bwMode="auto">
          <a:xfrm rot="-5400000">
            <a:off x="2295525" y="4229100"/>
            <a:ext cx="266700" cy="63500"/>
            <a:chOff x="990" y="2694"/>
            <a:chExt cx="328" cy="96"/>
          </a:xfrm>
        </p:grpSpPr>
        <p:sp>
          <p:nvSpPr>
            <p:cNvPr id="365609" name="Oval 41">
              <a:extLst>
                <a:ext uri="{FF2B5EF4-FFF2-40B4-BE49-F238E27FC236}">
                  <a16:creationId xmlns:a16="http://schemas.microsoft.com/office/drawing/2014/main" id="{ABE2DBE3-6E86-8E7A-1960-AE762BC52929}"/>
                </a:ext>
              </a:extLst>
            </p:cNvPr>
            <p:cNvSpPr>
              <a:spLocks noChangeArrowheads="1"/>
            </p:cNvSpPr>
            <p:nvPr/>
          </p:nvSpPr>
          <p:spPr bwMode="auto">
            <a:xfrm>
              <a:off x="1072"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10" name="Oval 42">
              <a:extLst>
                <a:ext uri="{FF2B5EF4-FFF2-40B4-BE49-F238E27FC236}">
                  <a16:creationId xmlns:a16="http://schemas.microsoft.com/office/drawing/2014/main" id="{4177BB08-4BBE-013D-0955-D9EA1D71DB33}"/>
                </a:ext>
              </a:extLst>
            </p:cNvPr>
            <p:cNvSpPr>
              <a:spLocks noChangeArrowheads="1"/>
            </p:cNvSpPr>
            <p:nvPr/>
          </p:nvSpPr>
          <p:spPr bwMode="auto">
            <a:xfrm>
              <a:off x="1316"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5859" name="Group 43">
            <a:extLst>
              <a:ext uri="{FF2B5EF4-FFF2-40B4-BE49-F238E27FC236}">
                <a16:creationId xmlns:a16="http://schemas.microsoft.com/office/drawing/2014/main" id="{34C22901-4DFB-8F4F-FF9A-E5B26E7E4F6F}"/>
              </a:ext>
            </a:extLst>
          </p:cNvPr>
          <p:cNvGrpSpPr>
            <a:grpSpLocks/>
          </p:cNvGrpSpPr>
          <p:nvPr/>
        </p:nvGrpSpPr>
        <p:grpSpPr bwMode="auto">
          <a:xfrm>
            <a:off x="2998788" y="5443538"/>
            <a:ext cx="215900" cy="63500"/>
            <a:chOff x="990" y="2694"/>
            <a:chExt cx="328" cy="96"/>
          </a:xfrm>
        </p:grpSpPr>
        <p:sp>
          <p:nvSpPr>
            <p:cNvPr id="365612" name="Oval 44">
              <a:extLst>
                <a:ext uri="{FF2B5EF4-FFF2-40B4-BE49-F238E27FC236}">
                  <a16:creationId xmlns:a16="http://schemas.microsoft.com/office/drawing/2014/main" id="{F43F830F-0DCF-6F89-C87F-ECBCA51E4A52}"/>
                </a:ext>
              </a:extLst>
            </p:cNvPr>
            <p:cNvSpPr>
              <a:spLocks noChangeArrowheads="1"/>
            </p:cNvSpPr>
            <p:nvPr/>
          </p:nvSpPr>
          <p:spPr bwMode="auto">
            <a:xfrm>
              <a:off x="990"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13" name="Oval 45">
              <a:extLst>
                <a:ext uri="{FF2B5EF4-FFF2-40B4-BE49-F238E27FC236}">
                  <a16:creationId xmlns:a16="http://schemas.microsoft.com/office/drawing/2014/main" id="{539521DF-BC93-5315-DA2A-B3BB1086E214}"/>
                </a:ext>
              </a:extLst>
            </p:cNvPr>
            <p:cNvSpPr>
              <a:spLocks noChangeArrowheads="1"/>
            </p:cNvSpPr>
            <p:nvPr/>
          </p:nvSpPr>
          <p:spPr bwMode="auto">
            <a:xfrm>
              <a:off x="1234"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5860" name="Group 46">
            <a:extLst>
              <a:ext uri="{FF2B5EF4-FFF2-40B4-BE49-F238E27FC236}">
                <a16:creationId xmlns:a16="http://schemas.microsoft.com/office/drawing/2014/main" id="{B06CE108-E051-AD66-F9B8-D1259B066071}"/>
              </a:ext>
            </a:extLst>
          </p:cNvPr>
          <p:cNvGrpSpPr>
            <a:grpSpLocks/>
          </p:cNvGrpSpPr>
          <p:nvPr/>
        </p:nvGrpSpPr>
        <p:grpSpPr bwMode="auto">
          <a:xfrm>
            <a:off x="3011488" y="6040438"/>
            <a:ext cx="215900" cy="63500"/>
            <a:chOff x="990" y="2694"/>
            <a:chExt cx="328" cy="96"/>
          </a:xfrm>
        </p:grpSpPr>
        <p:sp>
          <p:nvSpPr>
            <p:cNvPr id="365615" name="Oval 47">
              <a:extLst>
                <a:ext uri="{FF2B5EF4-FFF2-40B4-BE49-F238E27FC236}">
                  <a16:creationId xmlns:a16="http://schemas.microsoft.com/office/drawing/2014/main" id="{4DB76FA2-2A0C-6E44-DFD4-521F460A9120}"/>
                </a:ext>
              </a:extLst>
            </p:cNvPr>
            <p:cNvSpPr>
              <a:spLocks noChangeArrowheads="1"/>
            </p:cNvSpPr>
            <p:nvPr/>
          </p:nvSpPr>
          <p:spPr bwMode="auto">
            <a:xfrm>
              <a:off x="990"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16" name="Oval 48">
              <a:extLst>
                <a:ext uri="{FF2B5EF4-FFF2-40B4-BE49-F238E27FC236}">
                  <a16:creationId xmlns:a16="http://schemas.microsoft.com/office/drawing/2014/main" id="{DD0E3222-4672-E65E-DC29-51B5BB47995B}"/>
                </a:ext>
              </a:extLst>
            </p:cNvPr>
            <p:cNvSpPr>
              <a:spLocks noChangeArrowheads="1"/>
            </p:cNvSpPr>
            <p:nvPr/>
          </p:nvSpPr>
          <p:spPr bwMode="auto">
            <a:xfrm>
              <a:off x="1234"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5861" name="Group 49">
            <a:extLst>
              <a:ext uri="{FF2B5EF4-FFF2-40B4-BE49-F238E27FC236}">
                <a16:creationId xmlns:a16="http://schemas.microsoft.com/office/drawing/2014/main" id="{A182326C-B617-514C-03EC-2C1AAB56982E}"/>
              </a:ext>
            </a:extLst>
          </p:cNvPr>
          <p:cNvGrpSpPr>
            <a:grpSpLocks/>
          </p:cNvGrpSpPr>
          <p:nvPr/>
        </p:nvGrpSpPr>
        <p:grpSpPr bwMode="auto">
          <a:xfrm rot="-5400000">
            <a:off x="3260725" y="5753100"/>
            <a:ext cx="266700" cy="63500"/>
            <a:chOff x="990" y="2694"/>
            <a:chExt cx="328" cy="96"/>
          </a:xfrm>
        </p:grpSpPr>
        <p:sp>
          <p:nvSpPr>
            <p:cNvPr id="365618" name="Oval 50">
              <a:extLst>
                <a:ext uri="{FF2B5EF4-FFF2-40B4-BE49-F238E27FC236}">
                  <a16:creationId xmlns:a16="http://schemas.microsoft.com/office/drawing/2014/main" id="{DA722B43-B967-CBEE-BAFA-939998B893BF}"/>
                </a:ext>
              </a:extLst>
            </p:cNvPr>
            <p:cNvSpPr>
              <a:spLocks noChangeArrowheads="1"/>
            </p:cNvSpPr>
            <p:nvPr/>
          </p:nvSpPr>
          <p:spPr bwMode="auto">
            <a:xfrm>
              <a:off x="1072"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19" name="Oval 51">
              <a:extLst>
                <a:ext uri="{FF2B5EF4-FFF2-40B4-BE49-F238E27FC236}">
                  <a16:creationId xmlns:a16="http://schemas.microsoft.com/office/drawing/2014/main" id="{C31A812F-A0F0-D2A4-F01F-87A2ADDE3CF9}"/>
                </a:ext>
              </a:extLst>
            </p:cNvPr>
            <p:cNvSpPr>
              <a:spLocks noChangeArrowheads="1"/>
            </p:cNvSpPr>
            <p:nvPr/>
          </p:nvSpPr>
          <p:spPr bwMode="auto">
            <a:xfrm>
              <a:off x="1316"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5862" name="Group 52">
            <a:extLst>
              <a:ext uri="{FF2B5EF4-FFF2-40B4-BE49-F238E27FC236}">
                <a16:creationId xmlns:a16="http://schemas.microsoft.com/office/drawing/2014/main" id="{5F39B748-C31E-D806-3327-07057BC30CA9}"/>
              </a:ext>
            </a:extLst>
          </p:cNvPr>
          <p:cNvGrpSpPr>
            <a:grpSpLocks/>
          </p:cNvGrpSpPr>
          <p:nvPr/>
        </p:nvGrpSpPr>
        <p:grpSpPr bwMode="auto">
          <a:xfrm rot="-5400000">
            <a:off x="4327525" y="1524000"/>
            <a:ext cx="266700" cy="63500"/>
            <a:chOff x="990" y="2694"/>
            <a:chExt cx="328" cy="96"/>
          </a:xfrm>
        </p:grpSpPr>
        <p:sp>
          <p:nvSpPr>
            <p:cNvPr id="365621" name="Oval 53">
              <a:extLst>
                <a:ext uri="{FF2B5EF4-FFF2-40B4-BE49-F238E27FC236}">
                  <a16:creationId xmlns:a16="http://schemas.microsoft.com/office/drawing/2014/main" id="{4EED18BC-9098-4904-B7A4-28057ABB1820}"/>
                </a:ext>
              </a:extLst>
            </p:cNvPr>
            <p:cNvSpPr>
              <a:spLocks noChangeArrowheads="1"/>
            </p:cNvSpPr>
            <p:nvPr/>
          </p:nvSpPr>
          <p:spPr bwMode="auto">
            <a:xfrm>
              <a:off x="1072"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22" name="Oval 54">
              <a:extLst>
                <a:ext uri="{FF2B5EF4-FFF2-40B4-BE49-F238E27FC236}">
                  <a16:creationId xmlns:a16="http://schemas.microsoft.com/office/drawing/2014/main" id="{D3C61A7C-1958-45DB-50E2-915DC97C9BF1}"/>
                </a:ext>
              </a:extLst>
            </p:cNvPr>
            <p:cNvSpPr>
              <a:spLocks noChangeArrowheads="1"/>
            </p:cNvSpPr>
            <p:nvPr/>
          </p:nvSpPr>
          <p:spPr bwMode="auto">
            <a:xfrm>
              <a:off x="1316"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5863" name="Group 55">
            <a:extLst>
              <a:ext uri="{FF2B5EF4-FFF2-40B4-BE49-F238E27FC236}">
                <a16:creationId xmlns:a16="http://schemas.microsoft.com/office/drawing/2014/main" id="{4062851F-048F-19AB-7E89-2AE72759DE0A}"/>
              </a:ext>
            </a:extLst>
          </p:cNvPr>
          <p:cNvGrpSpPr>
            <a:grpSpLocks/>
          </p:cNvGrpSpPr>
          <p:nvPr/>
        </p:nvGrpSpPr>
        <p:grpSpPr bwMode="auto">
          <a:xfrm rot="-5400000">
            <a:off x="4886325" y="1524000"/>
            <a:ext cx="266700" cy="63500"/>
            <a:chOff x="990" y="2694"/>
            <a:chExt cx="328" cy="96"/>
          </a:xfrm>
        </p:grpSpPr>
        <p:sp>
          <p:nvSpPr>
            <p:cNvPr id="365624" name="Oval 56">
              <a:extLst>
                <a:ext uri="{FF2B5EF4-FFF2-40B4-BE49-F238E27FC236}">
                  <a16:creationId xmlns:a16="http://schemas.microsoft.com/office/drawing/2014/main" id="{058BF4D0-BD58-AE42-A626-309105CC9678}"/>
                </a:ext>
              </a:extLst>
            </p:cNvPr>
            <p:cNvSpPr>
              <a:spLocks noChangeArrowheads="1"/>
            </p:cNvSpPr>
            <p:nvPr/>
          </p:nvSpPr>
          <p:spPr bwMode="auto">
            <a:xfrm>
              <a:off x="1072"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25" name="Oval 57">
              <a:extLst>
                <a:ext uri="{FF2B5EF4-FFF2-40B4-BE49-F238E27FC236}">
                  <a16:creationId xmlns:a16="http://schemas.microsoft.com/office/drawing/2014/main" id="{2DF9C3A6-5352-9291-72F1-3B0FF27CAAB0}"/>
                </a:ext>
              </a:extLst>
            </p:cNvPr>
            <p:cNvSpPr>
              <a:spLocks noChangeArrowheads="1"/>
            </p:cNvSpPr>
            <p:nvPr/>
          </p:nvSpPr>
          <p:spPr bwMode="auto">
            <a:xfrm>
              <a:off x="1316"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65626" name="Text Box 58">
            <a:extLst>
              <a:ext uri="{FF2B5EF4-FFF2-40B4-BE49-F238E27FC236}">
                <a16:creationId xmlns:a16="http://schemas.microsoft.com/office/drawing/2014/main" id="{1D6338DA-CFDC-5EA2-865F-486FC786E851}"/>
              </a:ext>
            </a:extLst>
          </p:cNvPr>
          <p:cNvSpPr txBox="1">
            <a:spLocks noChangeArrowheads="1"/>
          </p:cNvSpPr>
          <p:nvPr/>
        </p:nvSpPr>
        <p:spPr bwMode="auto">
          <a:xfrm>
            <a:off x="7224713" y="3990975"/>
            <a:ext cx="565150" cy="641350"/>
          </a:xfrm>
          <a:prstGeom prst="rect">
            <a:avLst/>
          </a:prstGeom>
          <a:noFill/>
          <a:ln w="12700">
            <a:noFill/>
            <a:miter lim="800000"/>
            <a:headEnd/>
            <a:tailEnd/>
          </a:ln>
          <a:effectLst/>
        </p:spPr>
        <p:txBody>
          <a:bodyPr>
            <a:spAutoFit/>
          </a:bodyPr>
          <a:lstStyle/>
          <a:p>
            <a:pPr algn="ctr">
              <a:spcBef>
                <a:spcPct val="50000"/>
              </a:spcBef>
              <a:defRPr/>
            </a:pPr>
            <a:r>
              <a:rPr lang="en-US" sz="3600">
                <a:solidFill>
                  <a:srgbClr val="FFFFFF"/>
                </a:solidFill>
                <a:effectLst>
                  <a:outerShdw blurRad="38100" dist="38100" dir="2700000" algn="tl">
                    <a:srgbClr val="000000"/>
                  </a:outerShdw>
                </a:effectLst>
                <a:latin typeface="Times New Roman" pitchFamily="18" charset="0"/>
                <a:ea typeface="+mn-ea"/>
              </a:rPr>
              <a:t>-</a:t>
            </a:r>
          </a:p>
        </p:txBody>
      </p:sp>
      <p:grpSp>
        <p:nvGrpSpPr>
          <p:cNvPr id="205865" name="Group 59">
            <a:extLst>
              <a:ext uri="{FF2B5EF4-FFF2-40B4-BE49-F238E27FC236}">
                <a16:creationId xmlns:a16="http://schemas.microsoft.com/office/drawing/2014/main" id="{80D377C7-AD3B-7FFF-7EDC-154A20006FA7}"/>
              </a:ext>
            </a:extLst>
          </p:cNvPr>
          <p:cNvGrpSpPr>
            <a:grpSpLocks/>
          </p:cNvGrpSpPr>
          <p:nvPr/>
        </p:nvGrpSpPr>
        <p:grpSpPr bwMode="auto">
          <a:xfrm>
            <a:off x="7126288" y="4300538"/>
            <a:ext cx="215900" cy="63500"/>
            <a:chOff x="990" y="2694"/>
            <a:chExt cx="328" cy="96"/>
          </a:xfrm>
        </p:grpSpPr>
        <p:sp>
          <p:nvSpPr>
            <p:cNvPr id="365628" name="Oval 60">
              <a:extLst>
                <a:ext uri="{FF2B5EF4-FFF2-40B4-BE49-F238E27FC236}">
                  <a16:creationId xmlns:a16="http://schemas.microsoft.com/office/drawing/2014/main" id="{4A487224-071A-FADC-CC86-2D941B08074B}"/>
                </a:ext>
              </a:extLst>
            </p:cNvPr>
            <p:cNvSpPr>
              <a:spLocks noChangeArrowheads="1"/>
            </p:cNvSpPr>
            <p:nvPr/>
          </p:nvSpPr>
          <p:spPr bwMode="auto">
            <a:xfrm>
              <a:off x="990"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29" name="Oval 61">
              <a:extLst>
                <a:ext uri="{FF2B5EF4-FFF2-40B4-BE49-F238E27FC236}">
                  <a16:creationId xmlns:a16="http://schemas.microsoft.com/office/drawing/2014/main" id="{D95FC869-FE5A-2547-F552-3FEB33CEE1C5}"/>
                </a:ext>
              </a:extLst>
            </p:cNvPr>
            <p:cNvSpPr>
              <a:spLocks noChangeArrowheads="1"/>
            </p:cNvSpPr>
            <p:nvPr/>
          </p:nvSpPr>
          <p:spPr bwMode="auto">
            <a:xfrm>
              <a:off x="1234"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5866" name="Group 62">
            <a:extLst>
              <a:ext uri="{FF2B5EF4-FFF2-40B4-BE49-F238E27FC236}">
                <a16:creationId xmlns:a16="http://schemas.microsoft.com/office/drawing/2014/main" id="{4FF2F42E-08B4-8B69-F2A4-92D246921C3A}"/>
              </a:ext>
            </a:extLst>
          </p:cNvPr>
          <p:cNvGrpSpPr>
            <a:grpSpLocks/>
          </p:cNvGrpSpPr>
          <p:nvPr/>
        </p:nvGrpSpPr>
        <p:grpSpPr bwMode="auto">
          <a:xfrm rot="-5400000">
            <a:off x="6816725" y="4597400"/>
            <a:ext cx="266700" cy="63500"/>
            <a:chOff x="990" y="2694"/>
            <a:chExt cx="328" cy="96"/>
          </a:xfrm>
        </p:grpSpPr>
        <p:sp>
          <p:nvSpPr>
            <p:cNvPr id="365631" name="Oval 63">
              <a:extLst>
                <a:ext uri="{FF2B5EF4-FFF2-40B4-BE49-F238E27FC236}">
                  <a16:creationId xmlns:a16="http://schemas.microsoft.com/office/drawing/2014/main" id="{1921502A-BB59-5858-2ACA-5EBBB135F4B2}"/>
                </a:ext>
              </a:extLst>
            </p:cNvPr>
            <p:cNvSpPr>
              <a:spLocks noChangeArrowheads="1"/>
            </p:cNvSpPr>
            <p:nvPr/>
          </p:nvSpPr>
          <p:spPr bwMode="auto">
            <a:xfrm>
              <a:off x="1072"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32" name="Oval 64">
              <a:extLst>
                <a:ext uri="{FF2B5EF4-FFF2-40B4-BE49-F238E27FC236}">
                  <a16:creationId xmlns:a16="http://schemas.microsoft.com/office/drawing/2014/main" id="{3295EAC9-9EBF-0EC0-3740-2BD306F835BC}"/>
                </a:ext>
              </a:extLst>
            </p:cNvPr>
            <p:cNvSpPr>
              <a:spLocks noChangeArrowheads="1"/>
            </p:cNvSpPr>
            <p:nvPr/>
          </p:nvSpPr>
          <p:spPr bwMode="auto">
            <a:xfrm>
              <a:off x="1316"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5867" name="Group 65">
            <a:extLst>
              <a:ext uri="{FF2B5EF4-FFF2-40B4-BE49-F238E27FC236}">
                <a16:creationId xmlns:a16="http://schemas.microsoft.com/office/drawing/2014/main" id="{C2FE5619-4529-8507-2748-76D5E44A34AA}"/>
              </a:ext>
            </a:extLst>
          </p:cNvPr>
          <p:cNvGrpSpPr>
            <a:grpSpLocks/>
          </p:cNvGrpSpPr>
          <p:nvPr/>
        </p:nvGrpSpPr>
        <p:grpSpPr bwMode="auto">
          <a:xfrm rot="-5400000">
            <a:off x="7375525" y="4597400"/>
            <a:ext cx="266700" cy="63500"/>
            <a:chOff x="990" y="2694"/>
            <a:chExt cx="328" cy="96"/>
          </a:xfrm>
        </p:grpSpPr>
        <p:sp>
          <p:nvSpPr>
            <p:cNvPr id="365634" name="Oval 66">
              <a:extLst>
                <a:ext uri="{FF2B5EF4-FFF2-40B4-BE49-F238E27FC236}">
                  <a16:creationId xmlns:a16="http://schemas.microsoft.com/office/drawing/2014/main" id="{F83BD01A-2B54-A5EB-A82F-B4320E97F6AF}"/>
                </a:ext>
              </a:extLst>
            </p:cNvPr>
            <p:cNvSpPr>
              <a:spLocks noChangeArrowheads="1"/>
            </p:cNvSpPr>
            <p:nvPr/>
          </p:nvSpPr>
          <p:spPr bwMode="auto">
            <a:xfrm>
              <a:off x="1072"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35" name="Oval 67">
              <a:extLst>
                <a:ext uri="{FF2B5EF4-FFF2-40B4-BE49-F238E27FC236}">
                  <a16:creationId xmlns:a16="http://schemas.microsoft.com/office/drawing/2014/main" id="{F3DC4678-46CF-F5A7-DA42-B29C8469A3FB}"/>
                </a:ext>
              </a:extLst>
            </p:cNvPr>
            <p:cNvSpPr>
              <a:spLocks noChangeArrowheads="1"/>
            </p:cNvSpPr>
            <p:nvPr/>
          </p:nvSpPr>
          <p:spPr bwMode="auto">
            <a:xfrm>
              <a:off x="1316"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65636" name="Text Box 68">
            <a:extLst>
              <a:ext uri="{FF2B5EF4-FFF2-40B4-BE49-F238E27FC236}">
                <a16:creationId xmlns:a16="http://schemas.microsoft.com/office/drawing/2014/main" id="{6FDA493E-1BF3-E28C-867B-E642643781DE}"/>
              </a:ext>
            </a:extLst>
          </p:cNvPr>
          <p:cNvSpPr txBox="1">
            <a:spLocks noChangeArrowheads="1"/>
          </p:cNvSpPr>
          <p:nvPr/>
        </p:nvSpPr>
        <p:spPr bwMode="auto">
          <a:xfrm>
            <a:off x="3776663" y="2327275"/>
            <a:ext cx="565150"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a:t>
            </a:r>
          </a:p>
        </p:txBody>
      </p:sp>
      <p:grpSp>
        <p:nvGrpSpPr>
          <p:cNvPr id="205869" name="Group 69">
            <a:extLst>
              <a:ext uri="{FF2B5EF4-FFF2-40B4-BE49-F238E27FC236}">
                <a16:creationId xmlns:a16="http://schemas.microsoft.com/office/drawing/2014/main" id="{5F458DA5-3357-0C77-5BEE-987C4C36E08C}"/>
              </a:ext>
            </a:extLst>
          </p:cNvPr>
          <p:cNvGrpSpPr>
            <a:grpSpLocks/>
          </p:cNvGrpSpPr>
          <p:nvPr/>
        </p:nvGrpSpPr>
        <p:grpSpPr bwMode="auto">
          <a:xfrm>
            <a:off x="3671888" y="2598738"/>
            <a:ext cx="215900" cy="63500"/>
            <a:chOff x="990" y="2694"/>
            <a:chExt cx="328" cy="96"/>
          </a:xfrm>
        </p:grpSpPr>
        <p:sp>
          <p:nvSpPr>
            <p:cNvPr id="365638" name="Oval 70">
              <a:extLst>
                <a:ext uri="{FF2B5EF4-FFF2-40B4-BE49-F238E27FC236}">
                  <a16:creationId xmlns:a16="http://schemas.microsoft.com/office/drawing/2014/main" id="{06B073EF-40E0-5F30-FEC0-CD7395C5663E}"/>
                </a:ext>
              </a:extLst>
            </p:cNvPr>
            <p:cNvSpPr>
              <a:spLocks noChangeArrowheads="1"/>
            </p:cNvSpPr>
            <p:nvPr/>
          </p:nvSpPr>
          <p:spPr bwMode="auto">
            <a:xfrm>
              <a:off x="990"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39" name="Oval 71">
              <a:extLst>
                <a:ext uri="{FF2B5EF4-FFF2-40B4-BE49-F238E27FC236}">
                  <a16:creationId xmlns:a16="http://schemas.microsoft.com/office/drawing/2014/main" id="{0A951956-D16D-7E0E-0FF9-2FF8564044BF}"/>
                </a:ext>
              </a:extLst>
            </p:cNvPr>
            <p:cNvSpPr>
              <a:spLocks noChangeArrowheads="1"/>
            </p:cNvSpPr>
            <p:nvPr/>
          </p:nvSpPr>
          <p:spPr bwMode="auto">
            <a:xfrm>
              <a:off x="1234"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5870" name="Group 72">
            <a:extLst>
              <a:ext uri="{FF2B5EF4-FFF2-40B4-BE49-F238E27FC236}">
                <a16:creationId xmlns:a16="http://schemas.microsoft.com/office/drawing/2014/main" id="{A5A6E0E2-73AF-04DE-0B8B-CBA576B16104}"/>
              </a:ext>
            </a:extLst>
          </p:cNvPr>
          <p:cNvGrpSpPr>
            <a:grpSpLocks/>
          </p:cNvGrpSpPr>
          <p:nvPr/>
        </p:nvGrpSpPr>
        <p:grpSpPr bwMode="auto">
          <a:xfrm>
            <a:off x="3684588" y="3170238"/>
            <a:ext cx="215900" cy="63500"/>
            <a:chOff x="990" y="2694"/>
            <a:chExt cx="328" cy="96"/>
          </a:xfrm>
        </p:grpSpPr>
        <p:sp>
          <p:nvSpPr>
            <p:cNvPr id="365641" name="Oval 73">
              <a:extLst>
                <a:ext uri="{FF2B5EF4-FFF2-40B4-BE49-F238E27FC236}">
                  <a16:creationId xmlns:a16="http://schemas.microsoft.com/office/drawing/2014/main" id="{DA759C5A-D44C-310C-4D02-2EAD0C7CA59F}"/>
                </a:ext>
              </a:extLst>
            </p:cNvPr>
            <p:cNvSpPr>
              <a:spLocks noChangeArrowheads="1"/>
            </p:cNvSpPr>
            <p:nvPr/>
          </p:nvSpPr>
          <p:spPr bwMode="auto">
            <a:xfrm>
              <a:off x="990"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42" name="Oval 74">
              <a:extLst>
                <a:ext uri="{FF2B5EF4-FFF2-40B4-BE49-F238E27FC236}">
                  <a16:creationId xmlns:a16="http://schemas.microsoft.com/office/drawing/2014/main" id="{1249D76D-0106-212B-7E60-9F89BE37EBBC}"/>
                </a:ext>
              </a:extLst>
            </p:cNvPr>
            <p:cNvSpPr>
              <a:spLocks noChangeArrowheads="1"/>
            </p:cNvSpPr>
            <p:nvPr/>
          </p:nvSpPr>
          <p:spPr bwMode="auto">
            <a:xfrm>
              <a:off x="1234"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5871" name="Group 75">
            <a:extLst>
              <a:ext uri="{FF2B5EF4-FFF2-40B4-BE49-F238E27FC236}">
                <a16:creationId xmlns:a16="http://schemas.microsoft.com/office/drawing/2014/main" id="{C1C4142E-D7FE-2557-68A2-CBD9F17298CB}"/>
              </a:ext>
            </a:extLst>
          </p:cNvPr>
          <p:cNvGrpSpPr>
            <a:grpSpLocks/>
          </p:cNvGrpSpPr>
          <p:nvPr/>
        </p:nvGrpSpPr>
        <p:grpSpPr bwMode="auto">
          <a:xfrm rot="-5400000">
            <a:off x="3349625" y="2921000"/>
            <a:ext cx="266700" cy="63500"/>
            <a:chOff x="990" y="2694"/>
            <a:chExt cx="328" cy="96"/>
          </a:xfrm>
        </p:grpSpPr>
        <p:sp>
          <p:nvSpPr>
            <p:cNvPr id="365644" name="Oval 76">
              <a:extLst>
                <a:ext uri="{FF2B5EF4-FFF2-40B4-BE49-F238E27FC236}">
                  <a16:creationId xmlns:a16="http://schemas.microsoft.com/office/drawing/2014/main" id="{144D66C0-F5EF-70B6-99A2-C85025741C77}"/>
                </a:ext>
              </a:extLst>
            </p:cNvPr>
            <p:cNvSpPr>
              <a:spLocks noChangeArrowheads="1"/>
            </p:cNvSpPr>
            <p:nvPr/>
          </p:nvSpPr>
          <p:spPr bwMode="auto">
            <a:xfrm>
              <a:off x="1072"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45" name="Oval 77">
              <a:extLst>
                <a:ext uri="{FF2B5EF4-FFF2-40B4-BE49-F238E27FC236}">
                  <a16:creationId xmlns:a16="http://schemas.microsoft.com/office/drawing/2014/main" id="{F228AFBA-AADD-02DC-3AE0-4B83801714F9}"/>
                </a:ext>
              </a:extLst>
            </p:cNvPr>
            <p:cNvSpPr>
              <a:spLocks noChangeArrowheads="1"/>
            </p:cNvSpPr>
            <p:nvPr/>
          </p:nvSpPr>
          <p:spPr bwMode="auto">
            <a:xfrm>
              <a:off x="1316"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65646" name="Text Box 78">
            <a:extLst>
              <a:ext uri="{FF2B5EF4-FFF2-40B4-BE49-F238E27FC236}">
                <a16:creationId xmlns:a16="http://schemas.microsoft.com/office/drawing/2014/main" id="{AC9653AC-1668-A071-4EFF-46F3953069C4}"/>
              </a:ext>
            </a:extLst>
          </p:cNvPr>
          <p:cNvSpPr txBox="1">
            <a:spLocks noChangeArrowheads="1"/>
          </p:cNvSpPr>
          <p:nvPr/>
        </p:nvSpPr>
        <p:spPr bwMode="auto">
          <a:xfrm>
            <a:off x="6215063" y="5413375"/>
            <a:ext cx="565150"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a:t>
            </a:r>
          </a:p>
        </p:txBody>
      </p:sp>
      <p:grpSp>
        <p:nvGrpSpPr>
          <p:cNvPr id="205873" name="Group 79">
            <a:extLst>
              <a:ext uri="{FF2B5EF4-FFF2-40B4-BE49-F238E27FC236}">
                <a16:creationId xmlns:a16="http://schemas.microsoft.com/office/drawing/2014/main" id="{DE944C71-C10F-2B8C-CF6C-816E0A97C46D}"/>
              </a:ext>
            </a:extLst>
          </p:cNvPr>
          <p:cNvGrpSpPr>
            <a:grpSpLocks/>
          </p:cNvGrpSpPr>
          <p:nvPr/>
        </p:nvGrpSpPr>
        <p:grpSpPr bwMode="auto">
          <a:xfrm>
            <a:off x="6110288" y="5684838"/>
            <a:ext cx="215900" cy="63500"/>
            <a:chOff x="990" y="2694"/>
            <a:chExt cx="328" cy="96"/>
          </a:xfrm>
        </p:grpSpPr>
        <p:sp>
          <p:nvSpPr>
            <p:cNvPr id="365648" name="Oval 80">
              <a:extLst>
                <a:ext uri="{FF2B5EF4-FFF2-40B4-BE49-F238E27FC236}">
                  <a16:creationId xmlns:a16="http://schemas.microsoft.com/office/drawing/2014/main" id="{D77D8855-A81F-5D2B-5335-9DCDB8380052}"/>
                </a:ext>
              </a:extLst>
            </p:cNvPr>
            <p:cNvSpPr>
              <a:spLocks noChangeArrowheads="1"/>
            </p:cNvSpPr>
            <p:nvPr/>
          </p:nvSpPr>
          <p:spPr bwMode="auto">
            <a:xfrm>
              <a:off x="990"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49" name="Oval 81">
              <a:extLst>
                <a:ext uri="{FF2B5EF4-FFF2-40B4-BE49-F238E27FC236}">
                  <a16:creationId xmlns:a16="http://schemas.microsoft.com/office/drawing/2014/main" id="{7850903D-ECBE-520F-9F4C-9F6D2F196097}"/>
                </a:ext>
              </a:extLst>
            </p:cNvPr>
            <p:cNvSpPr>
              <a:spLocks noChangeArrowheads="1"/>
            </p:cNvSpPr>
            <p:nvPr/>
          </p:nvSpPr>
          <p:spPr bwMode="auto">
            <a:xfrm>
              <a:off x="1234"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5874" name="Group 82">
            <a:extLst>
              <a:ext uri="{FF2B5EF4-FFF2-40B4-BE49-F238E27FC236}">
                <a16:creationId xmlns:a16="http://schemas.microsoft.com/office/drawing/2014/main" id="{B9126B0C-5CA6-47E2-8192-8AD90F259011}"/>
              </a:ext>
            </a:extLst>
          </p:cNvPr>
          <p:cNvGrpSpPr>
            <a:grpSpLocks/>
          </p:cNvGrpSpPr>
          <p:nvPr/>
        </p:nvGrpSpPr>
        <p:grpSpPr bwMode="auto">
          <a:xfrm>
            <a:off x="6122988" y="6256338"/>
            <a:ext cx="215900" cy="63500"/>
            <a:chOff x="990" y="2694"/>
            <a:chExt cx="328" cy="96"/>
          </a:xfrm>
        </p:grpSpPr>
        <p:sp>
          <p:nvSpPr>
            <p:cNvPr id="365651" name="Oval 83">
              <a:extLst>
                <a:ext uri="{FF2B5EF4-FFF2-40B4-BE49-F238E27FC236}">
                  <a16:creationId xmlns:a16="http://schemas.microsoft.com/office/drawing/2014/main" id="{014467A7-35C9-2205-2CA4-00723864A01E}"/>
                </a:ext>
              </a:extLst>
            </p:cNvPr>
            <p:cNvSpPr>
              <a:spLocks noChangeArrowheads="1"/>
            </p:cNvSpPr>
            <p:nvPr/>
          </p:nvSpPr>
          <p:spPr bwMode="auto">
            <a:xfrm>
              <a:off x="990"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52" name="Oval 84">
              <a:extLst>
                <a:ext uri="{FF2B5EF4-FFF2-40B4-BE49-F238E27FC236}">
                  <a16:creationId xmlns:a16="http://schemas.microsoft.com/office/drawing/2014/main" id="{24DF92E4-1C03-E9B8-8DFB-8EAE1BC9EF13}"/>
                </a:ext>
              </a:extLst>
            </p:cNvPr>
            <p:cNvSpPr>
              <a:spLocks noChangeArrowheads="1"/>
            </p:cNvSpPr>
            <p:nvPr/>
          </p:nvSpPr>
          <p:spPr bwMode="auto">
            <a:xfrm>
              <a:off x="1234"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5875" name="Group 85">
            <a:extLst>
              <a:ext uri="{FF2B5EF4-FFF2-40B4-BE49-F238E27FC236}">
                <a16:creationId xmlns:a16="http://schemas.microsoft.com/office/drawing/2014/main" id="{9993C5E9-0572-0238-F836-DCE8E13F9669}"/>
              </a:ext>
            </a:extLst>
          </p:cNvPr>
          <p:cNvGrpSpPr>
            <a:grpSpLocks/>
          </p:cNvGrpSpPr>
          <p:nvPr/>
        </p:nvGrpSpPr>
        <p:grpSpPr bwMode="auto">
          <a:xfrm rot="-5400000">
            <a:off x="5788025" y="6007100"/>
            <a:ext cx="266700" cy="63500"/>
            <a:chOff x="990" y="2694"/>
            <a:chExt cx="328" cy="96"/>
          </a:xfrm>
        </p:grpSpPr>
        <p:sp>
          <p:nvSpPr>
            <p:cNvPr id="365654" name="Oval 86">
              <a:extLst>
                <a:ext uri="{FF2B5EF4-FFF2-40B4-BE49-F238E27FC236}">
                  <a16:creationId xmlns:a16="http://schemas.microsoft.com/office/drawing/2014/main" id="{422BC9A6-6C45-5AA2-856B-DAB5C13C7496}"/>
                </a:ext>
              </a:extLst>
            </p:cNvPr>
            <p:cNvSpPr>
              <a:spLocks noChangeArrowheads="1"/>
            </p:cNvSpPr>
            <p:nvPr/>
          </p:nvSpPr>
          <p:spPr bwMode="auto">
            <a:xfrm>
              <a:off x="1072" y="2593"/>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55" name="Oval 87">
              <a:extLst>
                <a:ext uri="{FF2B5EF4-FFF2-40B4-BE49-F238E27FC236}">
                  <a16:creationId xmlns:a16="http://schemas.microsoft.com/office/drawing/2014/main" id="{94A9C0F7-F589-95F7-5A36-1EB7C852CBFA}"/>
                </a:ext>
              </a:extLst>
            </p:cNvPr>
            <p:cNvSpPr>
              <a:spLocks noChangeArrowheads="1"/>
            </p:cNvSpPr>
            <p:nvPr/>
          </p:nvSpPr>
          <p:spPr bwMode="auto">
            <a:xfrm>
              <a:off x="1316"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65656" name="Line 88">
            <a:extLst>
              <a:ext uri="{FF2B5EF4-FFF2-40B4-BE49-F238E27FC236}">
                <a16:creationId xmlns:a16="http://schemas.microsoft.com/office/drawing/2014/main" id="{1ABC3C5F-9819-1893-677B-0C5327DCB730}"/>
              </a:ext>
            </a:extLst>
          </p:cNvPr>
          <p:cNvSpPr>
            <a:spLocks noChangeShapeType="1"/>
          </p:cNvSpPr>
          <p:nvPr/>
        </p:nvSpPr>
        <p:spPr bwMode="auto">
          <a:xfrm flipV="1">
            <a:off x="4845050" y="1838325"/>
            <a:ext cx="0" cy="317500"/>
          </a:xfrm>
          <a:prstGeom prst="line">
            <a:avLst/>
          </a:prstGeom>
          <a:noFill/>
          <a:ln w="381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205877" name="Group 89">
            <a:extLst>
              <a:ext uri="{FF2B5EF4-FFF2-40B4-BE49-F238E27FC236}">
                <a16:creationId xmlns:a16="http://schemas.microsoft.com/office/drawing/2014/main" id="{B4FBCAAD-C8ED-7435-2ECE-0DC05E98470F}"/>
              </a:ext>
            </a:extLst>
          </p:cNvPr>
          <p:cNvGrpSpPr>
            <a:grpSpLocks/>
          </p:cNvGrpSpPr>
          <p:nvPr/>
        </p:nvGrpSpPr>
        <p:grpSpPr bwMode="auto">
          <a:xfrm rot="-1219183">
            <a:off x="1182688" y="5926138"/>
            <a:ext cx="228600" cy="76200"/>
            <a:chOff x="990" y="2694"/>
            <a:chExt cx="328" cy="96"/>
          </a:xfrm>
        </p:grpSpPr>
        <p:sp>
          <p:nvSpPr>
            <p:cNvPr id="365658" name="Oval 90">
              <a:extLst>
                <a:ext uri="{FF2B5EF4-FFF2-40B4-BE49-F238E27FC236}">
                  <a16:creationId xmlns:a16="http://schemas.microsoft.com/office/drawing/2014/main" id="{86969CDC-BFE3-298E-3A36-69CE644E03F2}"/>
                </a:ext>
              </a:extLst>
            </p:cNvPr>
            <p:cNvSpPr>
              <a:spLocks noChangeArrowheads="1"/>
            </p:cNvSpPr>
            <p:nvPr/>
          </p:nvSpPr>
          <p:spPr bwMode="auto">
            <a:xfrm>
              <a:off x="985" y="2670"/>
              <a:ext cx="82" cy="108"/>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59" name="Oval 91">
              <a:extLst>
                <a:ext uri="{FF2B5EF4-FFF2-40B4-BE49-F238E27FC236}">
                  <a16:creationId xmlns:a16="http://schemas.microsoft.com/office/drawing/2014/main" id="{10432F53-BA74-74BA-68E3-918D806E2B00}"/>
                </a:ext>
              </a:extLst>
            </p:cNvPr>
            <p:cNvSpPr>
              <a:spLocks noChangeArrowheads="1"/>
            </p:cNvSpPr>
            <p:nvPr/>
          </p:nvSpPr>
          <p:spPr bwMode="auto">
            <a:xfrm>
              <a:off x="1219" y="2630"/>
              <a:ext cx="82" cy="13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65660" name="Text Box 92">
            <a:extLst>
              <a:ext uri="{FF2B5EF4-FFF2-40B4-BE49-F238E27FC236}">
                <a16:creationId xmlns:a16="http://schemas.microsoft.com/office/drawing/2014/main" id="{3420C683-AFF7-4B04-0627-64BD86520F11}"/>
              </a:ext>
            </a:extLst>
          </p:cNvPr>
          <p:cNvSpPr txBox="1">
            <a:spLocks noChangeArrowheads="1"/>
          </p:cNvSpPr>
          <p:nvPr/>
        </p:nvSpPr>
        <p:spPr bwMode="auto">
          <a:xfrm>
            <a:off x="5770563" y="2441575"/>
            <a:ext cx="565150"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a:t>
            </a:r>
          </a:p>
        </p:txBody>
      </p:sp>
      <p:grpSp>
        <p:nvGrpSpPr>
          <p:cNvPr id="205879" name="Group 93">
            <a:extLst>
              <a:ext uri="{FF2B5EF4-FFF2-40B4-BE49-F238E27FC236}">
                <a16:creationId xmlns:a16="http://schemas.microsoft.com/office/drawing/2014/main" id="{7DEE86A6-65E3-29FE-6762-3170CB2287A1}"/>
              </a:ext>
            </a:extLst>
          </p:cNvPr>
          <p:cNvGrpSpPr>
            <a:grpSpLocks/>
          </p:cNvGrpSpPr>
          <p:nvPr/>
        </p:nvGrpSpPr>
        <p:grpSpPr bwMode="auto">
          <a:xfrm>
            <a:off x="5665788" y="2687638"/>
            <a:ext cx="215900" cy="63500"/>
            <a:chOff x="990" y="2694"/>
            <a:chExt cx="328" cy="96"/>
          </a:xfrm>
        </p:grpSpPr>
        <p:sp>
          <p:nvSpPr>
            <p:cNvPr id="365662" name="Oval 94">
              <a:extLst>
                <a:ext uri="{FF2B5EF4-FFF2-40B4-BE49-F238E27FC236}">
                  <a16:creationId xmlns:a16="http://schemas.microsoft.com/office/drawing/2014/main" id="{0E23E86A-A357-1ACB-8AD1-A70C24EE3C33}"/>
                </a:ext>
              </a:extLst>
            </p:cNvPr>
            <p:cNvSpPr>
              <a:spLocks noChangeArrowheads="1"/>
            </p:cNvSpPr>
            <p:nvPr/>
          </p:nvSpPr>
          <p:spPr bwMode="auto">
            <a:xfrm>
              <a:off x="990"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63" name="Oval 95">
              <a:extLst>
                <a:ext uri="{FF2B5EF4-FFF2-40B4-BE49-F238E27FC236}">
                  <a16:creationId xmlns:a16="http://schemas.microsoft.com/office/drawing/2014/main" id="{8815D635-47B8-555B-E4C0-F98ADB5FD545}"/>
                </a:ext>
              </a:extLst>
            </p:cNvPr>
            <p:cNvSpPr>
              <a:spLocks noChangeArrowheads="1"/>
            </p:cNvSpPr>
            <p:nvPr/>
          </p:nvSpPr>
          <p:spPr bwMode="auto">
            <a:xfrm>
              <a:off x="1234"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5880" name="Group 96">
            <a:extLst>
              <a:ext uri="{FF2B5EF4-FFF2-40B4-BE49-F238E27FC236}">
                <a16:creationId xmlns:a16="http://schemas.microsoft.com/office/drawing/2014/main" id="{6E560506-17A3-3353-F5A6-C8E31372022D}"/>
              </a:ext>
            </a:extLst>
          </p:cNvPr>
          <p:cNvGrpSpPr>
            <a:grpSpLocks/>
          </p:cNvGrpSpPr>
          <p:nvPr/>
        </p:nvGrpSpPr>
        <p:grpSpPr bwMode="auto">
          <a:xfrm>
            <a:off x="5678488" y="3284538"/>
            <a:ext cx="215900" cy="63500"/>
            <a:chOff x="990" y="2694"/>
            <a:chExt cx="328" cy="96"/>
          </a:xfrm>
        </p:grpSpPr>
        <p:sp>
          <p:nvSpPr>
            <p:cNvPr id="365665" name="Oval 97">
              <a:extLst>
                <a:ext uri="{FF2B5EF4-FFF2-40B4-BE49-F238E27FC236}">
                  <a16:creationId xmlns:a16="http://schemas.microsoft.com/office/drawing/2014/main" id="{D8D89C3E-0CC2-7223-16FB-1262ED61C4A7}"/>
                </a:ext>
              </a:extLst>
            </p:cNvPr>
            <p:cNvSpPr>
              <a:spLocks noChangeArrowheads="1"/>
            </p:cNvSpPr>
            <p:nvPr/>
          </p:nvSpPr>
          <p:spPr bwMode="auto">
            <a:xfrm>
              <a:off x="990"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66" name="Oval 98">
              <a:extLst>
                <a:ext uri="{FF2B5EF4-FFF2-40B4-BE49-F238E27FC236}">
                  <a16:creationId xmlns:a16="http://schemas.microsoft.com/office/drawing/2014/main" id="{7EF9CE32-4A8A-0805-2BF8-656BCC0715ED}"/>
                </a:ext>
              </a:extLst>
            </p:cNvPr>
            <p:cNvSpPr>
              <a:spLocks noChangeArrowheads="1"/>
            </p:cNvSpPr>
            <p:nvPr/>
          </p:nvSpPr>
          <p:spPr bwMode="auto">
            <a:xfrm>
              <a:off x="1234"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5881" name="Group 99">
            <a:extLst>
              <a:ext uri="{FF2B5EF4-FFF2-40B4-BE49-F238E27FC236}">
                <a16:creationId xmlns:a16="http://schemas.microsoft.com/office/drawing/2014/main" id="{8A023C2F-417C-D007-35D7-3AE60B5936EF}"/>
              </a:ext>
            </a:extLst>
          </p:cNvPr>
          <p:cNvGrpSpPr>
            <a:grpSpLocks/>
          </p:cNvGrpSpPr>
          <p:nvPr/>
        </p:nvGrpSpPr>
        <p:grpSpPr bwMode="auto">
          <a:xfrm rot="-5400000">
            <a:off x="5927725" y="2997200"/>
            <a:ext cx="266700" cy="63500"/>
            <a:chOff x="990" y="2694"/>
            <a:chExt cx="328" cy="96"/>
          </a:xfrm>
        </p:grpSpPr>
        <p:sp>
          <p:nvSpPr>
            <p:cNvPr id="365668" name="Oval 100">
              <a:extLst>
                <a:ext uri="{FF2B5EF4-FFF2-40B4-BE49-F238E27FC236}">
                  <a16:creationId xmlns:a16="http://schemas.microsoft.com/office/drawing/2014/main" id="{7DDB89BA-ED9B-078B-E981-17F58FEC1130}"/>
                </a:ext>
              </a:extLst>
            </p:cNvPr>
            <p:cNvSpPr>
              <a:spLocks noChangeArrowheads="1"/>
            </p:cNvSpPr>
            <p:nvPr/>
          </p:nvSpPr>
          <p:spPr bwMode="auto">
            <a:xfrm>
              <a:off x="1072"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69" name="Oval 101">
              <a:extLst>
                <a:ext uri="{FF2B5EF4-FFF2-40B4-BE49-F238E27FC236}">
                  <a16:creationId xmlns:a16="http://schemas.microsoft.com/office/drawing/2014/main" id="{2AC999FB-A2E2-9478-B0EC-B4EC5FF5CEFF}"/>
                </a:ext>
              </a:extLst>
            </p:cNvPr>
            <p:cNvSpPr>
              <a:spLocks noChangeArrowheads="1"/>
            </p:cNvSpPr>
            <p:nvPr/>
          </p:nvSpPr>
          <p:spPr bwMode="auto">
            <a:xfrm>
              <a:off x="1316"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5882" name="Group 102">
            <a:extLst>
              <a:ext uri="{FF2B5EF4-FFF2-40B4-BE49-F238E27FC236}">
                <a16:creationId xmlns:a16="http://schemas.microsoft.com/office/drawing/2014/main" id="{4EC0B8DB-16BE-7163-DF75-3D6F50C4C1CF}"/>
              </a:ext>
            </a:extLst>
          </p:cNvPr>
          <p:cNvGrpSpPr>
            <a:grpSpLocks/>
          </p:cNvGrpSpPr>
          <p:nvPr/>
        </p:nvGrpSpPr>
        <p:grpSpPr bwMode="auto">
          <a:xfrm rot="1480877" flipH="1">
            <a:off x="8320088" y="5862638"/>
            <a:ext cx="228600" cy="76200"/>
            <a:chOff x="990" y="2694"/>
            <a:chExt cx="328" cy="96"/>
          </a:xfrm>
        </p:grpSpPr>
        <p:sp>
          <p:nvSpPr>
            <p:cNvPr id="365671" name="Oval 103">
              <a:extLst>
                <a:ext uri="{FF2B5EF4-FFF2-40B4-BE49-F238E27FC236}">
                  <a16:creationId xmlns:a16="http://schemas.microsoft.com/office/drawing/2014/main" id="{7397CAAE-962B-AF6B-E094-90D454F305EF}"/>
                </a:ext>
              </a:extLst>
            </p:cNvPr>
            <p:cNvSpPr>
              <a:spLocks noChangeArrowheads="1"/>
            </p:cNvSpPr>
            <p:nvPr/>
          </p:nvSpPr>
          <p:spPr bwMode="auto">
            <a:xfrm>
              <a:off x="1043" y="2703"/>
              <a:ext cx="82" cy="94"/>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72" name="Oval 104">
              <a:extLst>
                <a:ext uri="{FF2B5EF4-FFF2-40B4-BE49-F238E27FC236}">
                  <a16:creationId xmlns:a16="http://schemas.microsoft.com/office/drawing/2014/main" id="{CB297E91-DFF2-5D84-D6E2-56A96F3BF03B}"/>
                </a:ext>
              </a:extLst>
            </p:cNvPr>
            <p:cNvSpPr>
              <a:spLocks noChangeArrowheads="1"/>
            </p:cNvSpPr>
            <p:nvPr/>
          </p:nvSpPr>
          <p:spPr bwMode="auto">
            <a:xfrm>
              <a:off x="1238"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5883" name="Group 105">
            <a:extLst>
              <a:ext uri="{FF2B5EF4-FFF2-40B4-BE49-F238E27FC236}">
                <a16:creationId xmlns:a16="http://schemas.microsoft.com/office/drawing/2014/main" id="{AA057AA1-3604-05D8-E24D-6E717931108E}"/>
              </a:ext>
            </a:extLst>
          </p:cNvPr>
          <p:cNvGrpSpPr>
            <a:grpSpLocks/>
          </p:cNvGrpSpPr>
          <p:nvPr/>
        </p:nvGrpSpPr>
        <p:grpSpPr bwMode="auto">
          <a:xfrm rot="1653075" flipH="1">
            <a:off x="8066088" y="6421438"/>
            <a:ext cx="228600" cy="76200"/>
            <a:chOff x="990" y="2694"/>
            <a:chExt cx="328" cy="96"/>
          </a:xfrm>
        </p:grpSpPr>
        <p:sp>
          <p:nvSpPr>
            <p:cNvPr id="365674" name="Oval 106">
              <a:extLst>
                <a:ext uri="{FF2B5EF4-FFF2-40B4-BE49-F238E27FC236}">
                  <a16:creationId xmlns:a16="http://schemas.microsoft.com/office/drawing/2014/main" id="{8E5DF975-409B-7784-16C4-AC5F46F0851F}"/>
                </a:ext>
              </a:extLst>
            </p:cNvPr>
            <p:cNvSpPr>
              <a:spLocks noChangeArrowheads="1"/>
            </p:cNvSpPr>
            <p:nvPr/>
          </p:nvSpPr>
          <p:spPr bwMode="auto">
            <a:xfrm>
              <a:off x="1059" y="2708"/>
              <a:ext cx="82" cy="94"/>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5675" name="Oval 107">
              <a:extLst>
                <a:ext uri="{FF2B5EF4-FFF2-40B4-BE49-F238E27FC236}">
                  <a16:creationId xmlns:a16="http://schemas.microsoft.com/office/drawing/2014/main" id="{F936B520-AF54-2270-B337-ED0406C8F127}"/>
                </a:ext>
              </a:extLst>
            </p:cNvPr>
            <p:cNvSpPr>
              <a:spLocks noChangeArrowheads="1"/>
            </p:cNvSpPr>
            <p:nvPr/>
          </p:nvSpPr>
          <p:spPr bwMode="auto">
            <a:xfrm>
              <a:off x="1234" y="2694"/>
              <a:ext cx="84" cy="96"/>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65676" name="Text Box 108">
            <a:extLst>
              <a:ext uri="{FF2B5EF4-FFF2-40B4-BE49-F238E27FC236}">
                <a16:creationId xmlns:a16="http://schemas.microsoft.com/office/drawing/2014/main" id="{E0196D7C-67A4-9FB1-4A64-B6B6AF352386}"/>
              </a:ext>
            </a:extLst>
          </p:cNvPr>
          <p:cNvSpPr txBox="1">
            <a:spLocks noChangeArrowheads="1"/>
          </p:cNvSpPr>
          <p:nvPr/>
        </p:nvSpPr>
        <p:spPr bwMode="auto">
          <a:xfrm>
            <a:off x="3911600" y="3733800"/>
            <a:ext cx="1892300" cy="1565275"/>
          </a:xfrm>
          <a:prstGeom prst="rect">
            <a:avLst/>
          </a:prstGeom>
          <a:solidFill>
            <a:srgbClr val="777777"/>
          </a:solidFill>
          <a:ln w="12700">
            <a:solidFill>
              <a:schemeClr val="accent2"/>
            </a:solidFill>
            <a:miter lim="800000"/>
            <a:headEnd/>
            <a:tailEnd/>
          </a:ln>
          <a:effectLst/>
        </p:spPr>
        <p:txBody>
          <a:bodyPr>
            <a:spAutoFit/>
          </a:bodyPr>
          <a:lstStyle/>
          <a:p>
            <a:pPr>
              <a:spcBef>
                <a:spcPct val="50000"/>
              </a:spcBef>
              <a:defRPr/>
            </a:pPr>
            <a:r>
              <a:rPr lang="en-US">
                <a:solidFill>
                  <a:srgbClr val="FAFD00"/>
                </a:solidFill>
                <a:effectLst>
                  <a:outerShdw blurRad="38100" dist="38100" dir="2700000" algn="tl">
                    <a:srgbClr val="000000"/>
                  </a:outerShdw>
                </a:effectLst>
                <a:latin typeface="Times New Roman" pitchFamily="18" charset="0"/>
                <a:ea typeface="+mn-ea"/>
              </a:rPr>
              <a:t>The real structure is a hybrid of all three</a:t>
            </a:r>
          </a:p>
        </p:txBody>
      </p:sp>
    </p:spTree>
    <p:custDataLst>
      <p:tags r:id="rId1"/>
    </p:custData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a:extLst>
              <a:ext uri="{FF2B5EF4-FFF2-40B4-BE49-F238E27FC236}">
                <a16:creationId xmlns:a16="http://schemas.microsoft.com/office/drawing/2014/main" id="{A89313F6-A53A-CC61-E2F5-851B61CE4AA0}"/>
              </a:ext>
            </a:extLst>
          </p:cNvPr>
          <p:cNvSpPr>
            <a:spLocks noGrp="1" noChangeArrowheads="1"/>
          </p:cNvSpPr>
          <p:nvPr>
            <p:ph type="title" idx="4294967295"/>
          </p:nvPr>
        </p:nvSpPr>
        <p:spPr>
          <a:xfrm>
            <a:off x="652463" y="241300"/>
            <a:ext cx="7772400"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2: Carbonate Ion</a:t>
            </a:r>
          </a:p>
        </p:txBody>
      </p:sp>
      <p:sp>
        <p:nvSpPr>
          <p:cNvPr id="366595" name="Text Box 3">
            <a:extLst>
              <a:ext uri="{FF2B5EF4-FFF2-40B4-BE49-F238E27FC236}">
                <a16:creationId xmlns:a16="http://schemas.microsoft.com/office/drawing/2014/main" id="{D21DD794-E6C0-8839-BFB8-EE5B6B51E16C}"/>
              </a:ext>
            </a:extLst>
          </p:cNvPr>
          <p:cNvSpPr txBox="1">
            <a:spLocks noChangeArrowheads="1"/>
          </p:cNvSpPr>
          <p:nvPr/>
        </p:nvSpPr>
        <p:spPr bwMode="auto">
          <a:xfrm>
            <a:off x="3743325" y="34258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C</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66596" name="Text Box 4">
            <a:extLst>
              <a:ext uri="{FF2B5EF4-FFF2-40B4-BE49-F238E27FC236}">
                <a16:creationId xmlns:a16="http://schemas.microsoft.com/office/drawing/2014/main" id="{ACFDAD3E-E4B5-224F-2139-E5036443464D}"/>
              </a:ext>
            </a:extLst>
          </p:cNvPr>
          <p:cNvSpPr txBox="1">
            <a:spLocks noChangeArrowheads="1"/>
          </p:cNvSpPr>
          <p:nvPr/>
        </p:nvSpPr>
        <p:spPr bwMode="auto">
          <a:xfrm>
            <a:off x="2374900" y="41132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66597" name="Text Box 5">
            <a:extLst>
              <a:ext uri="{FF2B5EF4-FFF2-40B4-BE49-F238E27FC236}">
                <a16:creationId xmlns:a16="http://schemas.microsoft.com/office/drawing/2014/main" id="{F6BF2045-C47A-E605-E551-3ACAF8B269EE}"/>
              </a:ext>
            </a:extLst>
          </p:cNvPr>
          <p:cNvSpPr txBox="1">
            <a:spLocks noChangeArrowheads="1"/>
          </p:cNvSpPr>
          <p:nvPr/>
        </p:nvSpPr>
        <p:spPr bwMode="auto">
          <a:xfrm>
            <a:off x="5118100" y="411638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66598" name="Line 6">
            <a:extLst>
              <a:ext uri="{FF2B5EF4-FFF2-40B4-BE49-F238E27FC236}">
                <a16:creationId xmlns:a16="http://schemas.microsoft.com/office/drawing/2014/main" id="{0C92097E-2504-4078-717F-AC2D9FCB3A2B}"/>
              </a:ext>
            </a:extLst>
          </p:cNvPr>
          <p:cNvSpPr>
            <a:spLocks noChangeShapeType="1"/>
          </p:cNvSpPr>
          <p:nvPr/>
        </p:nvSpPr>
        <p:spPr bwMode="auto">
          <a:xfrm flipV="1">
            <a:off x="3325813" y="4129088"/>
            <a:ext cx="466725" cy="198437"/>
          </a:xfrm>
          <a:prstGeom prst="line">
            <a:avLst/>
          </a:prstGeom>
          <a:noFill/>
          <a:ln w="76200">
            <a:solidFill>
              <a:schemeClr val="tx1"/>
            </a:solidFill>
            <a:prstDash val="sysDot"/>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6599" name="Text Box 7">
            <a:extLst>
              <a:ext uri="{FF2B5EF4-FFF2-40B4-BE49-F238E27FC236}">
                <a16:creationId xmlns:a16="http://schemas.microsoft.com/office/drawing/2014/main" id="{0BF8A6D2-4535-5C2D-71CB-03065D2534E5}"/>
              </a:ext>
            </a:extLst>
          </p:cNvPr>
          <p:cNvSpPr txBox="1">
            <a:spLocks noChangeArrowheads="1"/>
          </p:cNvSpPr>
          <p:nvPr/>
        </p:nvSpPr>
        <p:spPr bwMode="auto">
          <a:xfrm>
            <a:off x="3765550" y="19462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grpSp>
        <p:nvGrpSpPr>
          <p:cNvPr id="207880" name="Group 8">
            <a:extLst>
              <a:ext uri="{FF2B5EF4-FFF2-40B4-BE49-F238E27FC236}">
                <a16:creationId xmlns:a16="http://schemas.microsoft.com/office/drawing/2014/main" id="{9D933EE6-7256-C654-5B34-19A25E947E3A}"/>
              </a:ext>
            </a:extLst>
          </p:cNvPr>
          <p:cNvGrpSpPr>
            <a:grpSpLocks/>
          </p:cNvGrpSpPr>
          <p:nvPr/>
        </p:nvGrpSpPr>
        <p:grpSpPr bwMode="auto">
          <a:xfrm>
            <a:off x="4037013" y="1878013"/>
            <a:ext cx="520700" cy="152400"/>
            <a:chOff x="990" y="2694"/>
            <a:chExt cx="328" cy="96"/>
          </a:xfrm>
        </p:grpSpPr>
        <p:sp>
          <p:nvSpPr>
            <p:cNvPr id="366601" name="Oval 9">
              <a:extLst>
                <a:ext uri="{FF2B5EF4-FFF2-40B4-BE49-F238E27FC236}">
                  <a16:creationId xmlns:a16="http://schemas.microsoft.com/office/drawing/2014/main" id="{8288D13F-FC2F-3C65-53ED-23A0710A5D3B}"/>
                </a:ext>
              </a:extLst>
            </p:cNvPr>
            <p:cNvSpPr>
              <a:spLocks noChangeArrowheads="1"/>
            </p:cNvSpPr>
            <p:nvPr/>
          </p:nvSpPr>
          <p:spPr bwMode="auto">
            <a:xfrm>
              <a:off x="990" y="2695"/>
              <a:ext cx="84" cy="95"/>
            </a:xfrm>
            <a:prstGeom prst="ellipse">
              <a:avLst/>
            </a:prstGeom>
            <a:no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6602" name="Oval 10">
              <a:extLst>
                <a:ext uri="{FF2B5EF4-FFF2-40B4-BE49-F238E27FC236}">
                  <a16:creationId xmlns:a16="http://schemas.microsoft.com/office/drawing/2014/main" id="{366C6F64-5885-060B-F6EF-4B4C3A8F4390}"/>
                </a:ext>
              </a:extLst>
            </p:cNvPr>
            <p:cNvSpPr>
              <a:spLocks noChangeArrowheads="1"/>
            </p:cNvSpPr>
            <p:nvPr/>
          </p:nvSpPr>
          <p:spPr bwMode="auto">
            <a:xfrm>
              <a:off x="1234" y="2694"/>
              <a:ext cx="84" cy="95"/>
            </a:xfrm>
            <a:prstGeom prst="ellipse">
              <a:avLst/>
            </a:prstGeom>
            <a:no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7881" name="Group 11">
            <a:extLst>
              <a:ext uri="{FF2B5EF4-FFF2-40B4-BE49-F238E27FC236}">
                <a16:creationId xmlns:a16="http://schemas.microsoft.com/office/drawing/2014/main" id="{9DF9F9E0-F095-6022-9C7C-1F4D3A012861}"/>
              </a:ext>
            </a:extLst>
          </p:cNvPr>
          <p:cNvGrpSpPr>
            <a:grpSpLocks/>
          </p:cNvGrpSpPr>
          <p:nvPr/>
        </p:nvGrpSpPr>
        <p:grpSpPr bwMode="auto">
          <a:xfrm>
            <a:off x="5392738" y="5133975"/>
            <a:ext cx="520700" cy="152400"/>
            <a:chOff x="990" y="2694"/>
            <a:chExt cx="328" cy="96"/>
          </a:xfrm>
        </p:grpSpPr>
        <p:sp>
          <p:nvSpPr>
            <p:cNvPr id="366604" name="Oval 12">
              <a:extLst>
                <a:ext uri="{FF2B5EF4-FFF2-40B4-BE49-F238E27FC236}">
                  <a16:creationId xmlns:a16="http://schemas.microsoft.com/office/drawing/2014/main" id="{BF5D7662-AB66-ED34-5E92-C12D9D14498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6605" name="Oval 13">
              <a:extLst>
                <a:ext uri="{FF2B5EF4-FFF2-40B4-BE49-F238E27FC236}">
                  <a16:creationId xmlns:a16="http://schemas.microsoft.com/office/drawing/2014/main" id="{6C34F5C2-3684-9015-24AD-FB95A18A9AEE}"/>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7882" name="Group 14">
            <a:extLst>
              <a:ext uri="{FF2B5EF4-FFF2-40B4-BE49-F238E27FC236}">
                <a16:creationId xmlns:a16="http://schemas.microsoft.com/office/drawing/2014/main" id="{887DAFF4-8FE3-5E2D-BD25-740D7787B99D}"/>
              </a:ext>
            </a:extLst>
          </p:cNvPr>
          <p:cNvGrpSpPr>
            <a:grpSpLocks/>
          </p:cNvGrpSpPr>
          <p:nvPr/>
        </p:nvGrpSpPr>
        <p:grpSpPr bwMode="auto">
          <a:xfrm rot="-5400000">
            <a:off x="5991225" y="4613275"/>
            <a:ext cx="520700" cy="152400"/>
            <a:chOff x="990" y="2694"/>
            <a:chExt cx="328" cy="96"/>
          </a:xfrm>
        </p:grpSpPr>
        <p:sp>
          <p:nvSpPr>
            <p:cNvPr id="366607" name="Oval 15">
              <a:extLst>
                <a:ext uri="{FF2B5EF4-FFF2-40B4-BE49-F238E27FC236}">
                  <a16:creationId xmlns:a16="http://schemas.microsoft.com/office/drawing/2014/main" id="{3F640AB2-A13E-75F3-2DBE-2BD13077FA2C}"/>
                </a:ext>
              </a:extLst>
            </p:cNvPr>
            <p:cNvSpPr>
              <a:spLocks noChangeArrowheads="1"/>
            </p:cNvSpPr>
            <p:nvPr/>
          </p:nvSpPr>
          <p:spPr bwMode="auto">
            <a:xfrm>
              <a:off x="990" y="2695"/>
              <a:ext cx="84" cy="95"/>
            </a:xfrm>
            <a:prstGeom prst="ellipse">
              <a:avLst/>
            </a:prstGeom>
            <a:no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6608" name="Oval 16">
              <a:extLst>
                <a:ext uri="{FF2B5EF4-FFF2-40B4-BE49-F238E27FC236}">
                  <a16:creationId xmlns:a16="http://schemas.microsoft.com/office/drawing/2014/main" id="{5A1106EF-8A43-F5E5-73C5-0FA6F3E45604}"/>
                </a:ext>
              </a:extLst>
            </p:cNvPr>
            <p:cNvSpPr>
              <a:spLocks noChangeArrowheads="1"/>
            </p:cNvSpPr>
            <p:nvPr/>
          </p:nvSpPr>
          <p:spPr bwMode="auto">
            <a:xfrm>
              <a:off x="1234" y="2694"/>
              <a:ext cx="84" cy="95"/>
            </a:xfrm>
            <a:prstGeom prst="ellipse">
              <a:avLst/>
            </a:prstGeom>
            <a:no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7883" name="Group 17">
            <a:extLst>
              <a:ext uri="{FF2B5EF4-FFF2-40B4-BE49-F238E27FC236}">
                <a16:creationId xmlns:a16="http://schemas.microsoft.com/office/drawing/2014/main" id="{890EF094-13F6-596B-2F59-ED9A25EA670E}"/>
              </a:ext>
            </a:extLst>
          </p:cNvPr>
          <p:cNvGrpSpPr>
            <a:grpSpLocks/>
          </p:cNvGrpSpPr>
          <p:nvPr/>
        </p:nvGrpSpPr>
        <p:grpSpPr bwMode="auto">
          <a:xfrm>
            <a:off x="5394325" y="4016375"/>
            <a:ext cx="520700" cy="152400"/>
            <a:chOff x="990" y="2694"/>
            <a:chExt cx="328" cy="96"/>
          </a:xfrm>
        </p:grpSpPr>
        <p:sp>
          <p:nvSpPr>
            <p:cNvPr id="366610" name="Oval 18">
              <a:extLst>
                <a:ext uri="{FF2B5EF4-FFF2-40B4-BE49-F238E27FC236}">
                  <a16:creationId xmlns:a16="http://schemas.microsoft.com/office/drawing/2014/main" id="{E5585661-0307-5B06-68D3-C1E7F813723F}"/>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6611" name="Oval 19">
              <a:extLst>
                <a:ext uri="{FF2B5EF4-FFF2-40B4-BE49-F238E27FC236}">
                  <a16:creationId xmlns:a16="http://schemas.microsoft.com/office/drawing/2014/main" id="{C893CD2F-111F-BE1E-C5DF-8B12DB1F6460}"/>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7884" name="Group 20">
            <a:extLst>
              <a:ext uri="{FF2B5EF4-FFF2-40B4-BE49-F238E27FC236}">
                <a16:creationId xmlns:a16="http://schemas.microsoft.com/office/drawing/2014/main" id="{422825DC-0AC4-ACB8-23BF-81C9402CFE46}"/>
              </a:ext>
            </a:extLst>
          </p:cNvPr>
          <p:cNvGrpSpPr>
            <a:grpSpLocks/>
          </p:cNvGrpSpPr>
          <p:nvPr/>
        </p:nvGrpSpPr>
        <p:grpSpPr bwMode="auto">
          <a:xfrm rot="-5400000">
            <a:off x="4572000" y="2393950"/>
            <a:ext cx="520700" cy="152400"/>
            <a:chOff x="990" y="2694"/>
            <a:chExt cx="328" cy="96"/>
          </a:xfrm>
        </p:grpSpPr>
        <p:sp>
          <p:nvSpPr>
            <p:cNvPr id="366613" name="Oval 21">
              <a:extLst>
                <a:ext uri="{FF2B5EF4-FFF2-40B4-BE49-F238E27FC236}">
                  <a16:creationId xmlns:a16="http://schemas.microsoft.com/office/drawing/2014/main" id="{CC10FF82-6214-C75D-29CC-18A285D6C665}"/>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6614" name="Oval 22">
              <a:extLst>
                <a:ext uri="{FF2B5EF4-FFF2-40B4-BE49-F238E27FC236}">
                  <a16:creationId xmlns:a16="http://schemas.microsoft.com/office/drawing/2014/main" id="{092BE3D5-8DAB-2319-197D-00596B704114}"/>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7885" name="Group 23">
            <a:extLst>
              <a:ext uri="{FF2B5EF4-FFF2-40B4-BE49-F238E27FC236}">
                <a16:creationId xmlns:a16="http://schemas.microsoft.com/office/drawing/2014/main" id="{2CF001B8-73DA-61E9-5C4C-82C496A30AFE}"/>
              </a:ext>
            </a:extLst>
          </p:cNvPr>
          <p:cNvGrpSpPr>
            <a:grpSpLocks/>
          </p:cNvGrpSpPr>
          <p:nvPr/>
        </p:nvGrpSpPr>
        <p:grpSpPr bwMode="auto">
          <a:xfrm rot="-5400000">
            <a:off x="3559175" y="2430463"/>
            <a:ext cx="520700" cy="152400"/>
            <a:chOff x="990" y="2694"/>
            <a:chExt cx="328" cy="96"/>
          </a:xfrm>
        </p:grpSpPr>
        <p:sp>
          <p:nvSpPr>
            <p:cNvPr id="366616" name="Oval 24">
              <a:extLst>
                <a:ext uri="{FF2B5EF4-FFF2-40B4-BE49-F238E27FC236}">
                  <a16:creationId xmlns:a16="http://schemas.microsoft.com/office/drawing/2014/main" id="{A28B5937-F7DB-BD60-5515-A05A878ACEA5}"/>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6617" name="Oval 25">
              <a:extLst>
                <a:ext uri="{FF2B5EF4-FFF2-40B4-BE49-F238E27FC236}">
                  <a16:creationId xmlns:a16="http://schemas.microsoft.com/office/drawing/2014/main" id="{488CA966-7119-7862-9CFB-B053846025C2}"/>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66618" name="Line 26">
            <a:extLst>
              <a:ext uri="{FF2B5EF4-FFF2-40B4-BE49-F238E27FC236}">
                <a16:creationId xmlns:a16="http://schemas.microsoft.com/office/drawing/2014/main" id="{D98345A6-7930-7EA8-7075-1B540488C5CF}"/>
              </a:ext>
            </a:extLst>
          </p:cNvPr>
          <p:cNvSpPr>
            <a:spLocks noChangeShapeType="1"/>
          </p:cNvSpPr>
          <p:nvPr/>
        </p:nvSpPr>
        <p:spPr bwMode="auto">
          <a:xfrm flipV="1">
            <a:off x="3429000" y="4330700"/>
            <a:ext cx="466725" cy="200025"/>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6619" name="Line 27">
            <a:extLst>
              <a:ext uri="{FF2B5EF4-FFF2-40B4-BE49-F238E27FC236}">
                <a16:creationId xmlns:a16="http://schemas.microsoft.com/office/drawing/2014/main" id="{76E06851-2014-99B8-14AF-727DABC5F05D}"/>
              </a:ext>
            </a:extLst>
          </p:cNvPr>
          <p:cNvSpPr>
            <a:spLocks noChangeShapeType="1"/>
          </p:cNvSpPr>
          <p:nvPr/>
        </p:nvSpPr>
        <p:spPr bwMode="auto">
          <a:xfrm>
            <a:off x="1787525" y="1539875"/>
            <a:ext cx="0" cy="4075113"/>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6620" name="Line 28">
            <a:extLst>
              <a:ext uri="{FF2B5EF4-FFF2-40B4-BE49-F238E27FC236}">
                <a16:creationId xmlns:a16="http://schemas.microsoft.com/office/drawing/2014/main" id="{6EBD61E8-A919-6104-C564-F8F6990B16C3}"/>
              </a:ext>
            </a:extLst>
          </p:cNvPr>
          <p:cNvSpPr>
            <a:spLocks noChangeShapeType="1"/>
          </p:cNvSpPr>
          <p:nvPr/>
        </p:nvSpPr>
        <p:spPr bwMode="auto">
          <a:xfrm>
            <a:off x="1771650" y="5614988"/>
            <a:ext cx="327025" cy="0"/>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6621" name="Line 29">
            <a:extLst>
              <a:ext uri="{FF2B5EF4-FFF2-40B4-BE49-F238E27FC236}">
                <a16:creationId xmlns:a16="http://schemas.microsoft.com/office/drawing/2014/main" id="{F1358169-372A-1575-D27B-0A3094222A04}"/>
              </a:ext>
            </a:extLst>
          </p:cNvPr>
          <p:cNvSpPr>
            <a:spLocks noChangeShapeType="1"/>
          </p:cNvSpPr>
          <p:nvPr/>
        </p:nvSpPr>
        <p:spPr bwMode="auto">
          <a:xfrm>
            <a:off x="1771650" y="1539875"/>
            <a:ext cx="385763" cy="0"/>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6622" name="Line 30">
            <a:extLst>
              <a:ext uri="{FF2B5EF4-FFF2-40B4-BE49-F238E27FC236}">
                <a16:creationId xmlns:a16="http://schemas.microsoft.com/office/drawing/2014/main" id="{FF6D2FCD-88A9-D76A-94E8-0795E25505D7}"/>
              </a:ext>
            </a:extLst>
          </p:cNvPr>
          <p:cNvSpPr>
            <a:spLocks noChangeShapeType="1"/>
          </p:cNvSpPr>
          <p:nvPr/>
        </p:nvSpPr>
        <p:spPr bwMode="auto">
          <a:xfrm>
            <a:off x="6858000" y="1539875"/>
            <a:ext cx="0" cy="4075113"/>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6623" name="Line 31">
            <a:extLst>
              <a:ext uri="{FF2B5EF4-FFF2-40B4-BE49-F238E27FC236}">
                <a16:creationId xmlns:a16="http://schemas.microsoft.com/office/drawing/2014/main" id="{EB2F0C30-6C29-5B0D-F5A5-8E46636DADB5}"/>
              </a:ext>
            </a:extLst>
          </p:cNvPr>
          <p:cNvSpPr>
            <a:spLocks noChangeShapeType="1"/>
          </p:cNvSpPr>
          <p:nvPr/>
        </p:nvSpPr>
        <p:spPr bwMode="auto">
          <a:xfrm flipH="1">
            <a:off x="6502400" y="5614988"/>
            <a:ext cx="385763" cy="0"/>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6624" name="Line 32">
            <a:extLst>
              <a:ext uri="{FF2B5EF4-FFF2-40B4-BE49-F238E27FC236}">
                <a16:creationId xmlns:a16="http://schemas.microsoft.com/office/drawing/2014/main" id="{1A356A9C-5575-47D7-81CC-F4C0E38F4D88}"/>
              </a:ext>
            </a:extLst>
          </p:cNvPr>
          <p:cNvSpPr>
            <a:spLocks noChangeShapeType="1"/>
          </p:cNvSpPr>
          <p:nvPr/>
        </p:nvSpPr>
        <p:spPr bwMode="auto">
          <a:xfrm flipH="1">
            <a:off x="6502400" y="1539875"/>
            <a:ext cx="385763" cy="0"/>
          </a:xfrm>
          <a:prstGeom prst="line">
            <a:avLst/>
          </a:prstGeom>
          <a:noFill/>
          <a:ln w="5715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6625" name="Text Box 33">
            <a:extLst>
              <a:ext uri="{FF2B5EF4-FFF2-40B4-BE49-F238E27FC236}">
                <a16:creationId xmlns:a16="http://schemas.microsoft.com/office/drawing/2014/main" id="{CD8CBF5E-38ED-E403-15F6-41B08B56C3CC}"/>
              </a:ext>
            </a:extLst>
          </p:cNvPr>
          <p:cNvSpPr txBox="1">
            <a:spLocks noChangeArrowheads="1"/>
          </p:cNvSpPr>
          <p:nvPr/>
        </p:nvSpPr>
        <p:spPr bwMode="auto">
          <a:xfrm>
            <a:off x="7040563" y="12096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2-</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66626" name="Text Box 34">
            <a:extLst>
              <a:ext uri="{FF2B5EF4-FFF2-40B4-BE49-F238E27FC236}">
                <a16:creationId xmlns:a16="http://schemas.microsoft.com/office/drawing/2014/main" id="{0EC7AE80-EB37-ED5B-4ED5-F4FE3CE1CA09}"/>
              </a:ext>
            </a:extLst>
          </p:cNvPr>
          <p:cNvSpPr txBox="1">
            <a:spLocks noChangeArrowheads="1"/>
          </p:cNvSpPr>
          <p:nvPr/>
        </p:nvSpPr>
        <p:spPr bwMode="auto">
          <a:xfrm>
            <a:off x="2708275" y="5430838"/>
            <a:ext cx="2908300" cy="519112"/>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00FFFF"/>
                </a:solidFill>
                <a:effectLst>
                  <a:outerShdw blurRad="38100" dist="38100" dir="2700000" algn="tl">
                    <a:srgbClr val="000000"/>
                  </a:outerShdw>
                </a:effectLst>
                <a:latin typeface="Times New Roman" pitchFamily="18" charset="0"/>
                <a:ea typeface="+mn-ea"/>
              </a:rPr>
              <a:t>Best drawing?</a:t>
            </a:r>
          </a:p>
        </p:txBody>
      </p:sp>
      <p:grpSp>
        <p:nvGrpSpPr>
          <p:cNvPr id="207895" name="Group 35">
            <a:extLst>
              <a:ext uri="{FF2B5EF4-FFF2-40B4-BE49-F238E27FC236}">
                <a16:creationId xmlns:a16="http://schemas.microsoft.com/office/drawing/2014/main" id="{44B653BA-0B69-8C11-BD1D-8589633D9FDD}"/>
              </a:ext>
            </a:extLst>
          </p:cNvPr>
          <p:cNvGrpSpPr>
            <a:grpSpLocks/>
          </p:cNvGrpSpPr>
          <p:nvPr/>
        </p:nvGrpSpPr>
        <p:grpSpPr bwMode="auto">
          <a:xfrm>
            <a:off x="2671763" y="5106988"/>
            <a:ext cx="520700" cy="152400"/>
            <a:chOff x="990" y="2694"/>
            <a:chExt cx="328" cy="96"/>
          </a:xfrm>
        </p:grpSpPr>
        <p:sp>
          <p:nvSpPr>
            <p:cNvPr id="366628" name="Oval 36">
              <a:extLst>
                <a:ext uri="{FF2B5EF4-FFF2-40B4-BE49-F238E27FC236}">
                  <a16:creationId xmlns:a16="http://schemas.microsoft.com/office/drawing/2014/main" id="{13A93501-67CD-2B5D-0C25-4079EC02DCE6}"/>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6629" name="Oval 37">
              <a:extLst>
                <a:ext uri="{FF2B5EF4-FFF2-40B4-BE49-F238E27FC236}">
                  <a16:creationId xmlns:a16="http://schemas.microsoft.com/office/drawing/2014/main" id="{40100417-6AD9-FB17-0920-695A9C856314}"/>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7896" name="Group 38">
            <a:extLst>
              <a:ext uri="{FF2B5EF4-FFF2-40B4-BE49-F238E27FC236}">
                <a16:creationId xmlns:a16="http://schemas.microsoft.com/office/drawing/2014/main" id="{1E1A2EA6-41D7-A5D1-B589-E25DF286D6EA}"/>
              </a:ext>
            </a:extLst>
          </p:cNvPr>
          <p:cNvGrpSpPr>
            <a:grpSpLocks/>
          </p:cNvGrpSpPr>
          <p:nvPr/>
        </p:nvGrpSpPr>
        <p:grpSpPr bwMode="auto">
          <a:xfrm rot="-5400000">
            <a:off x="2136775" y="4537075"/>
            <a:ext cx="520700" cy="152400"/>
            <a:chOff x="990" y="2694"/>
            <a:chExt cx="328" cy="96"/>
          </a:xfrm>
        </p:grpSpPr>
        <p:sp>
          <p:nvSpPr>
            <p:cNvPr id="366631" name="Oval 39">
              <a:extLst>
                <a:ext uri="{FF2B5EF4-FFF2-40B4-BE49-F238E27FC236}">
                  <a16:creationId xmlns:a16="http://schemas.microsoft.com/office/drawing/2014/main" id="{6061342B-C999-88B7-74FE-8849E2199A30}"/>
                </a:ext>
              </a:extLst>
            </p:cNvPr>
            <p:cNvSpPr>
              <a:spLocks noChangeArrowheads="1"/>
            </p:cNvSpPr>
            <p:nvPr/>
          </p:nvSpPr>
          <p:spPr bwMode="auto">
            <a:xfrm>
              <a:off x="990" y="2695"/>
              <a:ext cx="84" cy="95"/>
            </a:xfrm>
            <a:prstGeom prst="ellipse">
              <a:avLst/>
            </a:prstGeom>
            <a:no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6632" name="Oval 40">
              <a:extLst>
                <a:ext uri="{FF2B5EF4-FFF2-40B4-BE49-F238E27FC236}">
                  <a16:creationId xmlns:a16="http://schemas.microsoft.com/office/drawing/2014/main" id="{76AA0CC2-3135-9AFA-78BD-DE7EBFF6812A}"/>
                </a:ext>
              </a:extLst>
            </p:cNvPr>
            <p:cNvSpPr>
              <a:spLocks noChangeArrowheads="1"/>
            </p:cNvSpPr>
            <p:nvPr/>
          </p:nvSpPr>
          <p:spPr bwMode="auto">
            <a:xfrm>
              <a:off x="1234" y="2694"/>
              <a:ext cx="84" cy="95"/>
            </a:xfrm>
            <a:prstGeom prst="ellipse">
              <a:avLst/>
            </a:prstGeom>
            <a:no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07897" name="Group 41">
            <a:extLst>
              <a:ext uri="{FF2B5EF4-FFF2-40B4-BE49-F238E27FC236}">
                <a16:creationId xmlns:a16="http://schemas.microsoft.com/office/drawing/2014/main" id="{5ABC275D-2066-8116-BB23-ECD0F4D4CCDC}"/>
              </a:ext>
            </a:extLst>
          </p:cNvPr>
          <p:cNvGrpSpPr>
            <a:grpSpLocks/>
          </p:cNvGrpSpPr>
          <p:nvPr/>
        </p:nvGrpSpPr>
        <p:grpSpPr bwMode="auto">
          <a:xfrm>
            <a:off x="2655888" y="3951288"/>
            <a:ext cx="520700" cy="152400"/>
            <a:chOff x="990" y="2694"/>
            <a:chExt cx="328" cy="96"/>
          </a:xfrm>
        </p:grpSpPr>
        <p:sp>
          <p:nvSpPr>
            <p:cNvPr id="366634" name="Oval 42">
              <a:extLst>
                <a:ext uri="{FF2B5EF4-FFF2-40B4-BE49-F238E27FC236}">
                  <a16:creationId xmlns:a16="http://schemas.microsoft.com/office/drawing/2014/main" id="{9CAA9862-C357-0BD2-D7C1-AE1484ABB925}"/>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6635" name="Oval 43">
              <a:extLst>
                <a:ext uri="{FF2B5EF4-FFF2-40B4-BE49-F238E27FC236}">
                  <a16:creationId xmlns:a16="http://schemas.microsoft.com/office/drawing/2014/main" id="{FDCE552F-2263-B02B-930D-718BF71FA5DE}"/>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66636" name="Line 44">
            <a:extLst>
              <a:ext uri="{FF2B5EF4-FFF2-40B4-BE49-F238E27FC236}">
                <a16:creationId xmlns:a16="http://schemas.microsoft.com/office/drawing/2014/main" id="{2B4EB7A7-BB1A-0CD1-013D-3057A4DFF2D6}"/>
              </a:ext>
            </a:extLst>
          </p:cNvPr>
          <p:cNvSpPr>
            <a:spLocks noChangeShapeType="1"/>
          </p:cNvSpPr>
          <p:nvPr/>
        </p:nvSpPr>
        <p:spPr bwMode="auto">
          <a:xfrm>
            <a:off x="4784725" y="4083050"/>
            <a:ext cx="452438" cy="266700"/>
          </a:xfrm>
          <a:prstGeom prst="line">
            <a:avLst/>
          </a:prstGeom>
          <a:noFill/>
          <a:ln w="76200">
            <a:solidFill>
              <a:schemeClr val="tx1"/>
            </a:solidFill>
            <a:prstDash val="sysDot"/>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6637" name="Line 45">
            <a:extLst>
              <a:ext uri="{FF2B5EF4-FFF2-40B4-BE49-F238E27FC236}">
                <a16:creationId xmlns:a16="http://schemas.microsoft.com/office/drawing/2014/main" id="{F2A5B9F7-17F3-68B7-30AC-B4BD5201D2C3}"/>
              </a:ext>
            </a:extLst>
          </p:cNvPr>
          <p:cNvSpPr>
            <a:spLocks noChangeShapeType="1"/>
          </p:cNvSpPr>
          <p:nvPr/>
        </p:nvSpPr>
        <p:spPr bwMode="auto">
          <a:xfrm>
            <a:off x="4699000" y="4251325"/>
            <a:ext cx="452438" cy="2667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6638" name="Line 46">
            <a:extLst>
              <a:ext uri="{FF2B5EF4-FFF2-40B4-BE49-F238E27FC236}">
                <a16:creationId xmlns:a16="http://schemas.microsoft.com/office/drawing/2014/main" id="{2BF5F75B-D397-0AD5-6CD8-01C38DA2923B}"/>
              </a:ext>
            </a:extLst>
          </p:cNvPr>
          <p:cNvSpPr>
            <a:spLocks noChangeShapeType="1"/>
          </p:cNvSpPr>
          <p:nvPr/>
        </p:nvSpPr>
        <p:spPr bwMode="auto">
          <a:xfrm flipH="1" flipV="1">
            <a:off x="4260850" y="2943225"/>
            <a:ext cx="0" cy="4826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66639" name="Line 47">
            <a:extLst>
              <a:ext uri="{FF2B5EF4-FFF2-40B4-BE49-F238E27FC236}">
                <a16:creationId xmlns:a16="http://schemas.microsoft.com/office/drawing/2014/main" id="{9DB3AEE1-42CA-5224-66A4-A43BFA4C3EA0}"/>
              </a:ext>
            </a:extLst>
          </p:cNvPr>
          <p:cNvSpPr>
            <a:spLocks noChangeShapeType="1"/>
          </p:cNvSpPr>
          <p:nvPr/>
        </p:nvSpPr>
        <p:spPr bwMode="auto">
          <a:xfrm flipV="1">
            <a:off x="4413250" y="2949575"/>
            <a:ext cx="0" cy="482600"/>
          </a:xfrm>
          <a:prstGeom prst="line">
            <a:avLst/>
          </a:prstGeom>
          <a:noFill/>
          <a:ln w="76200">
            <a:solidFill>
              <a:schemeClr val="tx1"/>
            </a:solidFill>
            <a:prstDash val="sysDot"/>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Tree>
    <p:custDataLst>
      <p:tags r:id="rId1"/>
    </p:custData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922" name="Picture 2" descr="CarbonateMesh">
            <a:extLst>
              <a:ext uri="{FF2B5EF4-FFF2-40B4-BE49-F238E27FC236}">
                <a16:creationId xmlns:a16="http://schemas.microsoft.com/office/drawing/2014/main" id="{062EE7D6-DF70-A960-8738-0F644B8191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600" y="1230313"/>
            <a:ext cx="8180388" cy="508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0691" name="Text Box 3">
            <a:extLst>
              <a:ext uri="{FF2B5EF4-FFF2-40B4-BE49-F238E27FC236}">
                <a16:creationId xmlns:a16="http://schemas.microsoft.com/office/drawing/2014/main" id="{D418DE77-3A14-F537-8109-80492010352F}"/>
              </a:ext>
            </a:extLst>
          </p:cNvPr>
          <p:cNvSpPr txBox="1">
            <a:spLocks noChangeArrowheads="1"/>
          </p:cNvSpPr>
          <p:nvPr/>
        </p:nvSpPr>
        <p:spPr bwMode="auto">
          <a:xfrm>
            <a:off x="1065213" y="284163"/>
            <a:ext cx="6699250" cy="1066800"/>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Here’s how we now view each lobe of the </a:t>
            </a:r>
            <a:r>
              <a:rPr lang="en-US" sz="3200">
                <a:solidFill>
                  <a:srgbClr val="FFFFFF"/>
                </a:solidFill>
                <a:effectLst>
                  <a:outerShdw blurRad="38100" dist="38100" dir="2700000" algn="tl">
                    <a:srgbClr val="000000"/>
                  </a:outerShdw>
                </a:effectLst>
                <a:latin typeface="Symbol" pitchFamily="18" charset="2"/>
                <a:ea typeface="+mn-ea"/>
              </a:rPr>
              <a:t>p</a:t>
            </a:r>
            <a:r>
              <a:rPr lang="en-US" sz="3200">
                <a:solidFill>
                  <a:srgbClr val="FFFFFF"/>
                </a:solidFill>
                <a:effectLst>
                  <a:outerShdw blurRad="38100" dist="38100" dir="2700000" algn="tl">
                    <a:srgbClr val="000000"/>
                  </a:outerShdw>
                </a:effectLst>
                <a:latin typeface="Times New Roman" pitchFamily="18" charset="0"/>
                <a:ea typeface="+mn-ea"/>
              </a:rPr>
              <a:t>-orbital</a:t>
            </a:r>
          </a:p>
        </p:txBody>
      </p:sp>
    </p:spTree>
    <p:custDataLst>
      <p:tags r:id="rId1"/>
    </p:custData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Oval 2">
            <a:extLst>
              <a:ext uri="{FF2B5EF4-FFF2-40B4-BE49-F238E27FC236}">
                <a16:creationId xmlns:a16="http://schemas.microsoft.com/office/drawing/2014/main" id="{DD5CFDD5-34C1-0480-4291-34EF901B1CE9}"/>
              </a:ext>
            </a:extLst>
          </p:cNvPr>
          <p:cNvSpPr>
            <a:spLocks noChangeArrowheads="1"/>
          </p:cNvSpPr>
          <p:nvPr/>
        </p:nvSpPr>
        <p:spPr bwMode="auto">
          <a:xfrm rot="1017020">
            <a:off x="2438400" y="2552700"/>
            <a:ext cx="2413000" cy="990600"/>
          </a:xfrm>
          <a:prstGeom prst="ellipse">
            <a:avLst/>
          </a:prstGeom>
          <a:solidFill>
            <a:schemeClr val="accent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1715" name="Oval 3">
            <a:extLst>
              <a:ext uri="{FF2B5EF4-FFF2-40B4-BE49-F238E27FC236}">
                <a16:creationId xmlns:a16="http://schemas.microsoft.com/office/drawing/2014/main" id="{F443C333-A2DB-58B7-70FA-3738AD0D1BF7}"/>
              </a:ext>
            </a:extLst>
          </p:cNvPr>
          <p:cNvSpPr>
            <a:spLocks noChangeArrowheads="1"/>
          </p:cNvSpPr>
          <p:nvPr/>
        </p:nvSpPr>
        <p:spPr bwMode="auto">
          <a:xfrm>
            <a:off x="3822700" y="2819400"/>
            <a:ext cx="2451100" cy="1016000"/>
          </a:xfrm>
          <a:prstGeom prst="ellipse">
            <a:avLst/>
          </a:prstGeom>
          <a:solidFill>
            <a:srgbClr val="FF99FF"/>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1716" name="Oval 4">
            <a:extLst>
              <a:ext uri="{FF2B5EF4-FFF2-40B4-BE49-F238E27FC236}">
                <a16:creationId xmlns:a16="http://schemas.microsoft.com/office/drawing/2014/main" id="{10F64B5D-DC4C-AA2E-C305-C82E82FD443D}"/>
              </a:ext>
            </a:extLst>
          </p:cNvPr>
          <p:cNvSpPr>
            <a:spLocks noChangeArrowheads="1"/>
          </p:cNvSpPr>
          <p:nvPr/>
        </p:nvSpPr>
        <p:spPr bwMode="auto">
          <a:xfrm rot="20688389" flipH="1">
            <a:off x="2405063" y="3027363"/>
            <a:ext cx="2540000" cy="1079500"/>
          </a:xfrm>
          <a:prstGeom prst="ellipse">
            <a:avLst/>
          </a:prstGeom>
          <a:solidFill>
            <a:srgbClr val="00FF00"/>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211973" name="Rectangle 5">
            <a:extLst>
              <a:ext uri="{FF2B5EF4-FFF2-40B4-BE49-F238E27FC236}">
                <a16:creationId xmlns:a16="http://schemas.microsoft.com/office/drawing/2014/main" id="{B6BE84DD-BD0A-DEBD-34C9-CB3566CFB550}"/>
              </a:ext>
            </a:extLst>
          </p:cNvPr>
          <p:cNvSpPr>
            <a:spLocks noGrp="1" noChangeArrowheads="1"/>
          </p:cNvSpPr>
          <p:nvPr>
            <p:ph type="title" idx="4294967295"/>
          </p:nvPr>
        </p:nvSpPr>
        <p:spPr>
          <a:xfrm>
            <a:off x="652463" y="241300"/>
            <a:ext cx="7772400"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2: Carbonate Ion</a:t>
            </a:r>
          </a:p>
        </p:txBody>
      </p:sp>
      <p:sp>
        <p:nvSpPr>
          <p:cNvPr id="371718" name="Text Box 6">
            <a:extLst>
              <a:ext uri="{FF2B5EF4-FFF2-40B4-BE49-F238E27FC236}">
                <a16:creationId xmlns:a16="http://schemas.microsoft.com/office/drawing/2014/main" id="{81C51927-3D08-5D03-7FBB-49E01E96421C}"/>
              </a:ext>
            </a:extLst>
          </p:cNvPr>
          <p:cNvSpPr txBox="1">
            <a:spLocks noChangeArrowheads="1"/>
          </p:cNvSpPr>
          <p:nvPr/>
        </p:nvSpPr>
        <p:spPr bwMode="auto">
          <a:xfrm>
            <a:off x="3743325" y="27908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C</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71719" name="Text Box 7">
            <a:extLst>
              <a:ext uri="{FF2B5EF4-FFF2-40B4-BE49-F238E27FC236}">
                <a16:creationId xmlns:a16="http://schemas.microsoft.com/office/drawing/2014/main" id="{C8E27621-1C13-17A5-48E5-E3EC42B0484B}"/>
              </a:ext>
            </a:extLst>
          </p:cNvPr>
          <p:cNvSpPr txBox="1">
            <a:spLocks noChangeArrowheads="1"/>
          </p:cNvSpPr>
          <p:nvPr/>
        </p:nvSpPr>
        <p:spPr bwMode="auto">
          <a:xfrm>
            <a:off x="2374900" y="32623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71720" name="Text Box 8">
            <a:extLst>
              <a:ext uri="{FF2B5EF4-FFF2-40B4-BE49-F238E27FC236}">
                <a16:creationId xmlns:a16="http://schemas.microsoft.com/office/drawing/2014/main" id="{78F45706-726D-F557-673B-112F291C7414}"/>
              </a:ext>
            </a:extLst>
          </p:cNvPr>
          <p:cNvSpPr txBox="1">
            <a:spLocks noChangeArrowheads="1"/>
          </p:cNvSpPr>
          <p:nvPr/>
        </p:nvSpPr>
        <p:spPr bwMode="auto">
          <a:xfrm>
            <a:off x="5118100" y="275748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71721" name="Text Box 9">
            <a:extLst>
              <a:ext uri="{FF2B5EF4-FFF2-40B4-BE49-F238E27FC236}">
                <a16:creationId xmlns:a16="http://schemas.microsoft.com/office/drawing/2014/main" id="{B4A4CE2A-ABB2-D185-9479-A5E64E607DE6}"/>
              </a:ext>
            </a:extLst>
          </p:cNvPr>
          <p:cNvSpPr txBox="1">
            <a:spLocks noChangeArrowheads="1"/>
          </p:cNvSpPr>
          <p:nvPr/>
        </p:nvSpPr>
        <p:spPr bwMode="auto">
          <a:xfrm>
            <a:off x="2419350" y="23399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71722" name="Text Box 10">
            <a:extLst>
              <a:ext uri="{FF2B5EF4-FFF2-40B4-BE49-F238E27FC236}">
                <a16:creationId xmlns:a16="http://schemas.microsoft.com/office/drawing/2014/main" id="{8F64240E-E6CF-2082-D05D-892F5E194473}"/>
              </a:ext>
            </a:extLst>
          </p:cNvPr>
          <p:cNvSpPr txBox="1">
            <a:spLocks noChangeArrowheads="1"/>
          </p:cNvSpPr>
          <p:nvPr/>
        </p:nvSpPr>
        <p:spPr bwMode="auto">
          <a:xfrm>
            <a:off x="1412875" y="5367338"/>
            <a:ext cx="6400800" cy="946150"/>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00FFFF"/>
                </a:solidFill>
                <a:effectLst>
                  <a:outerShdw blurRad="38100" dist="38100" dir="2700000" algn="tl">
                    <a:srgbClr val="000000"/>
                  </a:outerShdw>
                </a:effectLst>
                <a:latin typeface="Times New Roman" pitchFamily="18" charset="0"/>
                <a:ea typeface="+mn-ea"/>
              </a:rPr>
              <a:t>Three </a:t>
            </a:r>
            <a:r>
              <a:rPr lang="en-US" sz="2800">
                <a:solidFill>
                  <a:srgbClr val="00FFFF"/>
                </a:solidFill>
                <a:effectLst>
                  <a:outerShdw blurRad="38100" dist="38100" dir="2700000" algn="tl">
                    <a:srgbClr val="000000"/>
                  </a:outerShdw>
                </a:effectLst>
                <a:latin typeface="Symbol" pitchFamily="18" charset="2"/>
                <a:ea typeface="+mn-ea"/>
              </a:rPr>
              <a:t>s</a:t>
            </a:r>
            <a:r>
              <a:rPr lang="en-US" sz="2800">
                <a:solidFill>
                  <a:srgbClr val="00FFFF"/>
                </a:solidFill>
                <a:effectLst>
                  <a:outerShdw blurRad="38100" dist="38100" dir="2700000" algn="tl">
                    <a:srgbClr val="000000"/>
                  </a:outerShdw>
                </a:effectLst>
                <a:latin typeface="Times New Roman" pitchFamily="18" charset="0"/>
                <a:ea typeface="+mn-ea"/>
              </a:rPr>
              <a:t>-orbitals form a triangular plane (seen from slightly above here) </a:t>
            </a:r>
          </a:p>
        </p:txBody>
      </p:sp>
      <p:sp>
        <p:nvSpPr>
          <p:cNvPr id="371723" name="Text Box 11">
            <a:extLst>
              <a:ext uri="{FF2B5EF4-FFF2-40B4-BE49-F238E27FC236}">
                <a16:creationId xmlns:a16="http://schemas.microsoft.com/office/drawing/2014/main" id="{05B1F1D2-DA89-9DBC-C0D7-829AAA3121C1}"/>
              </a:ext>
            </a:extLst>
          </p:cNvPr>
          <p:cNvSpPr txBox="1">
            <a:spLocks noChangeArrowheads="1"/>
          </p:cNvSpPr>
          <p:nvPr/>
        </p:nvSpPr>
        <p:spPr bwMode="auto">
          <a:xfrm>
            <a:off x="3390900" y="3213100"/>
            <a:ext cx="495300"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Symbol" pitchFamily="18" charset="2"/>
                <a:ea typeface="+mn-ea"/>
              </a:rPr>
              <a:t>s</a:t>
            </a:r>
          </a:p>
        </p:txBody>
      </p:sp>
      <p:sp>
        <p:nvSpPr>
          <p:cNvPr id="371724" name="Text Box 12">
            <a:extLst>
              <a:ext uri="{FF2B5EF4-FFF2-40B4-BE49-F238E27FC236}">
                <a16:creationId xmlns:a16="http://schemas.microsoft.com/office/drawing/2014/main" id="{AD7BD538-7AF9-E74E-3A9E-72FE7921B9D4}"/>
              </a:ext>
            </a:extLst>
          </p:cNvPr>
          <p:cNvSpPr txBox="1">
            <a:spLocks noChangeArrowheads="1"/>
          </p:cNvSpPr>
          <p:nvPr/>
        </p:nvSpPr>
        <p:spPr bwMode="auto">
          <a:xfrm>
            <a:off x="3314700" y="2565400"/>
            <a:ext cx="495300"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Symbol" pitchFamily="18" charset="2"/>
                <a:ea typeface="+mn-ea"/>
              </a:rPr>
              <a:t>s</a:t>
            </a:r>
          </a:p>
        </p:txBody>
      </p:sp>
      <p:sp>
        <p:nvSpPr>
          <p:cNvPr id="371725" name="Text Box 13">
            <a:extLst>
              <a:ext uri="{FF2B5EF4-FFF2-40B4-BE49-F238E27FC236}">
                <a16:creationId xmlns:a16="http://schemas.microsoft.com/office/drawing/2014/main" id="{3BE442D8-BB65-252B-091E-2B7C443BB5F3}"/>
              </a:ext>
            </a:extLst>
          </p:cNvPr>
          <p:cNvSpPr txBox="1">
            <a:spLocks noChangeArrowheads="1"/>
          </p:cNvSpPr>
          <p:nvPr/>
        </p:nvSpPr>
        <p:spPr bwMode="auto">
          <a:xfrm>
            <a:off x="4889500" y="2933700"/>
            <a:ext cx="495300"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Symbol" pitchFamily="18" charset="2"/>
                <a:ea typeface="+mn-ea"/>
              </a:rPr>
              <a:t>s</a:t>
            </a:r>
          </a:p>
        </p:txBody>
      </p:sp>
    </p:spTree>
    <p:custDataLst>
      <p:tags r:id="rId1"/>
    </p:custData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Oval 2">
            <a:extLst>
              <a:ext uri="{FF2B5EF4-FFF2-40B4-BE49-F238E27FC236}">
                <a16:creationId xmlns:a16="http://schemas.microsoft.com/office/drawing/2014/main" id="{3D4485C8-11AF-4CEC-CA2E-2027D4E49362}"/>
              </a:ext>
            </a:extLst>
          </p:cNvPr>
          <p:cNvSpPr>
            <a:spLocks noChangeArrowheads="1"/>
          </p:cNvSpPr>
          <p:nvPr/>
        </p:nvSpPr>
        <p:spPr bwMode="auto">
          <a:xfrm rot="1017020">
            <a:off x="2438400" y="2552700"/>
            <a:ext cx="2413000" cy="990600"/>
          </a:xfrm>
          <a:prstGeom prst="ellipse">
            <a:avLst/>
          </a:prstGeom>
          <a:solidFill>
            <a:schemeClr val="accent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2739" name="Oval 3">
            <a:extLst>
              <a:ext uri="{FF2B5EF4-FFF2-40B4-BE49-F238E27FC236}">
                <a16:creationId xmlns:a16="http://schemas.microsoft.com/office/drawing/2014/main" id="{63AA52E6-CEEC-FF5E-A26F-8893794DD97D}"/>
              </a:ext>
            </a:extLst>
          </p:cNvPr>
          <p:cNvSpPr>
            <a:spLocks noChangeArrowheads="1"/>
          </p:cNvSpPr>
          <p:nvPr/>
        </p:nvSpPr>
        <p:spPr bwMode="auto">
          <a:xfrm>
            <a:off x="3822700" y="2819400"/>
            <a:ext cx="2451100" cy="1016000"/>
          </a:xfrm>
          <a:prstGeom prst="ellipse">
            <a:avLst/>
          </a:prstGeom>
          <a:solidFill>
            <a:srgbClr val="FF99FF"/>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2740" name="Oval 4">
            <a:extLst>
              <a:ext uri="{FF2B5EF4-FFF2-40B4-BE49-F238E27FC236}">
                <a16:creationId xmlns:a16="http://schemas.microsoft.com/office/drawing/2014/main" id="{E0F1BB4B-2676-7920-6F8F-278E1ADF6777}"/>
              </a:ext>
            </a:extLst>
          </p:cNvPr>
          <p:cNvSpPr>
            <a:spLocks noChangeArrowheads="1"/>
          </p:cNvSpPr>
          <p:nvPr/>
        </p:nvSpPr>
        <p:spPr bwMode="auto">
          <a:xfrm rot="20688389" flipH="1">
            <a:off x="2405063" y="3027363"/>
            <a:ext cx="2540000" cy="1079500"/>
          </a:xfrm>
          <a:prstGeom prst="ellipse">
            <a:avLst/>
          </a:prstGeom>
          <a:solidFill>
            <a:srgbClr val="00FF00"/>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214021" name="Rectangle 5">
            <a:extLst>
              <a:ext uri="{FF2B5EF4-FFF2-40B4-BE49-F238E27FC236}">
                <a16:creationId xmlns:a16="http://schemas.microsoft.com/office/drawing/2014/main" id="{B0C7520F-B113-A607-1A7E-DCCF45E1279E}"/>
              </a:ext>
            </a:extLst>
          </p:cNvPr>
          <p:cNvSpPr>
            <a:spLocks noGrp="1" noChangeArrowheads="1"/>
          </p:cNvSpPr>
          <p:nvPr>
            <p:ph type="title" idx="4294967295"/>
          </p:nvPr>
        </p:nvSpPr>
        <p:spPr>
          <a:xfrm>
            <a:off x="652463" y="241300"/>
            <a:ext cx="7772400"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2: Carbonate Ion</a:t>
            </a:r>
          </a:p>
        </p:txBody>
      </p:sp>
      <p:sp>
        <p:nvSpPr>
          <p:cNvPr id="372742" name="Text Box 6">
            <a:extLst>
              <a:ext uri="{FF2B5EF4-FFF2-40B4-BE49-F238E27FC236}">
                <a16:creationId xmlns:a16="http://schemas.microsoft.com/office/drawing/2014/main" id="{7EEDFEFC-F0AC-3948-23B7-3A9306617298}"/>
              </a:ext>
            </a:extLst>
          </p:cNvPr>
          <p:cNvSpPr txBox="1">
            <a:spLocks noChangeArrowheads="1"/>
          </p:cNvSpPr>
          <p:nvPr/>
        </p:nvSpPr>
        <p:spPr bwMode="auto">
          <a:xfrm>
            <a:off x="3743325" y="27908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C</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72743" name="Text Box 7">
            <a:extLst>
              <a:ext uri="{FF2B5EF4-FFF2-40B4-BE49-F238E27FC236}">
                <a16:creationId xmlns:a16="http://schemas.microsoft.com/office/drawing/2014/main" id="{8E977C06-0ACB-D351-AF81-8979FAAB6802}"/>
              </a:ext>
            </a:extLst>
          </p:cNvPr>
          <p:cNvSpPr txBox="1">
            <a:spLocks noChangeArrowheads="1"/>
          </p:cNvSpPr>
          <p:nvPr/>
        </p:nvSpPr>
        <p:spPr bwMode="auto">
          <a:xfrm>
            <a:off x="2374900" y="32623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72744" name="Text Box 8">
            <a:extLst>
              <a:ext uri="{FF2B5EF4-FFF2-40B4-BE49-F238E27FC236}">
                <a16:creationId xmlns:a16="http://schemas.microsoft.com/office/drawing/2014/main" id="{F56F093C-7735-BA09-B3AB-1E99C01013CD}"/>
              </a:ext>
            </a:extLst>
          </p:cNvPr>
          <p:cNvSpPr txBox="1">
            <a:spLocks noChangeArrowheads="1"/>
          </p:cNvSpPr>
          <p:nvPr/>
        </p:nvSpPr>
        <p:spPr bwMode="auto">
          <a:xfrm>
            <a:off x="5118100" y="275748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72745" name="Text Box 9">
            <a:extLst>
              <a:ext uri="{FF2B5EF4-FFF2-40B4-BE49-F238E27FC236}">
                <a16:creationId xmlns:a16="http://schemas.microsoft.com/office/drawing/2014/main" id="{91EBE986-58FB-1B3B-F73F-27708ED83F71}"/>
              </a:ext>
            </a:extLst>
          </p:cNvPr>
          <p:cNvSpPr txBox="1">
            <a:spLocks noChangeArrowheads="1"/>
          </p:cNvSpPr>
          <p:nvPr/>
        </p:nvSpPr>
        <p:spPr bwMode="auto">
          <a:xfrm>
            <a:off x="2419350" y="23399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72746" name="Text Box 10">
            <a:extLst>
              <a:ext uri="{FF2B5EF4-FFF2-40B4-BE49-F238E27FC236}">
                <a16:creationId xmlns:a16="http://schemas.microsoft.com/office/drawing/2014/main" id="{3A036879-188D-22B9-3EB6-2796BBA8DE9D}"/>
              </a:ext>
            </a:extLst>
          </p:cNvPr>
          <p:cNvSpPr txBox="1">
            <a:spLocks noChangeArrowheads="1"/>
          </p:cNvSpPr>
          <p:nvPr/>
        </p:nvSpPr>
        <p:spPr bwMode="auto">
          <a:xfrm>
            <a:off x="1412875" y="5367338"/>
            <a:ext cx="6400800" cy="946150"/>
          </a:xfrm>
          <a:prstGeom prst="rect">
            <a:avLst/>
          </a:prstGeom>
          <a:noFill/>
          <a:ln w="12700">
            <a:noFill/>
            <a:miter lim="800000"/>
            <a:headEnd/>
            <a:tailEnd/>
          </a:ln>
          <a:effectLst/>
        </p:spPr>
        <p:txBody>
          <a:bodyPr>
            <a:spAutoFit/>
          </a:bodyPr>
          <a:lstStyle/>
          <a:p>
            <a:pPr algn="ctr">
              <a:spcBef>
                <a:spcPct val="50000"/>
              </a:spcBef>
              <a:defRPr/>
            </a:pPr>
            <a:r>
              <a:rPr lang="en-US" sz="2800" dirty="0">
                <a:solidFill>
                  <a:srgbClr val="00FFFF"/>
                </a:solidFill>
                <a:effectLst>
                  <a:outerShdw blurRad="38100" dist="38100" dir="2700000" algn="tl">
                    <a:srgbClr val="000000"/>
                  </a:outerShdw>
                </a:effectLst>
                <a:latin typeface="Times New Roman" pitchFamily="18" charset="0"/>
                <a:ea typeface="+mn-ea"/>
              </a:rPr>
              <a:t>One lobe of the </a:t>
            </a:r>
            <a:r>
              <a:rPr lang="en-US" sz="2800" dirty="0">
                <a:solidFill>
                  <a:srgbClr val="00FFFF"/>
                </a:solidFill>
                <a:effectLst>
                  <a:outerShdw blurRad="38100" dist="38100" dir="2700000" algn="tl">
                    <a:srgbClr val="000000"/>
                  </a:outerShdw>
                </a:effectLst>
                <a:latin typeface="Symbol" pitchFamily="18" charset="2"/>
                <a:ea typeface="+mn-ea"/>
              </a:rPr>
              <a:t>p</a:t>
            </a:r>
            <a:r>
              <a:rPr lang="en-US" sz="2800" dirty="0">
                <a:solidFill>
                  <a:srgbClr val="00FFFF"/>
                </a:solidFill>
                <a:effectLst>
                  <a:outerShdw blurRad="38100" dist="38100" dir="2700000" algn="tl">
                    <a:srgbClr val="000000"/>
                  </a:outerShdw>
                </a:effectLst>
                <a:latin typeface="Times New Roman" pitchFamily="18" charset="0"/>
                <a:ea typeface="+mn-ea"/>
              </a:rPr>
              <a:t> molecular orbital forms a triangular half-bun on top of the molecule </a:t>
            </a:r>
          </a:p>
        </p:txBody>
      </p:sp>
      <p:sp>
        <p:nvSpPr>
          <p:cNvPr id="372747" name="Text Box 11">
            <a:extLst>
              <a:ext uri="{FF2B5EF4-FFF2-40B4-BE49-F238E27FC236}">
                <a16:creationId xmlns:a16="http://schemas.microsoft.com/office/drawing/2014/main" id="{50E3A3FA-E823-A539-9359-AF131FF91E69}"/>
              </a:ext>
            </a:extLst>
          </p:cNvPr>
          <p:cNvSpPr txBox="1">
            <a:spLocks noChangeArrowheads="1"/>
          </p:cNvSpPr>
          <p:nvPr/>
        </p:nvSpPr>
        <p:spPr bwMode="auto">
          <a:xfrm>
            <a:off x="3390900" y="3213100"/>
            <a:ext cx="495300"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Symbol" pitchFamily="18" charset="2"/>
                <a:ea typeface="+mn-ea"/>
              </a:rPr>
              <a:t>s</a:t>
            </a:r>
          </a:p>
        </p:txBody>
      </p:sp>
      <p:sp>
        <p:nvSpPr>
          <p:cNvPr id="372748" name="Text Box 12">
            <a:extLst>
              <a:ext uri="{FF2B5EF4-FFF2-40B4-BE49-F238E27FC236}">
                <a16:creationId xmlns:a16="http://schemas.microsoft.com/office/drawing/2014/main" id="{AC9FCF6D-D77A-AA84-225A-F8D8C0323BC2}"/>
              </a:ext>
            </a:extLst>
          </p:cNvPr>
          <p:cNvSpPr txBox="1">
            <a:spLocks noChangeArrowheads="1"/>
          </p:cNvSpPr>
          <p:nvPr/>
        </p:nvSpPr>
        <p:spPr bwMode="auto">
          <a:xfrm>
            <a:off x="3314700" y="2565400"/>
            <a:ext cx="495300"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Symbol" pitchFamily="18" charset="2"/>
                <a:ea typeface="+mn-ea"/>
              </a:rPr>
              <a:t>s</a:t>
            </a:r>
          </a:p>
        </p:txBody>
      </p:sp>
      <p:sp>
        <p:nvSpPr>
          <p:cNvPr id="372749" name="Text Box 13">
            <a:extLst>
              <a:ext uri="{FF2B5EF4-FFF2-40B4-BE49-F238E27FC236}">
                <a16:creationId xmlns:a16="http://schemas.microsoft.com/office/drawing/2014/main" id="{AC7256A4-D35D-5FB2-A783-13AF2B3C5966}"/>
              </a:ext>
            </a:extLst>
          </p:cNvPr>
          <p:cNvSpPr txBox="1">
            <a:spLocks noChangeArrowheads="1"/>
          </p:cNvSpPr>
          <p:nvPr/>
        </p:nvSpPr>
        <p:spPr bwMode="auto">
          <a:xfrm>
            <a:off x="4889500" y="2933700"/>
            <a:ext cx="495300"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Symbol" pitchFamily="18" charset="2"/>
                <a:ea typeface="+mn-ea"/>
              </a:rPr>
              <a:t>s</a:t>
            </a:r>
          </a:p>
        </p:txBody>
      </p:sp>
      <p:grpSp>
        <p:nvGrpSpPr>
          <p:cNvPr id="2" name="Group 14">
            <a:extLst>
              <a:ext uri="{FF2B5EF4-FFF2-40B4-BE49-F238E27FC236}">
                <a16:creationId xmlns:a16="http://schemas.microsoft.com/office/drawing/2014/main" id="{8092B21C-7230-F71C-261A-AE5986DEC20C}"/>
              </a:ext>
            </a:extLst>
          </p:cNvPr>
          <p:cNvGrpSpPr>
            <a:grpSpLocks/>
          </p:cNvGrpSpPr>
          <p:nvPr/>
        </p:nvGrpSpPr>
        <p:grpSpPr bwMode="auto">
          <a:xfrm>
            <a:off x="2557463" y="2374900"/>
            <a:ext cx="3614737" cy="1350963"/>
            <a:chOff x="1611" y="1496"/>
            <a:chExt cx="2277" cy="851"/>
          </a:xfrm>
        </p:grpSpPr>
        <p:grpSp>
          <p:nvGrpSpPr>
            <p:cNvPr id="214031" name="Group 15">
              <a:extLst>
                <a:ext uri="{FF2B5EF4-FFF2-40B4-BE49-F238E27FC236}">
                  <a16:creationId xmlns:a16="http://schemas.microsoft.com/office/drawing/2014/main" id="{C1A13FB3-B3FE-C2F6-E3C5-33B3D34271FD}"/>
                </a:ext>
              </a:extLst>
            </p:cNvPr>
            <p:cNvGrpSpPr>
              <a:grpSpLocks/>
            </p:cNvGrpSpPr>
            <p:nvPr/>
          </p:nvGrpSpPr>
          <p:grpSpPr bwMode="auto">
            <a:xfrm>
              <a:off x="1611" y="1496"/>
              <a:ext cx="2277" cy="851"/>
              <a:chOff x="1611" y="1704"/>
              <a:chExt cx="2437" cy="979"/>
            </a:xfrm>
          </p:grpSpPr>
          <p:sp>
            <p:nvSpPr>
              <p:cNvPr id="372752" name="Oval 16">
                <a:extLst>
                  <a:ext uri="{FF2B5EF4-FFF2-40B4-BE49-F238E27FC236}">
                    <a16:creationId xmlns:a16="http://schemas.microsoft.com/office/drawing/2014/main" id="{CEF9A643-AC8E-1BB1-FF83-5BB6D847F8E8}"/>
                  </a:ext>
                </a:extLst>
              </p:cNvPr>
              <p:cNvSpPr>
                <a:spLocks noChangeArrowheads="1"/>
              </p:cNvSpPr>
              <p:nvPr/>
            </p:nvSpPr>
            <p:spPr bwMode="auto">
              <a:xfrm rot="1017020">
                <a:off x="1632" y="1704"/>
                <a:ext cx="1520" cy="624"/>
              </a:xfrm>
              <a:prstGeom prst="ellipse">
                <a:avLst/>
              </a:prstGeom>
              <a:solidFill>
                <a:srgbClr val="FF00FF"/>
              </a:solidFill>
              <a:ln w="12700">
                <a:solidFill>
                  <a:srgbClr val="FF00FF"/>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2753" name="Oval 17">
                <a:extLst>
                  <a:ext uri="{FF2B5EF4-FFF2-40B4-BE49-F238E27FC236}">
                    <a16:creationId xmlns:a16="http://schemas.microsoft.com/office/drawing/2014/main" id="{56875F39-8E33-DA22-F9EB-CFA30397747D}"/>
                  </a:ext>
                </a:extLst>
              </p:cNvPr>
              <p:cNvSpPr>
                <a:spLocks noChangeArrowheads="1"/>
              </p:cNvSpPr>
              <p:nvPr/>
            </p:nvSpPr>
            <p:spPr bwMode="auto">
              <a:xfrm>
                <a:off x="2504" y="1872"/>
                <a:ext cx="1544" cy="640"/>
              </a:xfrm>
              <a:prstGeom prst="ellipse">
                <a:avLst/>
              </a:prstGeom>
              <a:solidFill>
                <a:srgbClr val="FF00FF"/>
              </a:solidFill>
              <a:ln w="12700">
                <a:solidFill>
                  <a:srgbClr val="FF00FF"/>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2754" name="Oval 18">
                <a:extLst>
                  <a:ext uri="{FF2B5EF4-FFF2-40B4-BE49-F238E27FC236}">
                    <a16:creationId xmlns:a16="http://schemas.microsoft.com/office/drawing/2014/main" id="{29E15681-2B48-05EC-F0DD-A2826D2C04DD}"/>
                  </a:ext>
                </a:extLst>
              </p:cNvPr>
              <p:cNvSpPr>
                <a:spLocks noChangeArrowheads="1"/>
              </p:cNvSpPr>
              <p:nvPr/>
            </p:nvSpPr>
            <p:spPr bwMode="auto">
              <a:xfrm rot="20688389" flipH="1">
                <a:off x="1611" y="2003"/>
                <a:ext cx="1600" cy="680"/>
              </a:xfrm>
              <a:prstGeom prst="ellipse">
                <a:avLst/>
              </a:prstGeom>
              <a:solidFill>
                <a:srgbClr val="FF00FF"/>
              </a:solidFill>
              <a:ln w="12700">
                <a:solidFill>
                  <a:srgbClr val="FF00FF"/>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72755" name="Text Box 19">
              <a:extLst>
                <a:ext uri="{FF2B5EF4-FFF2-40B4-BE49-F238E27FC236}">
                  <a16:creationId xmlns:a16="http://schemas.microsoft.com/office/drawing/2014/main" id="{B8290C74-B24C-966B-0034-301B91B03D86}"/>
                </a:ext>
              </a:extLst>
            </p:cNvPr>
            <p:cNvSpPr txBox="1">
              <a:spLocks noChangeArrowheads="1"/>
            </p:cNvSpPr>
            <p:nvPr/>
          </p:nvSpPr>
          <p:spPr bwMode="auto">
            <a:xfrm>
              <a:off x="2336" y="1640"/>
              <a:ext cx="560" cy="442"/>
            </a:xfrm>
            <a:prstGeom prst="rect">
              <a:avLst/>
            </a:prstGeom>
            <a:noFill/>
            <a:ln w="12700">
              <a:noFill/>
              <a:miter lim="800000"/>
              <a:headEnd/>
              <a:tailEnd/>
            </a:ln>
            <a:effectLst/>
          </p:spPr>
          <p:txBody>
            <a:bodyPr>
              <a:spAutoFit/>
            </a:bodyPr>
            <a:lstStyle/>
            <a:p>
              <a:pPr algn="ctr">
                <a:spcBef>
                  <a:spcPct val="50000"/>
                </a:spcBef>
                <a:defRPr/>
              </a:pPr>
              <a:r>
                <a:rPr lang="en-US" sz="4000">
                  <a:solidFill>
                    <a:srgbClr val="FFFFFF"/>
                  </a:solidFill>
                  <a:effectLst>
                    <a:outerShdw blurRad="38100" dist="38100" dir="2700000" algn="tl">
                      <a:srgbClr val="000000"/>
                    </a:outerShdw>
                  </a:effectLst>
                  <a:latin typeface="Symbol" pitchFamily="18" charset="2"/>
                  <a:ea typeface="+mn-ea"/>
                </a:rPr>
                <a:t>p</a:t>
              </a:r>
              <a:r>
                <a:rPr lang="en-US" sz="4000" baseline="30000">
                  <a:solidFill>
                    <a:srgbClr val="FFFFFF"/>
                  </a:solidFill>
                  <a:effectLst>
                    <a:outerShdw blurRad="38100" dist="38100" dir="2700000" algn="tl">
                      <a:srgbClr val="000000"/>
                    </a:outerShdw>
                  </a:effectLst>
                  <a:latin typeface="Times New Roman" pitchFamily="18" charset="0"/>
                  <a:ea typeface="+mn-ea"/>
                </a:rPr>
                <a:t>+</a:t>
              </a:r>
              <a:endParaRPr lang="en-US" sz="4000">
                <a:solidFill>
                  <a:srgbClr val="FFFFFF"/>
                </a:solidFill>
                <a:effectLst>
                  <a:outerShdw blurRad="38100" dist="38100" dir="2700000" algn="tl">
                    <a:srgbClr val="000000"/>
                  </a:outerShdw>
                </a:effectLst>
                <a:latin typeface="Times New Roman" pitchFamily="18" charset="0"/>
                <a:ea typeface="+mn-ea"/>
              </a:endParaRP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E12A1ECB-A95D-326A-00A6-5E25F0E0386C}"/>
              </a:ext>
            </a:extLst>
          </p:cNvPr>
          <p:cNvGrpSpPr>
            <a:grpSpLocks/>
          </p:cNvGrpSpPr>
          <p:nvPr/>
        </p:nvGrpSpPr>
        <p:grpSpPr bwMode="auto">
          <a:xfrm>
            <a:off x="2709863" y="3276600"/>
            <a:ext cx="3614737" cy="1350963"/>
            <a:chOff x="1707" y="2064"/>
            <a:chExt cx="2277" cy="851"/>
          </a:xfrm>
        </p:grpSpPr>
        <p:grpSp>
          <p:nvGrpSpPr>
            <p:cNvPr id="216082" name="Group 3">
              <a:extLst>
                <a:ext uri="{FF2B5EF4-FFF2-40B4-BE49-F238E27FC236}">
                  <a16:creationId xmlns:a16="http://schemas.microsoft.com/office/drawing/2014/main" id="{EFC49151-5A38-A5A3-96F0-517AB5C2D6A5}"/>
                </a:ext>
              </a:extLst>
            </p:cNvPr>
            <p:cNvGrpSpPr>
              <a:grpSpLocks/>
            </p:cNvGrpSpPr>
            <p:nvPr/>
          </p:nvGrpSpPr>
          <p:grpSpPr bwMode="auto">
            <a:xfrm>
              <a:off x="1707" y="2064"/>
              <a:ext cx="2277" cy="851"/>
              <a:chOff x="1611" y="1704"/>
              <a:chExt cx="2437" cy="979"/>
            </a:xfrm>
          </p:grpSpPr>
          <p:sp>
            <p:nvSpPr>
              <p:cNvPr id="373764" name="Oval 4">
                <a:extLst>
                  <a:ext uri="{FF2B5EF4-FFF2-40B4-BE49-F238E27FC236}">
                    <a16:creationId xmlns:a16="http://schemas.microsoft.com/office/drawing/2014/main" id="{B864329C-5BBF-921D-F8F9-52D13972D6B7}"/>
                  </a:ext>
                </a:extLst>
              </p:cNvPr>
              <p:cNvSpPr>
                <a:spLocks noChangeArrowheads="1"/>
              </p:cNvSpPr>
              <p:nvPr/>
            </p:nvSpPr>
            <p:spPr bwMode="auto">
              <a:xfrm rot="1017020">
                <a:off x="1632" y="1704"/>
                <a:ext cx="1520" cy="624"/>
              </a:xfrm>
              <a:prstGeom prst="ellipse">
                <a:avLst/>
              </a:prstGeom>
              <a:solidFill>
                <a:srgbClr val="FF00FF"/>
              </a:solidFill>
              <a:ln w="12700">
                <a:solidFill>
                  <a:srgbClr val="FF00FF"/>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3765" name="Oval 5">
                <a:extLst>
                  <a:ext uri="{FF2B5EF4-FFF2-40B4-BE49-F238E27FC236}">
                    <a16:creationId xmlns:a16="http://schemas.microsoft.com/office/drawing/2014/main" id="{6B779BB4-1CA1-0A51-CC3F-275F6DD38CE8}"/>
                  </a:ext>
                </a:extLst>
              </p:cNvPr>
              <p:cNvSpPr>
                <a:spLocks noChangeArrowheads="1"/>
              </p:cNvSpPr>
              <p:nvPr/>
            </p:nvSpPr>
            <p:spPr bwMode="auto">
              <a:xfrm>
                <a:off x="2504" y="1872"/>
                <a:ext cx="1544" cy="640"/>
              </a:xfrm>
              <a:prstGeom prst="ellipse">
                <a:avLst/>
              </a:prstGeom>
              <a:solidFill>
                <a:srgbClr val="FF00FF"/>
              </a:solidFill>
              <a:ln w="12700">
                <a:solidFill>
                  <a:srgbClr val="FF00FF"/>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3766" name="Oval 6">
                <a:extLst>
                  <a:ext uri="{FF2B5EF4-FFF2-40B4-BE49-F238E27FC236}">
                    <a16:creationId xmlns:a16="http://schemas.microsoft.com/office/drawing/2014/main" id="{4B22F77D-9990-4FC0-EA9B-070FE6D4F960}"/>
                  </a:ext>
                </a:extLst>
              </p:cNvPr>
              <p:cNvSpPr>
                <a:spLocks noChangeArrowheads="1"/>
              </p:cNvSpPr>
              <p:nvPr/>
            </p:nvSpPr>
            <p:spPr bwMode="auto">
              <a:xfrm rot="20688389" flipH="1">
                <a:off x="1611" y="2003"/>
                <a:ext cx="1600" cy="680"/>
              </a:xfrm>
              <a:prstGeom prst="ellipse">
                <a:avLst/>
              </a:prstGeom>
              <a:solidFill>
                <a:srgbClr val="FF00FF"/>
              </a:solidFill>
              <a:ln w="12700">
                <a:solidFill>
                  <a:srgbClr val="FF00FF"/>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73767" name="Text Box 7">
              <a:extLst>
                <a:ext uri="{FF2B5EF4-FFF2-40B4-BE49-F238E27FC236}">
                  <a16:creationId xmlns:a16="http://schemas.microsoft.com/office/drawing/2014/main" id="{01B48A05-DA0E-A5E1-C338-E23DFBE9CEBC}"/>
                </a:ext>
              </a:extLst>
            </p:cNvPr>
            <p:cNvSpPr txBox="1">
              <a:spLocks noChangeArrowheads="1"/>
            </p:cNvSpPr>
            <p:nvPr/>
          </p:nvSpPr>
          <p:spPr bwMode="auto">
            <a:xfrm>
              <a:off x="2472" y="2416"/>
              <a:ext cx="536" cy="365"/>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Symbol" pitchFamily="18" charset="2"/>
                  <a:ea typeface="+mn-ea"/>
                </a:rPr>
                <a:t>p</a:t>
              </a:r>
              <a:r>
                <a:rPr lang="en-US" sz="3200" baseline="30000">
                  <a:solidFill>
                    <a:srgbClr val="FFFFFF"/>
                  </a:solidFill>
                  <a:effectLst>
                    <a:outerShdw blurRad="38100" dist="38100" dir="2700000" algn="tl">
                      <a:srgbClr val="000000"/>
                    </a:outerShdw>
                  </a:effectLst>
                  <a:latin typeface="Symbol" pitchFamily="18" charset="2"/>
                  <a:ea typeface="+mn-ea"/>
                </a:rPr>
                <a:t>-</a:t>
              </a:r>
              <a:endParaRPr lang="en-US" sz="3200">
                <a:solidFill>
                  <a:srgbClr val="FFFFFF"/>
                </a:solidFill>
                <a:effectLst>
                  <a:outerShdw blurRad="38100" dist="38100" dir="2700000" algn="tl">
                    <a:srgbClr val="000000"/>
                  </a:outerShdw>
                </a:effectLst>
                <a:latin typeface="Symbol" pitchFamily="18" charset="2"/>
                <a:ea typeface="+mn-ea"/>
              </a:endParaRPr>
            </a:p>
          </p:txBody>
        </p:sp>
      </p:grpSp>
      <p:sp>
        <p:nvSpPr>
          <p:cNvPr id="373768" name="Oval 8">
            <a:extLst>
              <a:ext uri="{FF2B5EF4-FFF2-40B4-BE49-F238E27FC236}">
                <a16:creationId xmlns:a16="http://schemas.microsoft.com/office/drawing/2014/main" id="{00578EC6-2CCF-6D58-002D-5C5B79733213}"/>
              </a:ext>
            </a:extLst>
          </p:cNvPr>
          <p:cNvSpPr>
            <a:spLocks noChangeArrowheads="1"/>
          </p:cNvSpPr>
          <p:nvPr/>
        </p:nvSpPr>
        <p:spPr bwMode="auto">
          <a:xfrm rot="1017020">
            <a:off x="2438400" y="2552700"/>
            <a:ext cx="2413000" cy="990600"/>
          </a:xfrm>
          <a:prstGeom prst="ellipse">
            <a:avLst/>
          </a:prstGeom>
          <a:solidFill>
            <a:schemeClr val="accent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3769" name="Oval 9">
            <a:extLst>
              <a:ext uri="{FF2B5EF4-FFF2-40B4-BE49-F238E27FC236}">
                <a16:creationId xmlns:a16="http://schemas.microsoft.com/office/drawing/2014/main" id="{C219B73D-4FB6-9003-2E8D-1EDD9682D61B}"/>
              </a:ext>
            </a:extLst>
          </p:cNvPr>
          <p:cNvSpPr>
            <a:spLocks noChangeArrowheads="1"/>
          </p:cNvSpPr>
          <p:nvPr/>
        </p:nvSpPr>
        <p:spPr bwMode="auto">
          <a:xfrm>
            <a:off x="3822700" y="2819400"/>
            <a:ext cx="2451100" cy="1016000"/>
          </a:xfrm>
          <a:prstGeom prst="ellipse">
            <a:avLst/>
          </a:prstGeom>
          <a:solidFill>
            <a:srgbClr val="FF99FF"/>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3770" name="Oval 10">
            <a:extLst>
              <a:ext uri="{FF2B5EF4-FFF2-40B4-BE49-F238E27FC236}">
                <a16:creationId xmlns:a16="http://schemas.microsoft.com/office/drawing/2014/main" id="{E80E0FE3-94B3-2A03-30C6-E8AB7D0AF2AD}"/>
              </a:ext>
            </a:extLst>
          </p:cNvPr>
          <p:cNvSpPr>
            <a:spLocks noChangeArrowheads="1"/>
          </p:cNvSpPr>
          <p:nvPr/>
        </p:nvSpPr>
        <p:spPr bwMode="auto">
          <a:xfrm rot="20688389" flipH="1">
            <a:off x="2405063" y="3027363"/>
            <a:ext cx="2540000" cy="1079500"/>
          </a:xfrm>
          <a:prstGeom prst="ellipse">
            <a:avLst/>
          </a:prstGeom>
          <a:solidFill>
            <a:srgbClr val="00FF00"/>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216070" name="Rectangle 11">
            <a:extLst>
              <a:ext uri="{FF2B5EF4-FFF2-40B4-BE49-F238E27FC236}">
                <a16:creationId xmlns:a16="http://schemas.microsoft.com/office/drawing/2014/main" id="{1FF0F885-2C89-A661-71E3-3BDE0290CCAE}"/>
              </a:ext>
            </a:extLst>
          </p:cNvPr>
          <p:cNvSpPr>
            <a:spLocks noGrp="1" noChangeArrowheads="1"/>
          </p:cNvSpPr>
          <p:nvPr>
            <p:ph type="title" idx="4294967295"/>
          </p:nvPr>
        </p:nvSpPr>
        <p:spPr>
          <a:xfrm>
            <a:off x="652463" y="241300"/>
            <a:ext cx="7772400"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2: Carbonate Ion</a:t>
            </a:r>
          </a:p>
        </p:txBody>
      </p:sp>
      <p:sp>
        <p:nvSpPr>
          <p:cNvPr id="373772" name="Text Box 12">
            <a:extLst>
              <a:ext uri="{FF2B5EF4-FFF2-40B4-BE49-F238E27FC236}">
                <a16:creationId xmlns:a16="http://schemas.microsoft.com/office/drawing/2014/main" id="{643EBF32-7252-111E-8CF2-C6849FC5E8EC}"/>
              </a:ext>
            </a:extLst>
          </p:cNvPr>
          <p:cNvSpPr txBox="1">
            <a:spLocks noChangeArrowheads="1"/>
          </p:cNvSpPr>
          <p:nvPr/>
        </p:nvSpPr>
        <p:spPr bwMode="auto">
          <a:xfrm>
            <a:off x="3743325" y="27908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C</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73773" name="Text Box 13">
            <a:extLst>
              <a:ext uri="{FF2B5EF4-FFF2-40B4-BE49-F238E27FC236}">
                <a16:creationId xmlns:a16="http://schemas.microsoft.com/office/drawing/2014/main" id="{CE6BE1EF-9D52-EA9A-28A7-FF7C103EAD3C}"/>
              </a:ext>
            </a:extLst>
          </p:cNvPr>
          <p:cNvSpPr txBox="1">
            <a:spLocks noChangeArrowheads="1"/>
          </p:cNvSpPr>
          <p:nvPr/>
        </p:nvSpPr>
        <p:spPr bwMode="auto">
          <a:xfrm>
            <a:off x="2374900" y="32623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73774" name="Text Box 14">
            <a:extLst>
              <a:ext uri="{FF2B5EF4-FFF2-40B4-BE49-F238E27FC236}">
                <a16:creationId xmlns:a16="http://schemas.microsoft.com/office/drawing/2014/main" id="{003CA75A-FE86-7C30-6B3D-37C3375AD779}"/>
              </a:ext>
            </a:extLst>
          </p:cNvPr>
          <p:cNvSpPr txBox="1">
            <a:spLocks noChangeArrowheads="1"/>
          </p:cNvSpPr>
          <p:nvPr/>
        </p:nvSpPr>
        <p:spPr bwMode="auto">
          <a:xfrm>
            <a:off x="5118100" y="275748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73775" name="Text Box 15">
            <a:extLst>
              <a:ext uri="{FF2B5EF4-FFF2-40B4-BE49-F238E27FC236}">
                <a16:creationId xmlns:a16="http://schemas.microsoft.com/office/drawing/2014/main" id="{6A4AF59E-D22E-DE34-0A5C-61C88588CD7B}"/>
              </a:ext>
            </a:extLst>
          </p:cNvPr>
          <p:cNvSpPr txBox="1">
            <a:spLocks noChangeArrowheads="1"/>
          </p:cNvSpPr>
          <p:nvPr/>
        </p:nvSpPr>
        <p:spPr bwMode="auto">
          <a:xfrm>
            <a:off x="2419350" y="23399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73776" name="Text Box 16">
            <a:extLst>
              <a:ext uri="{FF2B5EF4-FFF2-40B4-BE49-F238E27FC236}">
                <a16:creationId xmlns:a16="http://schemas.microsoft.com/office/drawing/2014/main" id="{67875DFA-937F-75CF-3245-6C582428F8CF}"/>
              </a:ext>
            </a:extLst>
          </p:cNvPr>
          <p:cNvSpPr txBox="1">
            <a:spLocks noChangeArrowheads="1"/>
          </p:cNvSpPr>
          <p:nvPr/>
        </p:nvSpPr>
        <p:spPr bwMode="auto">
          <a:xfrm>
            <a:off x="1412875" y="5367338"/>
            <a:ext cx="6400800" cy="1373187"/>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00FFFF"/>
                </a:solidFill>
                <a:effectLst>
                  <a:outerShdw blurRad="38100" dist="38100" dir="2700000" algn="tl">
                    <a:srgbClr val="000000"/>
                  </a:outerShdw>
                </a:effectLst>
                <a:latin typeface="Times New Roman" pitchFamily="18" charset="0"/>
                <a:ea typeface="+mn-ea"/>
              </a:rPr>
              <a:t>The second </a:t>
            </a:r>
            <a:r>
              <a:rPr lang="en-US" sz="2800" dirty="0">
                <a:solidFill>
                  <a:srgbClr val="00FFFF"/>
                </a:solidFill>
                <a:effectLst>
                  <a:outerShdw blurRad="38100" dist="38100" dir="2700000" algn="tl">
                    <a:srgbClr val="000000"/>
                  </a:outerShdw>
                </a:effectLst>
                <a:latin typeface="Times New Roman" pitchFamily="18" charset="0"/>
                <a:ea typeface="+mn-ea"/>
              </a:rPr>
              <a:t>lobe of the </a:t>
            </a:r>
            <a:r>
              <a:rPr lang="en-US" sz="2800" dirty="0">
                <a:solidFill>
                  <a:srgbClr val="00FFFF"/>
                </a:solidFill>
                <a:effectLst>
                  <a:outerShdw blurRad="38100" dist="38100" dir="2700000" algn="tl">
                    <a:srgbClr val="000000"/>
                  </a:outerShdw>
                </a:effectLst>
                <a:latin typeface="Symbol" pitchFamily="18" charset="2"/>
                <a:ea typeface="+mn-ea"/>
              </a:rPr>
              <a:t>p</a:t>
            </a:r>
            <a:r>
              <a:rPr lang="en-US" sz="2800" dirty="0">
                <a:solidFill>
                  <a:srgbClr val="00FFFF"/>
                </a:solidFill>
                <a:effectLst>
                  <a:outerShdw blurRad="38100" dist="38100" dir="2700000" algn="tl">
                    <a:srgbClr val="000000"/>
                  </a:outerShdw>
                </a:effectLst>
                <a:latin typeface="Times New Roman" pitchFamily="18" charset="0"/>
                <a:ea typeface="+mn-ea"/>
              </a:rPr>
              <a:t> molecular orbital forms a triangular half-bun on the bottom of the molecule </a:t>
            </a:r>
          </a:p>
        </p:txBody>
      </p:sp>
      <p:grpSp>
        <p:nvGrpSpPr>
          <p:cNvPr id="216076" name="Group 17">
            <a:extLst>
              <a:ext uri="{FF2B5EF4-FFF2-40B4-BE49-F238E27FC236}">
                <a16:creationId xmlns:a16="http://schemas.microsoft.com/office/drawing/2014/main" id="{C978A85F-5878-902C-F9A8-134ABB3C1007}"/>
              </a:ext>
            </a:extLst>
          </p:cNvPr>
          <p:cNvGrpSpPr>
            <a:grpSpLocks/>
          </p:cNvGrpSpPr>
          <p:nvPr/>
        </p:nvGrpSpPr>
        <p:grpSpPr bwMode="auto">
          <a:xfrm>
            <a:off x="2557463" y="2374900"/>
            <a:ext cx="3614737" cy="1350963"/>
            <a:chOff x="1611" y="1496"/>
            <a:chExt cx="2277" cy="851"/>
          </a:xfrm>
        </p:grpSpPr>
        <p:grpSp>
          <p:nvGrpSpPr>
            <p:cNvPr id="216077" name="Group 18">
              <a:extLst>
                <a:ext uri="{FF2B5EF4-FFF2-40B4-BE49-F238E27FC236}">
                  <a16:creationId xmlns:a16="http://schemas.microsoft.com/office/drawing/2014/main" id="{CEFCC843-C785-2319-1FEA-2224931292F8}"/>
                </a:ext>
              </a:extLst>
            </p:cNvPr>
            <p:cNvGrpSpPr>
              <a:grpSpLocks/>
            </p:cNvGrpSpPr>
            <p:nvPr/>
          </p:nvGrpSpPr>
          <p:grpSpPr bwMode="auto">
            <a:xfrm>
              <a:off x="1611" y="1496"/>
              <a:ext cx="2277" cy="851"/>
              <a:chOff x="1611" y="1704"/>
              <a:chExt cx="2437" cy="979"/>
            </a:xfrm>
          </p:grpSpPr>
          <p:sp>
            <p:nvSpPr>
              <p:cNvPr id="373779" name="Oval 19">
                <a:extLst>
                  <a:ext uri="{FF2B5EF4-FFF2-40B4-BE49-F238E27FC236}">
                    <a16:creationId xmlns:a16="http://schemas.microsoft.com/office/drawing/2014/main" id="{B7C741FA-E0B2-EAEB-6205-6998C100D391}"/>
                  </a:ext>
                </a:extLst>
              </p:cNvPr>
              <p:cNvSpPr>
                <a:spLocks noChangeArrowheads="1"/>
              </p:cNvSpPr>
              <p:nvPr/>
            </p:nvSpPr>
            <p:spPr bwMode="auto">
              <a:xfrm rot="1017020">
                <a:off x="1632" y="1704"/>
                <a:ext cx="1520" cy="624"/>
              </a:xfrm>
              <a:prstGeom prst="ellipse">
                <a:avLst/>
              </a:prstGeom>
              <a:solidFill>
                <a:srgbClr val="FF00FF"/>
              </a:solidFill>
              <a:ln w="12700">
                <a:solidFill>
                  <a:srgbClr val="FF00FF"/>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3780" name="Oval 20">
                <a:extLst>
                  <a:ext uri="{FF2B5EF4-FFF2-40B4-BE49-F238E27FC236}">
                    <a16:creationId xmlns:a16="http://schemas.microsoft.com/office/drawing/2014/main" id="{89D22529-A363-EF6C-90EF-4D1CA2FD7AA9}"/>
                  </a:ext>
                </a:extLst>
              </p:cNvPr>
              <p:cNvSpPr>
                <a:spLocks noChangeArrowheads="1"/>
              </p:cNvSpPr>
              <p:nvPr/>
            </p:nvSpPr>
            <p:spPr bwMode="auto">
              <a:xfrm>
                <a:off x="2504" y="1872"/>
                <a:ext cx="1544" cy="640"/>
              </a:xfrm>
              <a:prstGeom prst="ellipse">
                <a:avLst/>
              </a:prstGeom>
              <a:solidFill>
                <a:srgbClr val="FF00FF"/>
              </a:solidFill>
              <a:ln w="12700">
                <a:solidFill>
                  <a:srgbClr val="FF00FF"/>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3781" name="Oval 21">
                <a:extLst>
                  <a:ext uri="{FF2B5EF4-FFF2-40B4-BE49-F238E27FC236}">
                    <a16:creationId xmlns:a16="http://schemas.microsoft.com/office/drawing/2014/main" id="{B24BA0E5-8167-135A-561F-EC9D60B98689}"/>
                  </a:ext>
                </a:extLst>
              </p:cNvPr>
              <p:cNvSpPr>
                <a:spLocks noChangeArrowheads="1"/>
              </p:cNvSpPr>
              <p:nvPr/>
            </p:nvSpPr>
            <p:spPr bwMode="auto">
              <a:xfrm rot="20688389" flipH="1">
                <a:off x="1611" y="2003"/>
                <a:ext cx="1600" cy="680"/>
              </a:xfrm>
              <a:prstGeom prst="ellipse">
                <a:avLst/>
              </a:prstGeom>
              <a:solidFill>
                <a:srgbClr val="FF00FF"/>
              </a:solidFill>
              <a:ln w="12700">
                <a:solidFill>
                  <a:srgbClr val="FF00FF"/>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73782" name="Text Box 22">
              <a:extLst>
                <a:ext uri="{FF2B5EF4-FFF2-40B4-BE49-F238E27FC236}">
                  <a16:creationId xmlns:a16="http://schemas.microsoft.com/office/drawing/2014/main" id="{0F310EE2-9493-23B2-C639-58620A247A33}"/>
                </a:ext>
              </a:extLst>
            </p:cNvPr>
            <p:cNvSpPr txBox="1">
              <a:spLocks noChangeArrowheads="1"/>
            </p:cNvSpPr>
            <p:nvPr/>
          </p:nvSpPr>
          <p:spPr bwMode="auto">
            <a:xfrm>
              <a:off x="2336" y="1640"/>
              <a:ext cx="560" cy="442"/>
            </a:xfrm>
            <a:prstGeom prst="rect">
              <a:avLst/>
            </a:prstGeom>
            <a:noFill/>
            <a:ln w="12700">
              <a:noFill/>
              <a:miter lim="800000"/>
              <a:headEnd/>
              <a:tailEnd/>
            </a:ln>
            <a:effectLst/>
          </p:spPr>
          <p:txBody>
            <a:bodyPr>
              <a:spAutoFit/>
            </a:bodyPr>
            <a:lstStyle/>
            <a:p>
              <a:pPr algn="ctr">
                <a:spcBef>
                  <a:spcPct val="50000"/>
                </a:spcBef>
                <a:defRPr/>
              </a:pPr>
              <a:r>
                <a:rPr lang="en-US" sz="4000">
                  <a:solidFill>
                    <a:srgbClr val="FFFFFF"/>
                  </a:solidFill>
                  <a:effectLst>
                    <a:outerShdw blurRad="38100" dist="38100" dir="2700000" algn="tl">
                      <a:srgbClr val="000000"/>
                    </a:outerShdw>
                  </a:effectLst>
                  <a:latin typeface="Symbol" pitchFamily="18" charset="2"/>
                  <a:ea typeface="+mn-ea"/>
                </a:rPr>
                <a:t>p</a:t>
              </a:r>
              <a:r>
                <a:rPr lang="en-US" sz="4000" baseline="30000">
                  <a:solidFill>
                    <a:srgbClr val="FFFFFF"/>
                  </a:solidFill>
                  <a:effectLst>
                    <a:outerShdw blurRad="38100" dist="38100" dir="2700000" algn="tl">
                      <a:srgbClr val="000000"/>
                    </a:outerShdw>
                  </a:effectLst>
                  <a:latin typeface="Times New Roman" pitchFamily="18" charset="0"/>
                  <a:ea typeface="+mn-ea"/>
                </a:rPr>
                <a:t>+</a:t>
              </a:r>
              <a:endParaRPr lang="en-US" sz="4000">
                <a:solidFill>
                  <a:srgbClr val="FFFFFF"/>
                </a:solidFill>
                <a:effectLst>
                  <a:outerShdw blurRad="38100" dist="38100" dir="2700000" algn="tl">
                    <a:srgbClr val="000000"/>
                  </a:outerShdw>
                </a:effectLst>
                <a:latin typeface="Times New Roman" pitchFamily="18" charset="0"/>
                <a:ea typeface="+mn-ea"/>
              </a:endParaRP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8114" name="Group 2">
            <a:extLst>
              <a:ext uri="{FF2B5EF4-FFF2-40B4-BE49-F238E27FC236}">
                <a16:creationId xmlns:a16="http://schemas.microsoft.com/office/drawing/2014/main" id="{8B36A154-BBF6-2D92-8D6B-B62AEFDB6F6C}"/>
              </a:ext>
            </a:extLst>
          </p:cNvPr>
          <p:cNvGrpSpPr>
            <a:grpSpLocks/>
          </p:cNvGrpSpPr>
          <p:nvPr/>
        </p:nvGrpSpPr>
        <p:grpSpPr bwMode="auto">
          <a:xfrm>
            <a:off x="2709863" y="3276600"/>
            <a:ext cx="3614737" cy="1350963"/>
            <a:chOff x="1707" y="2064"/>
            <a:chExt cx="2277" cy="851"/>
          </a:xfrm>
        </p:grpSpPr>
        <p:grpSp>
          <p:nvGrpSpPr>
            <p:cNvPr id="218130" name="Group 3">
              <a:extLst>
                <a:ext uri="{FF2B5EF4-FFF2-40B4-BE49-F238E27FC236}">
                  <a16:creationId xmlns:a16="http://schemas.microsoft.com/office/drawing/2014/main" id="{C65973A9-8970-DD6A-1AB7-312C4EE90EC0}"/>
                </a:ext>
              </a:extLst>
            </p:cNvPr>
            <p:cNvGrpSpPr>
              <a:grpSpLocks/>
            </p:cNvGrpSpPr>
            <p:nvPr/>
          </p:nvGrpSpPr>
          <p:grpSpPr bwMode="auto">
            <a:xfrm>
              <a:off x="1707" y="2064"/>
              <a:ext cx="2277" cy="851"/>
              <a:chOff x="1611" y="1704"/>
              <a:chExt cx="2437" cy="979"/>
            </a:xfrm>
          </p:grpSpPr>
          <p:sp>
            <p:nvSpPr>
              <p:cNvPr id="374788" name="Oval 4">
                <a:extLst>
                  <a:ext uri="{FF2B5EF4-FFF2-40B4-BE49-F238E27FC236}">
                    <a16:creationId xmlns:a16="http://schemas.microsoft.com/office/drawing/2014/main" id="{542F7528-BA53-7F40-7E2B-BE4063A4A878}"/>
                  </a:ext>
                </a:extLst>
              </p:cNvPr>
              <p:cNvSpPr>
                <a:spLocks noChangeArrowheads="1"/>
              </p:cNvSpPr>
              <p:nvPr/>
            </p:nvSpPr>
            <p:spPr bwMode="auto">
              <a:xfrm rot="1017020">
                <a:off x="1632" y="1704"/>
                <a:ext cx="1520" cy="624"/>
              </a:xfrm>
              <a:prstGeom prst="ellipse">
                <a:avLst/>
              </a:prstGeom>
              <a:solidFill>
                <a:srgbClr val="FF00FF"/>
              </a:solidFill>
              <a:ln w="12700">
                <a:solidFill>
                  <a:srgbClr val="FF00FF"/>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4789" name="Oval 5">
                <a:extLst>
                  <a:ext uri="{FF2B5EF4-FFF2-40B4-BE49-F238E27FC236}">
                    <a16:creationId xmlns:a16="http://schemas.microsoft.com/office/drawing/2014/main" id="{78D4D10A-6684-2A75-88A8-2770C3815C66}"/>
                  </a:ext>
                </a:extLst>
              </p:cNvPr>
              <p:cNvSpPr>
                <a:spLocks noChangeArrowheads="1"/>
              </p:cNvSpPr>
              <p:nvPr/>
            </p:nvSpPr>
            <p:spPr bwMode="auto">
              <a:xfrm>
                <a:off x="2504" y="1872"/>
                <a:ext cx="1544" cy="640"/>
              </a:xfrm>
              <a:prstGeom prst="ellipse">
                <a:avLst/>
              </a:prstGeom>
              <a:solidFill>
                <a:srgbClr val="FF00FF"/>
              </a:solidFill>
              <a:ln w="12700">
                <a:solidFill>
                  <a:srgbClr val="FF00FF"/>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4790" name="Oval 6">
                <a:extLst>
                  <a:ext uri="{FF2B5EF4-FFF2-40B4-BE49-F238E27FC236}">
                    <a16:creationId xmlns:a16="http://schemas.microsoft.com/office/drawing/2014/main" id="{438EF937-7C13-26FD-0050-91BC87551109}"/>
                  </a:ext>
                </a:extLst>
              </p:cNvPr>
              <p:cNvSpPr>
                <a:spLocks noChangeArrowheads="1"/>
              </p:cNvSpPr>
              <p:nvPr/>
            </p:nvSpPr>
            <p:spPr bwMode="auto">
              <a:xfrm rot="20688389" flipH="1">
                <a:off x="1611" y="2003"/>
                <a:ext cx="1600" cy="680"/>
              </a:xfrm>
              <a:prstGeom prst="ellipse">
                <a:avLst/>
              </a:prstGeom>
              <a:solidFill>
                <a:srgbClr val="FF00FF"/>
              </a:solidFill>
              <a:ln w="12700">
                <a:solidFill>
                  <a:srgbClr val="FF00FF"/>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74791" name="Text Box 7">
              <a:extLst>
                <a:ext uri="{FF2B5EF4-FFF2-40B4-BE49-F238E27FC236}">
                  <a16:creationId xmlns:a16="http://schemas.microsoft.com/office/drawing/2014/main" id="{EE3BEE3F-6D71-40B1-9236-A45C2967F7E4}"/>
                </a:ext>
              </a:extLst>
            </p:cNvPr>
            <p:cNvSpPr txBox="1">
              <a:spLocks noChangeArrowheads="1"/>
            </p:cNvSpPr>
            <p:nvPr/>
          </p:nvSpPr>
          <p:spPr bwMode="auto">
            <a:xfrm>
              <a:off x="2472" y="2416"/>
              <a:ext cx="536" cy="365"/>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Symbol" pitchFamily="18" charset="2"/>
                  <a:ea typeface="+mn-ea"/>
                </a:rPr>
                <a:t>p</a:t>
              </a:r>
              <a:r>
                <a:rPr lang="en-US" sz="3200" baseline="30000">
                  <a:solidFill>
                    <a:srgbClr val="FFFFFF"/>
                  </a:solidFill>
                  <a:effectLst>
                    <a:outerShdw blurRad="38100" dist="38100" dir="2700000" algn="tl">
                      <a:srgbClr val="000000"/>
                    </a:outerShdw>
                  </a:effectLst>
                  <a:latin typeface="Symbol" pitchFamily="18" charset="2"/>
                  <a:ea typeface="+mn-ea"/>
                </a:rPr>
                <a:t>-</a:t>
              </a:r>
              <a:endParaRPr lang="en-US" sz="3200">
                <a:solidFill>
                  <a:srgbClr val="FFFFFF"/>
                </a:solidFill>
                <a:effectLst>
                  <a:outerShdw blurRad="38100" dist="38100" dir="2700000" algn="tl">
                    <a:srgbClr val="000000"/>
                  </a:outerShdw>
                </a:effectLst>
                <a:latin typeface="Symbol" pitchFamily="18" charset="2"/>
                <a:ea typeface="+mn-ea"/>
              </a:endParaRPr>
            </a:p>
          </p:txBody>
        </p:sp>
      </p:grpSp>
      <p:sp>
        <p:nvSpPr>
          <p:cNvPr id="374792" name="Oval 8">
            <a:extLst>
              <a:ext uri="{FF2B5EF4-FFF2-40B4-BE49-F238E27FC236}">
                <a16:creationId xmlns:a16="http://schemas.microsoft.com/office/drawing/2014/main" id="{47678C1C-4A97-BF85-7CFC-F887378D23F0}"/>
              </a:ext>
            </a:extLst>
          </p:cNvPr>
          <p:cNvSpPr>
            <a:spLocks noChangeArrowheads="1"/>
          </p:cNvSpPr>
          <p:nvPr/>
        </p:nvSpPr>
        <p:spPr bwMode="auto">
          <a:xfrm rot="1017020">
            <a:off x="2438400" y="2552700"/>
            <a:ext cx="2413000" cy="990600"/>
          </a:xfrm>
          <a:prstGeom prst="ellipse">
            <a:avLst/>
          </a:prstGeom>
          <a:solidFill>
            <a:schemeClr val="accent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4793" name="Oval 9">
            <a:extLst>
              <a:ext uri="{FF2B5EF4-FFF2-40B4-BE49-F238E27FC236}">
                <a16:creationId xmlns:a16="http://schemas.microsoft.com/office/drawing/2014/main" id="{F3873F90-AA9B-A7DD-C2F3-BBAA2F201D06}"/>
              </a:ext>
            </a:extLst>
          </p:cNvPr>
          <p:cNvSpPr>
            <a:spLocks noChangeArrowheads="1"/>
          </p:cNvSpPr>
          <p:nvPr/>
        </p:nvSpPr>
        <p:spPr bwMode="auto">
          <a:xfrm>
            <a:off x="3822700" y="2819400"/>
            <a:ext cx="2451100" cy="1016000"/>
          </a:xfrm>
          <a:prstGeom prst="ellipse">
            <a:avLst/>
          </a:prstGeom>
          <a:solidFill>
            <a:srgbClr val="FF99FF"/>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4794" name="Oval 10">
            <a:extLst>
              <a:ext uri="{FF2B5EF4-FFF2-40B4-BE49-F238E27FC236}">
                <a16:creationId xmlns:a16="http://schemas.microsoft.com/office/drawing/2014/main" id="{76FA7ADB-6C9B-FE78-870B-852131F5B79B}"/>
              </a:ext>
            </a:extLst>
          </p:cNvPr>
          <p:cNvSpPr>
            <a:spLocks noChangeArrowheads="1"/>
          </p:cNvSpPr>
          <p:nvPr/>
        </p:nvSpPr>
        <p:spPr bwMode="auto">
          <a:xfrm rot="20688389" flipH="1">
            <a:off x="2405063" y="3027363"/>
            <a:ext cx="2540000" cy="1079500"/>
          </a:xfrm>
          <a:prstGeom prst="ellipse">
            <a:avLst/>
          </a:prstGeom>
          <a:solidFill>
            <a:srgbClr val="00FF00"/>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218118" name="Rectangle 11">
            <a:extLst>
              <a:ext uri="{FF2B5EF4-FFF2-40B4-BE49-F238E27FC236}">
                <a16:creationId xmlns:a16="http://schemas.microsoft.com/office/drawing/2014/main" id="{E104CEED-D85C-09F1-34C7-5F49016A120E}"/>
              </a:ext>
            </a:extLst>
          </p:cNvPr>
          <p:cNvSpPr>
            <a:spLocks noGrp="1" noChangeArrowheads="1"/>
          </p:cNvSpPr>
          <p:nvPr>
            <p:ph type="title" idx="4294967295"/>
          </p:nvPr>
        </p:nvSpPr>
        <p:spPr>
          <a:xfrm>
            <a:off x="652463" y="241300"/>
            <a:ext cx="7772400"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2: Carbonate Ion</a:t>
            </a:r>
          </a:p>
        </p:txBody>
      </p:sp>
      <p:sp>
        <p:nvSpPr>
          <p:cNvPr id="374796" name="Text Box 12">
            <a:extLst>
              <a:ext uri="{FF2B5EF4-FFF2-40B4-BE49-F238E27FC236}">
                <a16:creationId xmlns:a16="http://schemas.microsoft.com/office/drawing/2014/main" id="{54A4545D-1E70-A188-849F-2D1EC71FB9EA}"/>
              </a:ext>
            </a:extLst>
          </p:cNvPr>
          <p:cNvSpPr txBox="1">
            <a:spLocks noChangeArrowheads="1"/>
          </p:cNvSpPr>
          <p:nvPr/>
        </p:nvSpPr>
        <p:spPr bwMode="auto">
          <a:xfrm>
            <a:off x="3743325" y="27908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C</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74797" name="Text Box 13">
            <a:extLst>
              <a:ext uri="{FF2B5EF4-FFF2-40B4-BE49-F238E27FC236}">
                <a16:creationId xmlns:a16="http://schemas.microsoft.com/office/drawing/2014/main" id="{61B4F0EF-230F-5C37-605C-C80C75F20A21}"/>
              </a:ext>
            </a:extLst>
          </p:cNvPr>
          <p:cNvSpPr txBox="1">
            <a:spLocks noChangeArrowheads="1"/>
          </p:cNvSpPr>
          <p:nvPr/>
        </p:nvSpPr>
        <p:spPr bwMode="auto">
          <a:xfrm>
            <a:off x="2374900" y="32623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74798" name="Text Box 14">
            <a:extLst>
              <a:ext uri="{FF2B5EF4-FFF2-40B4-BE49-F238E27FC236}">
                <a16:creationId xmlns:a16="http://schemas.microsoft.com/office/drawing/2014/main" id="{8AC97774-C9DE-698E-DEE5-CD37B1834E52}"/>
              </a:ext>
            </a:extLst>
          </p:cNvPr>
          <p:cNvSpPr txBox="1">
            <a:spLocks noChangeArrowheads="1"/>
          </p:cNvSpPr>
          <p:nvPr/>
        </p:nvSpPr>
        <p:spPr bwMode="auto">
          <a:xfrm>
            <a:off x="5118100" y="275748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74799" name="Text Box 15">
            <a:extLst>
              <a:ext uri="{FF2B5EF4-FFF2-40B4-BE49-F238E27FC236}">
                <a16:creationId xmlns:a16="http://schemas.microsoft.com/office/drawing/2014/main" id="{892385A2-F0A4-16E3-FF3B-EC643325F641}"/>
              </a:ext>
            </a:extLst>
          </p:cNvPr>
          <p:cNvSpPr txBox="1">
            <a:spLocks noChangeArrowheads="1"/>
          </p:cNvSpPr>
          <p:nvPr/>
        </p:nvSpPr>
        <p:spPr bwMode="auto">
          <a:xfrm>
            <a:off x="2419350" y="23399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74800" name="Text Box 16">
            <a:extLst>
              <a:ext uri="{FF2B5EF4-FFF2-40B4-BE49-F238E27FC236}">
                <a16:creationId xmlns:a16="http://schemas.microsoft.com/office/drawing/2014/main" id="{926D38FB-442F-7C17-3C86-1361A56A4154}"/>
              </a:ext>
            </a:extLst>
          </p:cNvPr>
          <p:cNvSpPr txBox="1">
            <a:spLocks noChangeArrowheads="1"/>
          </p:cNvSpPr>
          <p:nvPr/>
        </p:nvSpPr>
        <p:spPr bwMode="auto">
          <a:xfrm>
            <a:off x="1412875" y="5367338"/>
            <a:ext cx="6400800" cy="1373187"/>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00FFFF"/>
                </a:solidFill>
                <a:effectLst>
                  <a:outerShdw blurRad="38100" dist="38100" dir="2700000" algn="tl">
                    <a:srgbClr val="000000"/>
                  </a:outerShdw>
                </a:effectLst>
                <a:latin typeface="Times New Roman" pitchFamily="18" charset="0"/>
                <a:ea typeface="+mn-ea"/>
              </a:rPr>
              <a:t>Essentially, the two </a:t>
            </a:r>
            <a:r>
              <a:rPr lang="en-US" sz="2800">
                <a:solidFill>
                  <a:srgbClr val="00FFFF"/>
                </a:solidFill>
                <a:effectLst>
                  <a:outerShdw blurRad="38100" dist="38100" dir="2700000" algn="tl">
                    <a:srgbClr val="000000"/>
                  </a:outerShdw>
                </a:effectLst>
                <a:latin typeface="Symbol" pitchFamily="18" charset="2"/>
                <a:ea typeface="+mn-ea"/>
              </a:rPr>
              <a:t>p</a:t>
            </a:r>
            <a:r>
              <a:rPr lang="en-US" sz="2800">
                <a:solidFill>
                  <a:srgbClr val="00FFFF"/>
                </a:solidFill>
                <a:effectLst>
                  <a:outerShdw blurRad="38100" dist="38100" dir="2700000" algn="tl">
                    <a:srgbClr val="000000"/>
                  </a:outerShdw>
                </a:effectLst>
                <a:latin typeface="Times New Roman" pitchFamily="18" charset="0"/>
                <a:ea typeface="+mn-ea"/>
              </a:rPr>
              <a:t>-electrons are free to wander throughout the region of the triangular buns </a:t>
            </a:r>
          </a:p>
        </p:txBody>
      </p:sp>
      <p:grpSp>
        <p:nvGrpSpPr>
          <p:cNvPr id="218124" name="Group 17">
            <a:extLst>
              <a:ext uri="{FF2B5EF4-FFF2-40B4-BE49-F238E27FC236}">
                <a16:creationId xmlns:a16="http://schemas.microsoft.com/office/drawing/2014/main" id="{A4599F14-6362-7E26-755B-B83F20141F20}"/>
              </a:ext>
            </a:extLst>
          </p:cNvPr>
          <p:cNvGrpSpPr>
            <a:grpSpLocks/>
          </p:cNvGrpSpPr>
          <p:nvPr/>
        </p:nvGrpSpPr>
        <p:grpSpPr bwMode="auto">
          <a:xfrm>
            <a:off x="2557463" y="2374900"/>
            <a:ext cx="3614737" cy="1350963"/>
            <a:chOff x="1611" y="1496"/>
            <a:chExt cx="2277" cy="851"/>
          </a:xfrm>
        </p:grpSpPr>
        <p:grpSp>
          <p:nvGrpSpPr>
            <p:cNvPr id="218125" name="Group 18">
              <a:extLst>
                <a:ext uri="{FF2B5EF4-FFF2-40B4-BE49-F238E27FC236}">
                  <a16:creationId xmlns:a16="http://schemas.microsoft.com/office/drawing/2014/main" id="{BBD2F5D6-18F2-C0BA-5C46-C8958DFED797}"/>
                </a:ext>
              </a:extLst>
            </p:cNvPr>
            <p:cNvGrpSpPr>
              <a:grpSpLocks/>
            </p:cNvGrpSpPr>
            <p:nvPr/>
          </p:nvGrpSpPr>
          <p:grpSpPr bwMode="auto">
            <a:xfrm>
              <a:off x="1611" y="1496"/>
              <a:ext cx="2277" cy="851"/>
              <a:chOff x="1611" y="1704"/>
              <a:chExt cx="2437" cy="979"/>
            </a:xfrm>
          </p:grpSpPr>
          <p:sp>
            <p:nvSpPr>
              <p:cNvPr id="374803" name="Oval 19">
                <a:extLst>
                  <a:ext uri="{FF2B5EF4-FFF2-40B4-BE49-F238E27FC236}">
                    <a16:creationId xmlns:a16="http://schemas.microsoft.com/office/drawing/2014/main" id="{1A135D9C-B387-4E1A-CDC1-F168472B6A65}"/>
                  </a:ext>
                </a:extLst>
              </p:cNvPr>
              <p:cNvSpPr>
                <a:spLocks noChangeArrowheads="1"/>
              </p:cNvSpPr>
              <p:nvPr/>
            </p:nvSpPr>
            <p:spPr bwMode="auto">
              <a:xfrm rot="1017020">
                <a:off x="1632" y="1704"/>
                <a:ext cx="1520" cy="624"/>
              </a:xfrm>
              <a:prstGeom prst="ellipse">
                <a:avLst/>
              </a:prstGeom>
              <a:solidFill>
                <a:srgbClr val="FF00FF"/>
              </a:solidFill>
              <a:ln w="12700">
                <a:solidFill>
                  <a:srgbClr val="FF00FF"/>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4804" name="Oval 20">
                <a:extLst>
                  <a:ext uri="{FF2B5EF4-FFF2-40B4-BE49-F238E27FC236}">
                    <a16:creationId xmlns:a16="http://schemas.microsoft.com/office/drawing/2014/main" id="{3234870E-333D-A9F2-8E6F-38D67CFD6BF3}"/>
                  </a:ext>
                </a:extLst>
              </p:cNvPr>
              <p:cNvSpPr>
                <a:spLocks noChangeArrowheads="1"/>
              </p:cNvSpPr>
              <p:nvPr/>
            </p:nvSpPr>
            <p:spPr bwMode="auto">
              <a:xfrm>
                <a:off x="2504" y="1872"/>
                <a:ext cx="1544" cy="640"/>
              </a:xfrm>
              <a:prstGeom prst="ellipse">
                <a:avLst/>
              </a:prstGeom>
              <a:solidFill>
                <a:srgbClr val="FF00FF"/>
              </a:solidFill>
              <a:ln w="12700">
                <a:solidFill>
                  <a:srgbClr val="FF00FF"/>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4805" name="Oval 21">
                <a:extLst>
                  <a:ext uri="{FF2B5EF4-FFF2-40B4-BE49-F238E27FC236}">
                    <a16:creationId xmlns:a16="http://schemas.microsoft.com/office/drawing/2014/main" id="{930A628A-FDC3-198D-C7EF-3B97E0D92293}"/>
                  </a:ext>
                </a:extLst>
              </p:cNvPr>
              <p:cNvSpPr>
                <a:spLocks noChangeArrowheads="1"/>
              </p:cNvSpPr>
              <p:nvPr/>
            </p:nvSpPr>
            <p:spPr bwMode="auto">
              <a:xfrm rot="20688389" flipH="1">
                <a:off x="1611" y="2003"/>
                <a:ext cx="1600" cy="680"/>
              </a:xfrm>
              <a:prstGeom prst="ellipse">
                <a:avLst/>
              </a:prstGeom>
              <a:solidFill>
                <a:srgbClr val="FF00FF"/>
              </a:solidFill>
              <a:ln w="12700">
                <a:solidFill>
                  <a:srgbClr val="FF00FF"/>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74806" name="Text Box 22">
              <a:extLst>
                <a:ext uri="{FF2B5EF4-FFF2-40B4-BE49-F238E27FC236}">
                  <a16:creationId xmlns:a16="http://schemas.microsoft.com/office/drawing/2014/main" id="{103F17EF-6465-9C69-6129-C8F8C7AB0C13}"/>
                </a:ext>
              </a:extLst>
            </p:cNvPr>
            <p:cNvSpPr txBox="1">
              <a:spLocks noChangeArrowheads="1"/>
            </p:cNvSpPr>
            <p:nvPr/>
          </p:nvSpPr>
          <p:spPr bwMode="auto">
            <a:xfrm>
              <a:off x="2336" y="1640"/>
              <a:ext cx="560" cy="442"/>
            </a:xfrm>
            <a:prstGeom prst="rect">
              <a:avLst/>
            </a:prstGeom>
            <a:noFill/>
            <a:ln w="12700">
              <a:noFill/>
              <a:miter lim="800000"/>
              <a:headEnd/>
              <a:tailEnd/>
            </a:ln>
            <a:effectLst/>
          </p:spPr>
          <p:txBody>
            <a:bodyPr>
              <a:spAutoFit/>
            </a:bodyPr>
            <a:lstStyle/>
            <a:p>
              <a:pPr algn="ctr">
                <a:spcBef>
                  <a:spcPct val="50000"/>
                </a:spcBef>
                <a:defRPr/>
              </a:pPr>
              <a:r>
                <a:rPr lang="en-US" sz="4000">
                  <a:solidFill>
                    <a:srgbClr val="FFFFFF"/>
                  </a:solidFill>
                  <a:effectLst>
                    <a:outerShdw blurRad="38100" dist="38100" dir="2700000" algn="tl">
                      <a:srgbClr val="000000"/>
                    </a:outerShdw>
                  </a:effectLst>
                  <a:latin typeface="Symbol" pitchFamily="18" charset="2"/>
                  <a:ea typeface="+mn-ea"/>
                </a:rPr>
                <a:t>p</a:t>
              </a:r>
              <a:r>
                <a:rPr lang="en-US" sz="4000" baseline="30000">
                  <a:solidFill>
                    <a:srgbClr val="FFFFFF"/>
                  </a:solidFill>
                  <a:effectLst>
                    <a:outerShdw blurRad="38100" dist="38100" dir="2700000" algn="tl">
                      <a:srgbClr val="000000"/>
                    </a:outerShdw>
                  </a:effectLst>
                  <a:latin typeface="Times New Roman" pitchFamily="18" charset="0"/>
                  <a:ea typeface="+mn-ea"/>
                </a:rPr>
                <a:t>+</a:t>
              </a:r>
              <a:endParaRPr lang="en-US" sz="4000">
                <a:solidFill>
                  <a:srgbClr val="FFFFFF"/>
                </a:solidFill>
                <a:effectLst>
                  <a:outerShdw blurRad="38100" dist="38100" dir="2700000" algn="tl">
                    <a:srgbClr val="000000"/>
                  </a:outerShdw>
                </a:effectLst>
                <a:latin typeface="Times New Roman" pitchFamily="18" charset="0"/>
                <a:ea typeface="+mn-ea"/>
              </a:endParaRPr>
            </a:p>
          </p:txBody>
        </p:sp>
      </p:grpSp>
    </p:spTree>
    <p:custDataLst>
      <p:tags r:id="rId1"/>
    </p:custData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0162" name="Group 2">
            <a:extLst>
              <a:ext uri="{FF2B5EF4-FFF2-40B4-BE49-F238E27FC236}">
                <a16:creationId xmlns:a16="http://schemas.microsoft.com/office/drawing/2014/main" id="{D36E1358-62A8-7A26-F012-AB32092E3A45}"/>
              </a:ext>
            </a:extLst>
          </p:cNvPr>
          <p:cNvGrpSpPr>
            <a:grpSpLocks/>
          </p:cNvGrpSpPr>
          <p:nvPr/>
        </p:nvGrpSpPr>
        <p:grpSpPr bwMode="auto">
          <a:xfrm>
            <a:off x="2709863" y="3276600"/>
            <a:ext cx="3614737" cy="1350963"/>
            <a:chOff x="1707" y="2064"/>
            <a:chExt cx="2277" cy="851"/>
          </a:xfrm>
        </p:grpSpPr>
        <p:grpSp>
          <p:nvGrpSpPr>
            <p:cNvPr id="220178" name="Group 3">
              <a:extLst>
                <a:ext uri="{FF2B5EF4-FFF2-40B4-BE49-F238E27FC236}">
                  <a16:creationId xmlns:a16="http://schemas.microsoft.com/office/drawing/2014/main" id="{CE0295EC-51ED-4E94-3B4A-5640C15BC293}"/>
                </a:ext>
              </a:extLst>
            </p:cNvPr>
            <p:cNvGrpSpPr>
              <a:grpSpLocks/>
            </p:cNvGrpSpPr>
            <p:nvPr/>
          </p:nvGrpSpPr>
          <p:grpSpPr bwMode="auto">
            <a:xfrm>
              <a:off x="1707" y="2064"/>
              <a:ext cx="2277" cy="851"/>
              <a:chOff x="1611" y="1704"/>
              <a:chExt cx="2437" cy="979"/>
            </a:xfrm>
          </p:grpSpPr>
          <p:sp>
            <p:nvSpPr>
              <p:cNvPr id="375812" name="Oval 4">
                <a:extLst>
                  <a:ext uri="{FF2B5EF4-FFF2-40B4-BE49-F238E27FC236}">
                    <a16:creationId xmlns:a16="http://schemas.microsoft.com/office/drawing/2014/main" id="{260AC90B-23CE-323E-3F89-B79C3FBDB7A1}"/>
                  </a:ext>
                </a:extLst>
              </p:cNvPr>
              <p:cNvSpPr>
                <a:spLocks noChangeArrowheads="1"/>
              </p:cNvSpPr>
              <p:nvPr/>
            </p:nvSpPr>
            <p:spPr bwMode="auto">
              <a:xfrm rot="1017020">
                <a:off x="1632" y="1704"/>
                <a:ext cx="1520" cy="624"/>
              </a:xfrm>
              <a:prstGeom prst="ellipse">
                <a:avLst/>
              </a:prstGeom>
              <a:solidFill>
                <a:srgbClr val="FF00FF"/>
              </a:solidFill>
              <a:ln w="12700">
                <a:solidFill>
                  <a:srgbClr val="FF00FF"/>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5813" name="Oval 5">
                <a:extLst>
                  <a:ext uri="{FF2B5EF4-FFF2-40B4-BE49-F238E27FC236}">
                    <a16:creationId xmlns:a16="http://schemas.microsoft.com/office/drawing/2014/main" id="{BC9291A2-2F02-B024-9345-B56F707DCF61}"/>
                  </a:ext>
                </a:extLst>
              </p:cNvPr>
              <p:cNvSpPr>
                <a:spLocks noChangeArrowheads="1"/>
              </p:cNvSpPr>
              <p:nvPr/>
            </p:nvSpPr>
            <p:spPr bwMode="auto">
              <a:xfrm>
                <a:off x="2504" y="1872"/>
                <a:ext cx="1544" cy="640"/>
              </a:xfrm>
              <a:prstGeom prst="ellipse">
                <a:avLst/>
              </a:prstGeom>
              <a:solidFill>
                <a:srgbClr val="FF00FF"/>
              </a:solidFill>
              <a:ln w="12700">
                <a:solidFill>
                  <a:srgbClr val="FF00FF"/>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5814" name="Oval 6">
                <a:extLst>
                  <a:ext uri="{FF2B5EF4-FFF2-40B4-BE49-F238E27FC236}">
                    <a16:creationId xmlns:a16="http://schemas.microsoft.com/office/drawing/2014/main" id="{4E2284A0-3BBF-6DB1-379F-935617E69FCE}"/>
                  </a:ext>
                </a:extLst>
              </p:cNvPr>
              <p:cNvSpPr>
                <a:spLocks noChangeArrowheads="1"/>
              </p:cNvSpPr>
              <p:nvPr/>
            </p:nvSpPr>
            <p:spPr bwMode="auto">
              <a:xfrm rot="20688389" flipH="1">
                <a:off x="1611" y="2003"/>
                <a:ext cx="1600" cy="680"/>
              </a:xfrm>
              <a:prstGeom prst="ellipse">
                <a:avLst/>
              </a:prstGeom>
              <a:solidFill>
                <a:srgbClr val="FF00FF"/>
              </a:solidFill>
              <a:ln w="12700">
                <a:solidFill>
                  <a:srgbClr val="FF00FF"/>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75815" name="Text Box 7">
              <a:extLst>
                <a:ext uri="{FF2B5EF4-FFF2-40B4-BE49-F238E27FC236}">
                  <a16:creationId xmlns:a16="http://schemas.microsoft.com/office/drawing/2014/main" id="{858B07BA-BF5C-F3E2-6CAB-D831C5E4453E}"/>
                </a:ext>
              </a:extLst>
            </p:cNvPr>
            <p:cNvSpPr txBox="1">
              <a:spLocks noChangeArrowheads="1"/>
            </p:cNvSpPr>
            <p:nvPr/>
          </p:nvSpPr>
          <p:spPr bwMode="auto">
            <a:xfrm>
              <a:off x="2472" y="2416"/>
              <a:ext cx="536" cy="365"/>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Symbol" pitchFamily="18" charset="2"/>
                  <a:ea typeface="+mn-ea"/>
                </a:rPr>
                <a:t>p</a:t>
              </a:r>
              <a:r>
                <a:rPr lang="en-US" sz="3200" baseline="30000">
                  <a:solidFill>
                    <a:srgbClr val="FFFFFF"/>
                  </a:solidFill>
                  <a:effectLst>
                    <a:outerShdw blurRad="38100" dist="38100" dir="2700000" algn="tl">
                      <a:srgbClr val="000000"/>
                    </a:outerShdw>
                  </a:effectLst>
                  <a:latin typeface="Symbol" pitchFamily="18" charset="2"/>
                  <a:ea typeface="+mn-ea"/>
                </a:rPr>
                <a:t>-</a:t>
              </a:r>
              <a:endParaRPr lang="en-US" sz="3200">
                <a:solidFill>
                  <a:srgbClr val="FFFFFF"/>
                </a:solidFill>
                <a:effectLst>
                  <a:outerShdw blurRad="38100" dist="38100" dir="2700000" algn="tl">
                    <a:srgbClr val="000000"/>
                  </a:outerShdw>
                </a:effectLst>
                <a:latin typeface="Symbol" pitchFamily="18" charset="2"/>
                <a:ea typeface="+mn-ea"/>
              </a:endParaRPr>
            </a:p>
          </p:txBody>
        </p:sp>
      </p:grpSp>
      <p:sp>
        <p:nvSpPr>
          <p:cNvPr id="375816" name="Oval 8">
            <a:extLst>
              <a:ext uri="{FF2B5EF4-FFF2-40B4-BE49-F238E27FC236}">
                <a16:creationId xmlns:a16="http://schemas.microsoft.com/office/drawing/2014/main" id="{DA60607F-6811-22EF-219F-C62C3284288A}"/>
              </a:ext>
            </a:extLst>
          </p:cNvPr>
          <p:cNvSpPr>
            <a:spLocks noChangeArrowheads="1"/>
          </p:cNvSpPr>
          <p:nvPr/>
        </p:nvSpPr>
        <p:spPr bwMode="auto">
          <a:xfrm rot="1017020">
            <a:off x="2438400" y="2552700"/>
            <a:ext cx="2413000" cy="990600"/>
          </a:xfrm>
          <a:prstGeom prst="ellipse">
            <a:avLst/>
          </a:prstGeom>
          <a:solidFill>
            <a:schemeClr val="accent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5817" name="Oval 9">
            <a:extLst>
              <a:ext uri="{FF2B5EF4-FFF2-40B4-BE49-F238E27FC236}">
                <a16:creationId xmlns:a16="http://schemas.microsoft.com/office/drawing/2014/main" id="{762A2C53-A641-D6BA-2DF6-8F075D8D5F7A}"/>
              </a:ext>
            </a:extLst>
          </p:cNvPr>
          <p:cNvSpPr>
            <a:spLocks noChangeArrowheads="1"/>
          </p:cNvSpPr>
          <p:nvPr/>
        </p:nvSpPr>
        <p:spPr bwMode="auto">
          <a:xfrm>
            <a:off x="3822700" y="2819400"/>
            <a:ext cx="2451100" cy="1016000"/>
          </a:xfrm>
          <a:prstGeom prst="ellipse">
            <a:avLst/>
          </a:prstGeom>
          <a:solidFill>
            <a:srgbClr val="FF99FF"/>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5818" name="Oval 10">
            <a:extLst>
              <a:ext uri="{FF2B5EF4-FFF2-40B4-BE49-F238E27FC236}">
                <a16:creationId xmlns:a16="http://schemas.microsoft.com/office/drawing/2014/main" id="{8266E2C6-680A-A642-9119-E174C80316E5}"/>
              </a:ext>
            </a:extLst>
          </p:cNvPr>
          <p:cNvSpPr>
            <a:spLocks noChangeArrowheads="1"/>
          </p:cNvSpPr>
          <p:nvPr/>
        </p:nvSpPr>
        <p:spPr bwMode="auto">
          <a:xfrm rot="20688389" flipH="1">
            <a:off x="2405063" y="3027363"/>
            <a:ext cx="2540000" cy="1079500"/>
          </a:xfrm>
          <a:prstGeom prst="ellipse">
            <a:avLst/>
          </a:prstGeom>
          <a:solidFill>
            <a:srgbClr val="00FF00"/>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220166" name="Rectangle 11">
            <a:extLst>
              <a:ext uri="{FF2B5EF4-FFF2-40B4-BE49-F238E27FC236}">
                <a16:creationId xmlns:a16="http://schemas.microsoft.com/office/drawing/2014/main" id="{D63C0EC4-F739-21BD-B060-1357D23B2629}"/>
              </a:ext>
            </a:extLst>
          </p:cNvPr>
          <p:cNvSpPr>
            <a:spLocks noGrp="1" noChangeArrowheads="1"/>
          </p:cNvSpPr>
          <p:nvPr>
            <p:ph type="title" idx="4294967295"/>
          </p:nvPr>
        </p:nvSpPr>
        <p:spPr>
          <a:xfrm>
            <a:off x="652463" y="241300"/>
            <a:ext cx="7772400"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2: Carbonate Ion</a:t>
            </a:r>
          </a:p>
        </p:txBody>
      </p:sp>
      <p:sp>
        <p:nvSpPr>
          <p:cNvPr id="375820" name="Text Box 12">
            <a:extLst>
              <a:ext uri="{FF2B5EF4-FFF2-40B4-BE49-F238E27FC236}">
                <a16:creationId xmlns:a16="http://schemas.microsoft.com/office/drawing/2014/main" id="{7C10325F-DDF8-750A-B616-99A062B05D3F}"/>
              </a:ext>
            </a:extLst>
          </p:cNvPr>
          <p:cNvSpPr txBox="1">
            <a:spLocks noChangeArrowheads="1"/>
          </p:cNvSpPr>
          <p:nvPr/>
        </p:nvSpPr>
        <p:spPr bwMode="auto">
          <a:xfrm>
            <a:off x="3743325" y="27908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C</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75821" name="Text Box 13">
            <a:extLst>
              <a:ext uri="{FF2B5EF4-FFF2-40B4-BE49-F238E27FC236}">
                <a16:creationId xmlns:a16="http://schemas.microsoft.com/office/drawing/2014/main" id="{A0D983FF-F58F-D50B-A9F7-1A95A0E5164F}"/>
              </a:ext>
            </a:extLst>
          </p:cNvPr>
          <p:cNvSpPr txBox="1">
            <a:spLocks noChangeArrowheads="1"/>
          </p:cNvSpPr>
          <p:nvPr/>
        </p:nvSpPr>
        <p:spPr bwMode="auto">
          <a:xfrm>
            <a:off x="2374900" y="32623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75822" name="Text Box 14">
            <a:extLst>
              <a:ext uri="{FF2B5EF4-FFF2-40B4-BE49-F238E27FC236}">
                <a16:creationId xmlns:a16="http://schemas.microsoft.com/office/drawing/2014/main" id="{BBF6AA10-337C-54B5-0654-8B57E6AB5C10}"/>
              </a:ext>
            </a:extLst>
          </p:cNvPr>
          <p:cNvSpPr txBox="1">
            <a:spLocks noChangeArrowheads="1"/>
          </p:cNvSpPr>
          <p:nvPr/>
        </p:nvSpPr>
        <p:spPr bwMode="auto">
          <a:xfrm>
            <a:off x="5118100" y="275748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75823" name="Text Box 15">
            <a:extLst>
              <a:ext uri="{FF2B5EF4-FFF2-40B4-BE49-F238E27FC236}">
                <a16:creationId xmlns:a16="http://schemas.microsoft.com/office/drawing/2014/main" id="{B1E9EF6A-2AB2-5232-AF6A-114F7B35713F}"/>
              </a:ext>
            </a:extLst>
          </p:cNvPr>
          <p:cNvSpPr txBox="1">
            <a:spLocks noChangeArrowheads="1"/>
          </p:cNvSpPr>
          <p:nvPr/>
        </p:nvSpPr>
        <p:spPr bwMode="auto">
          <a:xfrm>
            <a:off x="2419350" y="23399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O</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375824" name="Text Box 16">
            <a:extLst>
              <a:ext uri="{FF2B5EF4-FFF2-40B4-BE49-F238E27FC236}">
                <a16:creationId xmlns:a16="http://schemas.microsoft.com/office/drawing/2014/main" id="{032DEEAD-65E7-00CC-5535-DF3930C5E69B}"/>
              </a:ext>
            </a:extLst>
          </p:cNvPr>
          <p:cNvSpPr txBox="1">
            <a:spLocks noChangeArrowheads="1"/>
          </p:cNvSpPr>
          <p:nvPr/>
        </p:nvSpPr>
        <p:spPr bwMode="auto">
          <a:xfrm>
            <a:off x="1412875" y="5367338"/>
            <a:ext cx="6400800" cy="946150"/>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00FFFF"/>
                </a:solidFill>
                <a:effectLst>
                  <a:outerShdw blurRad="38100" dist="38100" dir="2700000" algn="tl">
                    <a:srgbClr val="000000"/>
                  </a:outerShdw>
                </a:effectLst>
                <a:latin typeface="Times New Roman" pitchFamily="18" charset="0"/>
                <a:ea typeface="+mn-ea"/>
              </a:rPr>
              <a:t>This imparts a special stability to the structure</a:t>
            </a:r>
          </a:p>
        </p:txBody>
      </p:sp>
      <p:grpSp>
        <p:nvGrpSpPr>
          <p:cNvPr id="220172" name="Group 17">
            <a:extLst>
              <a:ext uri="{FF2B5EF4-FFF2-40B4-BE49-F238E27FC236}">
                <a16:creationId xmlns:a16="http://schemas.microsoft.com/office/drawing/2014/main" id="{29BD1F86-F801-4E7B-FE0B-9A11793D8241}"/>
              </a:ext>
            </a:extLst>
          </p:cNvPr>
          <p:cNvGrpSpPr>
            <a:grpSpLocks/>
          </p:cNvGrpSpPr>
          <p:nvPr/>
        </p:nvGrpSpPr>
        <p:grpSpPr bwMode="auto">
          <a:xfrm>
            <a:off x="2557463" y="2374900"/>
            <a:ext cx="3614737" cy="1350963"/>
            <a:chOff x="1611" y="1496"/>
            <a:chExt cx="2277" cy="851"/>
          </a:xfrm>
        </p:grpSpPr>
        <p:grpSp>
          <p:nvGrpSpPr>
            <p:cNvPr id="220173" name="Group 18">
              <a:extLst>
                <a:ext uri="{FF2B5EF4-FFF2-40B4-BE49-F238E27FC236}">
                  <a16:creationId xmlns:a16="http://schemas.microsoft.com/office/drawing/2014/main" id="{F26827D5-D862-91D0-88B5-6782D90C3DBC}"/>
                </a:ext>
              </a:extLst>
            </p:cNvPr>
            <p:cNvGrpSpPr>
              <a:grpSpLocks/>
            </p:cNvGrpSpPr>
            <p:nvPr/>
          </p:nvGrpSpPr>
          <p:grpSpPr bwMode="auto">
            <a:xfrm>
              <a:off x="1611" y="1496"/>
              <a:ext cx="2277" cy="851"/>
              <a:chOff x="1611" y="1704"/>
              <a:chExt cx="2437" cy="979"/>
            </a:xfrm>
          </p:grpSpPr>
          <p:sp>
            <p:nvSpPr>
              <p:cNvPr id="375827" name="Oval 19">
                <a:extLst>
                  <a:ext uri="{FF2B5EF4-FFF2-40B4-BE49-F238E27FC236}">
                    <a16:creationId xmlns:a16="http://schemas.microsoft.com/office/drawing/2014/main" id="{9BEBED74-EAE0-A79D-291D-C2BFA40DD74A}"/>
                  </a:ext>
                </a:extLst>
              </p:cNvPr>
              <p:cNvSpPr>
                <a:spLocks noChangeArrowheads="1"/>
              </p:cNvSpPr>
              <p:nvPr/>
            </p:nvSpPr>
            <p:spPr bwMode="auto">
              <a:xfrm rot="1017020">
                <a:off x="1632" y="1704"/>
                <a:ext cx="1520" cy="624"/>
              </a:xfrm>
              <a:prstGeom prst="ellipse">
                <a:avLst/>
              </a:prstGeom>
              <a:solidFill>
                <a:srgbClr val="FF00FF"/>
              </a:solidFill>
              <a:ln w="12700">
                <a:solidFill>
                  <a:srgbClr val="FF00FF"/>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5828" name="Oval 20">
                <a:extLst>
                  <a:ext uri="{FF2B5EF4-FFF2-40B4-BE49-F238E27FC236}">
                    <a16:creationId xmlns:a16="http://schemas.microsoft.com/office/drawing/2014/main" id="{921E3C79-FB59-EAD7-7232-E24A2435C8F1}"/>
                  </a:ext>
                </a:extLst>
              </p:cNvPr>
              <p:cNvSpPr>
                <a:spLocks noChangeArrowheads="1"/>
              </p:cNvSpPr>
              <p:nvPr/>
            </p:nvSpPr>
            <p:spPr bwMode="auto">
              <a:xfrm>
                <a:off x="2504" y="1872"/>
                <a:ext cx="1544" cy="640"/>
              </a:xfrm>
              <a:prstGeom prst="ellipse">
                <a:avLst/>
              </a:prstGeom>
              <a:solidFill>
                <a:srgbClr val="FF00FF"/>
              </a:solidFill>
              <a:ln w="12700">
                <a:solidFill>
                  <a:srgbClr val="FF00FF"/>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75829" name="Oval 21">
                <a:extLst>
                  <a:ext uri="{FF2B5EF4-FFF2-40B4-BE49-F238E27FC236}">
                    <a16:creationId xmlns:a16="http://schemas.microsoft.com/office/drawing/2014/main" id="{2C8392CE-841A-C9D9-4AA9-D1AA3196F6F4}"/>
                  </a:ext>
                </a:extLst>
              </p:cNvPr>
              <p:cNvSpPr>
                <a:spLocks noChangeArrowheads="1"/>
              </p:cNvSpPr>
              <p:nvPr/>
            </p:nvSpPr>
            <p:spPr bwMode="auto">
              <a:xfrm rot="20688389" flipH="1">
                <a:off x="1611" y="2003"/>
                <a:ext cx="1600" cy="680"/>
              </a:xfrm>
              <a:prstGeom prst="ellipse">
                <a:avLst/>
              </a:prstGeom>
              <a:solidFill>
                <a:srgbClr val="FF00FF"/>
              </a:solidFill>
              <a:ln w="12700">
                <a:solidFill>
                  <a:srgbClr val="FF00FF"/>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375830" name="Text Box 22">
              <a:extLst>
                <a:ext uri="{FF2B5EF4-FFF2-40B4-BE49-F238E27FC236}">
                  <a16:creationId xmlns:a16="http://schemas.microsoft.com/office/drawing/2014/main" id="{6EE0BCA9-64CE-75E7-830B-8AE6B0FB00FF}"/>
                </a:ext>
              </a:extLst>
            </p:cNvPr>
            <p:cNvSpPr txBox="1">
              <a:spLocks noChangeArrowheads="1"/>
            </p:cNvSpPr>
            <p:nvPr/>
          </p:nvSpPr>
          <p:spPr bwMode="auto">
            <a:xfrm>
              <a:off x="2336" y="1640"/>
              <a:ext cx="560" cy="442"/>
            </a:xfrm>
            <a:prstGeom prst="rect">
              <a:avLst/>
            </a:prstGeom>
            <a:noFill/>
            <a:ln w="12700">
              <a:noFill/>
              <a:miter lim="800000"/>
              <a:headEnd/>
              <a:tailEnd/>
            </a:ln>
            <a:effectLst/>
          </p:spPr>
          <p:txBody>
            <a:bodyPr>
              <a:spAutoFit/>
            </a:bodyPr>
            <a:lstStyle/>
            <a:p>
              <a:pPr algn="ctr">
                <a:spcBef>
                  <a:spcPct val="50000"/>
                </a:spcBef>
                <a:defRPr/>
              </a:pPr>
              <a:r>
                <a:rPr lang="en-US" sz="4000">
                  <a:solidFill>
                    <a:srgbClr val="FFFFFF"/>
                  </a:solidFill>
                  <a:effectLst>
                    <a:outerShdw blurRad="38100" dist="38100" dir="2700000" algn="tl">
                      <a:srgbClr val="000000"/>
                    </a:outerShdw>
                  </a:effectLst>
                  <a:latin typeface="Symbol" pitchFamily="18" charset="2"/>
                  <a:ea typeface="+mn-ea"/>
                </a:rPr>
                <a:t>p</a:t>
              </a:r>
              <a:r>
                <a:rPr lang="en-US" sz="4000" baseline="30000">
                  <a:solidFill>
                    <a:srgbClr val="FFFFFF"/>
                  </a:solidFill>
                  <a:effectLst>
                    <a:outerShdw blurRad="38100" dist="38100" dir="2700000" algn="tl">
                      <a:srgbClr val="000000"/>
                    </a:outerShdw>
                  </a:effectLst>
                  <a:latin typeface="Times New Roman" pitchFamily="18" charset="0"/>
                  <a:ea typeface="+mn-ea"/>
                </a:rPr>
                <a:t>+</a:t>
              </a:r>
              <a:endParaRPr lang="en-US" sz="4000">
                <a:solidFill>
                  <a:srgbClr val="FFFFFF"/>
                </a:solidFill>
                <a:effectLst>
                  <a:outerShdw blurRad="38100" dist="38100" dir="2700000" algn="tl">
                    <a:srgbClr val="000000"/>
                  </a:outerShdw>
                </a:effectLst>
                <a:latin typeface="Times New Roman" pitchFamily="18" charset="0"/>
                <a:ea typeface="+mn-ea"/>
              </a:endParaRPr>
            </a:p>
          </p:txBody>
        </p:sp>
      </p:grpSp>
    </p:spTree>
    <p:custDataLst>
      <p:tags r:id="rId1"/>
    </p:custData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a:extLst>
              <a:ext uri="{FF2B5EF4-FFF2-40B4-BE49-F238E27FC236}">
                <a16:creationId xmlns:a16="http://schemas.microsoft.com/office/drawing/2014/main" id="{990E42C7-A159-02C7-2C54-68EDB01E487E}"/>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07555" name="Rectangle 3">
            <a:extLst>
              <a:ext uri="{FF2B5EF4-FFF2-40B4-BE49-F238E27FC236}">
                <a16:creationId xmlns:a16="http://schemas.microsoft.com/office/drawing/2014/main" id="{E706D50B-E088-1206-4461-45909EAE5F0F}"/>
              </a:ext>
            </a:extLst>
          </p:cNvPr>
          <p:cNvSpPr>
            <a:spLocks noChangeArrowheads="1"/>
          </p:cNvSpPr>
          <p:nvPr/>
        </p:nvSpPr>
        <p:spPr bwMode="auto">
          <a:xfrm>
            <a:off x="1306513" y="1116013"/>
            <a:ext cx="5356225"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2.  Connect the skeleton with single bonds</a:t>
            </a:r>
          </a:p>
        </p:txBody>
      </p:sp>
      <p:sp>
        <p:nvSpPr>
          <p:cNvPr id="407556" name="Text Box 4">
            <a:extLst>
              <a:ext uri="{FF2B5EF4-FFF2-40B4-BE49-F238E27FC236}">
                <a16:creationId xmlns:a16="http://schemas.microsoft.com/office/drawing/2014/main" id="{CCC43DDC-C3B3-3FD9-ABA4-8A5DC076A6D5}"/>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07557" name="Text Box 5">
            <a:extLst>
              <a:ext uri="{FF2B5EF4-FFF2-40B4-BE49-F238E27FC236}">
                <a16:creationId xmlns:a16="http://schemas.microsoft.com/office/drawing/2014/main" id="{5300B308-E001-F1F0-7FDC-A8B8B50604ED}"/>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07558" name="Text Box 6">
            <a:extLst>
              <a:ext uri="{FF2B5EF4-FFF2-40B4-BE49-F238E27FC236}">
                <a16:creationId xmlns:a16="http://schemas.microsoft.com/office/drawing/2014/main" id="{17979709-1FDB-0062-BE88-641B257848B0}"/>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07559" name="Line 7">
            <a:extLst>
              <a:ext uri="{FF2B5EF4-FFF2-40B4-BE49-F238E27FC236}">
                <a16:creationId xmlns:a16="http://schemas.microsoft.com/office/drawing/2014/main" id="{F309EBB0-1E21-6DC2-6BA2-5E49739BAE5F}"/>
              </a:ext>
            </a:extLst>
          </p:cNvPr>
          <p:cNvSpPr>
            <a:spLocks noChangeShapeType="1"/>
          </p:cNvSpPr>
          <p:nvPr/>
        </p:nvSpPr>
        <p:spPr bwMode="auto">
          <a:xfrm>
            <a:off x="3309938" y="3694113"/>
            <a:ext cx="433387"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7560" name="Line 8">
            <a:extLst>
              <a:ext uri="{FF2B5EF4-FFF2-40B4-BE49-F238E27FC236}">
                <a16:creationId xmlns:a16="http://schemas.microsoft.com/office/drawing/2014/main" id="{A0DBBF42-C6B8-A2E8-9E76-F9591827354D}"/>
              </a:ext>
            </a:extLst>
          </p:cNvPr>
          <p:cNvSpPr>
            <a:spLocks noChangeShapeType="1"/>
          </p:cNvSpPr>
          <p:nvPr/>
        </p:nvSpPr>
        <p:spPr bwMode="auto">
          <a:xfrm>
            <a:off x="4799013" y="3695700"/>
            <a:ext cx="434975"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7561" name="Text Box 9">
            <a:extLst>
              <a:ext uri="{FF2B5EF4-FFF2-40B4-BE49-F238E27FC236}">
                <a16:creationId xmlns:a16="http://schemas.microsoft.com/office/drawing/2014/main" id="{70BBAD78-6C44-1CA5-067A-4FC2BE1EF9E3}"/>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07562" name="Line 10">
            <a:extLst>
              <a:ext uri="{FF2B5EF4-FFF2-40B4-BE49-F238E27FC236}">
                <a16:creationId xmlns:a16="http://schemas.microsoft.com/office/drawing/2014/main" id="{F6FAA0E4-8122-1010-91C6-63EFD84E794D}"/>
              </a:ext>
            </a:extLst>
          </p:cNvPr>
          <p:cNvSpPr>
            <a:spLocks noChangeShapeType="1"/>
          </p:cNvSpPr>
          <p:nvPr/>
        </p:nvSpPr>
        <p:spPr bwMode="auto">
          <a:xfrm flipV="1">
            <a:off x="4227513" y="287496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7563" name="Line 11">
            <a:extLst>
              <a:ext uri="{FF2B5EF4-FFF2-40B4-BE49-F238E27FC236}">
                <a16:creationId xmlns:a16="http://schemas.microsoft.com/office/drawing/2014/main" id="{EFC3236B-685F-7C4A-FC05-45941A3C76C2}"/>
              </a:ext>
            </a:extLst>
          </p:cNvPr>
          <p:cNvSpPr>
            <a:spLocks noChangeShapeType="1"/>
          </p:cNvSpPr>
          <p:nvPr/>
        </p:nvSpPr>
        <p:spPr bwMode="auto">
          <a:xfrm flipV="1">
            <a:off x="4213225" y="421481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7564" name="Text Box 12">
            <a:extLst>
              <a:ext uri="{FF2B5EF4-FFF2-40B4-BE49-F238E27FC236}">
                <a16:creationId xmlns:a16="http://schemas.microsoft.com/office/drawing/2014/main" id="{3AAFB39A-F51C-FBAD-FB49-A66611DB791E}"/>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07565" name="Text Box 13">
            <a:extLst>
              <a:ext uri="{FF2B5EF4-FFF2-40B4-BE49-F238E27FC236}">
                <a16:creationId xmlns:a16="http://schemas.microsoft.com/office/drawing/2014/main" id="{81E0D2B8-08B5-7E7A-9F3E-1F44E86B2EB9}"/>
              </a:ext>
            </a:extLst>
          </p:cNvPr>
          <p:cNvSpPr txBox="1">
            <a:spLocks noChangeArrowheads="1"/>
          </p:cNvSpPr>
          <p:nvPr/>
        </p:nvSpPr>
        <p:spPr bwMode="auto">
          <a:xfrm>
            <a:off x="592138" y="5667375"/>
            <a:ext cx="1236662"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36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a:extLst>
              <a:ext uri="{FF2B5EF4-FFF2-40B4-BE49-F238E27FC236}">
                <a16:creationId xmlns:a16="http://schemas.microsoft.com/office/drawing/2014/main" id="{771D4582-BDE5-8E82-962E-A140A8E715A3}"/>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08579" name="Rectangle 3">
            <a:extLst>
              <a:ext uri="{FF2B5EF4-FFF2-40B4-BE49-F238E27FC236}">
                <a16:creationId xmlns:a16="http://schemas.microsoft.com/office/drawing/2014/main" id="{703AF81B-78D0-1A3B-4126-D1D557EEA957}"/>
              </a:ext>
            </a:extLst>
          </p:cNvPr>
          <p:cNvSpPr>
            <a:spLocks noChangeArrowheads="1"/>
          </p:cNvSpPr>
          <p:nvPr/>
        </p:nvSpPr>
        <p:spPr bwMode="auto">
          <a:xfrm>
            <a:off x="1306513" y="1116013"/>
            <a:ext cx="7196137"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3.  Place lone pairs to give non-H terminal atoms an octet</a:t>
            </a:r>
          </a:p>
        </p:txBody>
      </p:sp>
      <p:sp>
        <p:nvSpPr>
          <p:cNvPr id="408580" name="Text Box 4">
            <a:extLst>
              <a:ext uri="{FF2B5EF4-FFF2-40B4-BE49-F238E27FC236}">
                <a16:creationId xmlns:a16="http://schemas.microsoft.com/office/drawing/2014/main" id="{11D5CF14-40BA-16F7-0908-EBEE39794036}"/>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08581" name="Text Box 5">
            <a:extLst>
              <a:ext uri="{FF2B5EF4-FFF2-40B4-BE49-F238E27FC236}">
                <a16:creationId xmlns:a16="http://schemas.microsoft.com/office/drawing/2014/main" id="{61B7C809-65A3-149E-7DD1-E0AF495B4897}"/>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08582" name="Text Box 6">
            <a:extLst>
              <a:ext uri="{FF2B5EF4-FFF2-40B4-BE49-F238E27FC236}">
                <a16:creationId xmlns:a16="http://schemas.microsoft.com/office/drawing/2014/main" id="{3F77D6DF-8493-73D0-B9A7-BFBFCFD07662}"/>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08583" name="Line 7">
            <a:extLst>
              <a:ext uri="{FF2B5EF4-FFF2-40B4-BE49-F238E27FC236}">
                <a16:creationId xmlns:a16="http://schemas.microsoft.com/office/drawing/2014/main" id="{21B2C6B2-A90A-2CB9-4DDF-6B0DF9544198}"/>
              </a:ext>
            </a:extLst>
          </p:cNvPr>
          <p:cNvSpPr>
            <a:spLocks noChangeShapeType="1"/>
          </p:cNvSpPr>
          <p:nvPr/>
        </p:nvSpPr>
        <p:spPr bwMode="auto">
          <a:xfrm>
            <a:off x="3309938" y="3694113"/>
            <a:ext cx="433387"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8584" name="Line 8">
            <a:extLst>
              <a:ext uri="{FF2B5EF4-FFF2-40B4-BE49-F238E27FC236}">
                <a16:creationId xmlns:a16="http://schemas.microsoft.com/office/drawing/2014/main" id="{47B7CEF3-4B25-82E0-9708-937A919F2328}"/>
              </a:ext>
            </a:extLst>
          </p:cNvPr>
          <p:cNvSpPr>
            <a:spLocks noChangeShapeType="1"/>
          </p:cNvSpPr>
          <p:nvPr/>
        </p:nvSpPr>
        <p:spPr bwMode="auto">
          <a:xfrm>
            <a:off x="4799013" y="3695700"/>
            <a:ext cx="434975"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8585" name="Text Box 9">
            <a:extLst>
              <a:ext uri="{FF2B5EF4-FFF2-40B4-BE49-F238E27FC236}">
                <a16:creationId xmlns:a16="http://schemas.microsoft.com/office/drawing/2014/main" id="{43642C4E-88EE-01AD-153C-A14303425AA8}"/>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08586" name="Line 10">
            <a:extLst>
              <a:ext uri="{FF2B5EF4-FFF2-40B4-BE49-F238E27FC236}">
                <a16:creationId xmlns:a16="http://schemas.microsoft.com/office/drawing/2014/main" id="{39ADA9CF-D900-8690-7FAA-C0C29D0D0BAB}"/>
              </a:ext>
            </a:extLst>
          </p:cNvPr>
          <p:cNvSpPr>
            <a:spLocks noChangeShapeType="1"/>
          </p:cNvSpPr>
          <p:nvPr/>
        </p:nvSpPr>
        <p:spPr bwMode="auto">
          <a:xfrm flipV="1">
            <a:off x="4227513" y="287496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8587" name="Line 11">
            <a:extLst>
              <a:ext uri="{FF2B5EF4-FFF2-40B4-BE49-F238E27FC236}">
                <a16:creationId xmlns:a16="http://schemas.microsoft.com/office/drawing/2014/main" id="{0BF8CDA1-0A03-701D-A518-E656B5AB7791}"/>
              </a:ext>
            </a:extLst>
          </p:cNvPr>
          <p:cNvSpPr>
            <a:spLocks noChangeShapeType="1"/>
          </p:cNvSpPr>
          <p:nvPr/>
        </p:nvSpPr>
        <p:spPr bwMode="auto">
          <a:xfrm flipV="1">
            <a:off x="4213225" y="421481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8588" name="Text Box 12">
            <a:extLst>
              <a:ext uri="{FF2B5EF4-FFF2-40B4-BE49-F238E27FC236}">
                <a16:creationId xmlns:a16="http://schemas.microsoft.com/office/drawing/2014/main" id="{F1FF48EF-3C94-89BE-EB54-615D69BA5706}"/>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08589" name="Text Box 13">
            <a:extLst>
              <a:ext uri="{FF2B5EF4-FFF2-40B4-BE49-F238E27FC236}">
                <a16:creationId xmlns:a16="http://schemas.microsoft.com/office/drawing/2014/main" id="{179B8DC1-30B5-7DD0-701A-CC634A0C5EB8}"/>
              </a:ext>
            </a:extLst>
          </p:cNvPr>
          <p:cNvSpPr txBox="1">
            <a:spLocks noChangeArrowheads="1"/>
          </p:cNvSpPr>
          <p:nvPr/>
        </p:nvSpPr>
        <p:spPr bwMode="auto">
          <a:xfrm>
            <a:off x="592138" y="5667375"/>
            <a:ext cx="1236662"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36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a:extLst>
              <a:ext uri="{FF2B5EF4-FFF2-40B4-BE49-F238E27FC236}">
                <a16:creationId xmlns:a16="http://schemas.microsoft.com/office/drawing/2014/main" id="{D19CBFA0-2938-0BFE-CD1B-19628D978DB3}"/>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09603" name="Rectangle 3">
            <a:extLst>
              <a:ext uri="{FF2B5EF4-FFF2-40B4-BE49-F238E27FC236}">
                <a16:creationId xmlns:a16="http://schemas.microsoft.com/office/drawing/2014/main" id="{90E6FBA4-D9A0-31D7-C95D-6AFB4F4A6039}"/>
              </a:ext>
            </a:extLst>
          </p:cNvPr>
          <p:cNvSpPr>
            <a:spLocks noChangeArrowheads="1"/>
          </p:cNvSpPr>
          <p:nvPr/>
        </p:nvSpPr>
        <p:spPr bwMode="auto">
          <a:xfrm>
            <a:off x="1306513" y="1116013"/>
            <a:ext cx="7196137" cy="469900"/>
          </a:xfrm>
          <a:prstGeom prst="rect">
            <a:avLst/>
          </a:prstGeom>
          <a:solidFill>
            <a:schemeClr val="folHlink"/>
          </a:solidFill>
          <a:ln w="12700">
            <a:solidFill>
              <a:schemeClr val="accent2"/>
            </a:solidFill>
            <a:miter lim="800000"/>
            <a:headEnd/>
            <a:tailEnd/>
          </a:ln>
          <a:effectLst/>
        </p:spPr>
        <p:txBody>
          <a:bodyPr wrap="none">
            <a:spAutoFit/>
          </a:bodyPr>
          <a:lstStyle/>
          <a:p>
            <a:pPr marL="457200" indent="-457200">
              <a:defRPr/>
            </a:pPr>
            <a:r>
              <a:rPr lang="en-US">
                <a:solidFill>
                  <a:srgbClr val="FFFFFF"/>
                </a:solidFill>
                <a:effectLst>
                  <a:outerShdw blurRad="38100" dist="38100" dir="2700000" algn="tl">
                    <a:srgbClr val="000000"/>
                  </a:outerShdw>
                </a:effectLst>
                <a:latin typeface="Times New Roman" pitchFamily="18" charset="0"/>
                <a:ea typeface="+mn-ea"/>
              </a:rPr>
              <a:t>3.  Place lone pairs to give non-H terminal atoms an octet</a:t>
            </a:r>
          </a:p>
        </p:txBody>
      </p:sp>
      <p:sp>
        <p:nvSpPr>
          <p:cNvPr id="409604" name="Text Box 4">
            <a:extLst>
              <a:ext uri="{FF2B5EF4-FFF2-40B4-BE49-F238E27FC236}">
                <a16:creationId xmlns:a16="http://schemas.microsoft.com/office/drawing/2014/main" id="{108CF86E-DB26-8A94-C8DC-7375DA184B56}"/>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09605" name="Text Box 5">
            <a:extLst>
              <a:ext uri="{FF2B5EF4-FFF2-40B4-BE49-F238E27FC236}">
                <a16:creationId xmlns:a16="http://schemas.microsoft.com/office/drawing/2014/main" id="{8B84DFD7-2F50-EC1A-F125-6CFCC67D0F55}"/>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09606" name="Text Box 6">
            <a:extLst>
              <a:ext uri="{FF2B5EF4-FFF2-40B4-BE49-F238E27FC236}">
                <a16:creationId xmlns:a16="http://schemas.microsoft.com/office/drawing/2014/main" id="{81231BCB-6359-5D7A-A04E-560094207574}"/>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09607" name="Line 7">
            <a:extLst>
              <a:ext uri="{FF2B5EF4-FFF2-40B4-BE49-F238E27FC236}">
                <a16:creationId xmlns:a16="http://schemas.microsoft.com/office/drawing/2014/main" id="{B575323A-E279-25E9-F061-A33A198B1461}"/>
              </a:ext>
            </a:extLst>
          </p:cNvPr>
          <p:cNvSpPr>
            <a:spLocks noChangeShapeType="1"/>
          </p:cNvSpPr>
          <p:nvPr/>
        </p:nvSpPr>
        <p:spPr bwMode="auto">
          <a:xfrm>
            <a:off x="3309938" y="3694113"/>
            <a:ext cx="433387"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9608" name="Line 8">
            <a:extLst>
              <a:ext uri="{FF2B5EF4-FFF2-40B4-BE49-F238E27FC236}">
                <a16:creationId xmlns:a16="http://schemas.microsoft.com/office/drawing/2014/main" id="{6957E540-7EDB-13BF-F376-5B0EB39A71B7}"/>
              </a:ext>
            </a:extLst>
          </p:cNvPr>
          <p:cNvSpPr>
            <a:spLocks noChangeShapeType="1"/>
          </p:cNvSpPr>
          <p:nvPr/>
        </p:nvSpPr>
        <p:spPr bwMode="auto">
          <a:xfrm>
            <a:off x="4799013" y="3695700"/>
            <a:ext cx="434975"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9609" name="Text Box 9">
            <a:extLst>
              <a:ext uri="{FF2B5EF4-FFF2-40B4-BE49-F238E27FC236}">
                <a16:creationId xmlns:a16="http://schemas.microsoft.com/office/drawing/2014/main" id="{585041E0-A876-50C8-E6E1-43F84F5FD414}"/>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09610" name="Line 10">
            <a:extLst>
              <a:ext uri="{FF2B5EF4-FFF2-40B4-BE49-F238E27FC236}">
                <a16:creationId xmlns:a16="http://schemas.microsoft.com/office/drawing/2014/main" id="{D7789580-24AD-3E01-A170-19B6B0C67948}"/>
              </a:ext>
            </a:extLst>
          </p:cNvPr>
          <p:cNvSpPr>
            <a:spLocks noChangeShapeType="1"/>
          </p:cNvSpPr>
          <p:nvPr/>
        </p:nvSpPr>
        <p:spPr bwMode="auto">
          <a:xfrm flipV="1">
            <a:off x="4227513" y="287496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9611" name="Line 11">
            <a:extLst>
              <a:ext uri="{FF2B5EF4-FFF2-40B4-BE49-F238E27FC236}">
                <a16:creationId xmlns:a16="http://schemas.microsoft.com/office/drawing/2014/main" id="{99D238D1-F8B3-69A0-3FD7-879FDDFCC571}"/>
              </a:ext>
            </a:extLst>
          </p:cNvPr>
          <p:cNvSpPr>
            <a:spLocks noChangeShapeType="1"/>
          </p:cNvSpPr>
          <p:nvPr/>
        </p:nvSpPr>
        <p:spPr bwMode="auto">
          <a:xfrm flipV="1">
            <a:off x="4213225" y="421481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9612" name="Text Box 12">
            <a:extLst>
              <a:ext uri="{FF2B5EF4-FFF2-40B4-BE49-F238E27FC236}">
                <a16:creationId xmlns:a16="http://schemas.microsoft.com/office/drawing/2014/main" id="{432BF1CC-1D19-2A90-2643-AAE86A15C91D}"/>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grpSp>
        <p:nvGrpSpPr>
          <p:cNvPr id="226317" name="Group 13">
            <a:extLst>
              <a:ext uri="{FF2B5EF4-FFF2-40B4-BE49-F238E27FC236}">
                <a16:creationId xmlns:a16="http://schemas.microsoft.com/office/drawing/2014/main" id="{227EBDED-06AB-ABF2-EB2D-5E974002644C}"/>
              </a:ext>
            </a:extLst>
          </p:cNvPr>
          <p:cNvGrpSpPr>
            <a:grpSpLocks/>
          </p:cNvGrpSpPr>
          <p:nvPr/>
        </p:nvGrpSpPr>
        <p:grpSpPr bwMode="auto">
          <a:xfrm>
            <a:off x="5324475" y="4181475"/>
            <a:ext cx="520700" cy="152400"/>
            <a:chOff x="990" y="2694"/>
            <a:chExt cx="328" cy="96"/>
          </a:xfrm>
        </p:grpSpPr>
        <p:sp>
          <p:nvSpPr>
            <p:cNvPr id="409614" name="Oval 14">
              <a:extLst>
                <a:ext uri="{FF2B5EF4-FFF2-40B4-BE49-F238E27FC236}">
                  <a16:creationId xmlns:a16="http://schemas.microsoft.com/office/drawing/2014/main" id="{326B2262-4CB5-7C2E-AA10-3C05DC8A130E}"/>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9615" name="Oval 15">
              <a:extLst>
                <a:ext uri="{FF2B5EF4-FFF2-40B4-BE49-F238E27FC236}">
                  <a16:creationId xmlns:a16="http://schemas.microsoft.com/office/drawing/2014/main" id="{3809AC2C-C49B-95AB-57EE-6A354EEC02D5}"/>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26318" name="Group 16">
            <a:extLst>
              <a:ext uri="{FF2B5EF4-FFF2-40B4-BE49-F238E27FC236}">
                <a16:creationId xmlns:a16="http://schemas.microsoft.com/office/drawing/2014/main" id="{444D64DE-E0DF-3809-BA9C-555A3BAF8173}"/>
              </a:ext>
            </a:extLst>
          </p:cNvPr>
          <p:cNvGrpSpPr>
            <a:grpSpLocks/>
          </p:cNvGrpSpPr>
          <p:nvPr/>
        </p:nvGrpSpPr>
        <p:grpSpPr bwMode="auto">
          <a:xfrm rot="-5400000">
            <a:off x="5922963" y="3660775"/>
            <a:ext cx="520700" cy="152400"/>
            <a:chOff x="990" y="2694"/>
            <a:chExt cx="328" cy="96"/>
          </a:xfrm>
        </p:grpSpPr>
        <p:sp>
          <p:nvSpPr>
            <p:cNvPr id="409617" name="Oval 17">
              <a:extLst>
                <a:ext uri="{FF2B5EF4-FFF2-40B4-BE49-F238E27FC236}">
                  <a16:creationId xmlns:a16="http://schemas.microsoft.com/office/drawing/2014/main" id="{4EE96D9C-C78B-15FD-84D5-BC76AD38DF03}"/>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9618" name="Oval 18">
              <a:extLst>
                <a:ext uri="{FF2B5EF4-FFF2-40B4-BE49-F238E27FC236}">
                  <a16:creationId xmlns:a16="http://schemas.microsoft.com/office/drawing/2014/main" id="{31F5EA55-ABC4-ECCD-429F-097B2C482681}"/>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26319" name="Group 19">
            <a:extLst>
              <a:ext uri="{FF2B5EF4-FFF2-40B4-BE49-F238E27FC236}">
                <a16:creationId xmlns:a16="http://schemas.microsoft.com/office/drawing/2014/main" id="{EB13708B-94AB-9B77-1A73-A96CCD6DBD39}"/>
              </a:ext>
            </a:extLst>
          </p:cNvPr>
          <p:cNvGrpSpPr>
            <a:grpSpLocks/>
          </p:cNvGrpSpPr>
          <p:nvPr/>
        </p:nvGrpSpPr>
        <p:grpSpPr bwMode="auto">
          <a:xfrm>
            <a:off x="5326063" y="3063875"/>
            <a:ext cx="520700" cy="152400"/>
            <a:chOff x="990" y="2694"/>
            <a:chExt cx="328" cy="96"/>
          </a:xfrm>
        </p:grpSpPr>
        <p:sp>
          <p:nvSpPr>
            <p:cNvPr id="409620" name="Oval 20">
              <a:extLst>
                <a:ext uri="{FF2B5EF4-FFF2-40B4-BE49-F238E27FC236}">
                  <a16:creationId xmlns:a16="http://schemas.microsoft.com/office/drawing/2014/main" id="{5F23F04A-A2DF-6A29-4EC5-F82AD16D99BD}"/>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9621" name="Oval 21">
              <a:extLst>
                <a:ext uri="{FF2B5EF4-FFF2-40B4-BE49-F238E27FC236}">
                  <a16:creationId xmlns:a16="http://schemas.microsoft.com/office/drawing/2014/main" id="{A12A92BE-60E4-1FB7-D6F4-37102916242D}"/>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26320" name="Group 22">
            <a:extLst>
              <a:ext uri="{FF2B5EF4-FFF2-40B4-BE49-F238E27FC236}">
                <a16:creationId xmlns:a16="http://schemas.microsoft.com/office/drawing/2014/main" id="{8333CD7A-8A3E-13C2-C427-2221BC146063}"/>
              </a:ext>
            </a:extLst>
          </p:cNvPr>
          <p:cNvGrpSpPr>
            <a:grpSpLocks/>
          </p:cNvGrpSpPr>
          <p:nvPr/>
        </p:nvGrpSpPr>
        <p:grpSpPr bwMode="auto">
          <a:xfrm>
            <a:off x="3986213" y="1811338"/>
            <a:ext cx="520700" cy="152400"/>
            <a:chOff x="990" y="2694"/>
            <a:chExt cx="328" cy="96"/>
          </a:xfrm>
        </p:grpSpPr>
        <p:sp>
          <p:nvSpPr>
            <p:cNvPr id="409623" name="Oval 23">
              <a:extLst>
                <a:ext uri="{FF2B5EF4-FFF2-40B4-BE49-F238E27FC236}">
                  <a16:creationId xmlns:a16="http://schemas.microsoft.com/office/drawing/2014/main" id="{238254BF-B073-ED99-2E78-45158615A541}"/>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9624" name="Oval 24">
              <a:extLst>
                <a:ext uri="{FF2B5EF4-FFF2-40B4-BE49-F238E27FC236}">
                  <a16:creationId xmlns:a16="http://schemas.microsoft.com/office/drawing/2014/main" id="{D8E94BCA-33F8-DFB2-080A-91A54AD6B165}"/>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26321" name="Group 25">
            <a:extLst>
              <a:ext uri="{FF2B5EF4-FFF2-40B4-BE49-F238E27FC236}">
                <a16:creationId xmlns:a16="http://schemas.microsoft.com/office/drawing/2014/main" id="{DA3D4563-12EC-987D-30CE-B90AC521BF8A}"/>
              </a:ext>
            </a:extLst>
          </p:cNvPr>
          <p:cNvGrpSpPr>
            <a:grpSpLocks/>
          </p:cNvGrpSpPr>
          <p:nvPr/>
        </p:nvGrpSpPr>
        <p:grpSpPr bwMode="auto">
          <a:xfrm rot="-5400000">
            <a:off x="4521200" y="2344738"/>
            <a:ext cx="520700" cy="152400"/>
            <a:chOff x="990" y="2694"/>
            <a:chExt cx="328" cy="96"/>
          </a:xfrm>
        </p:grpSpPr>
        <p:sp>
          <p:nvSpPr>
            <p:cNvPr id="409626" name="Oval 26">
              <a:extLst>
                <a:ext uri="{FF2B5EF4-FFF2-40B4-BE49-F238E27FC236}">
                  <a16:creationId xmlns:a16="http://schemas.microsoft.com/office/drawing/2014/main" id="{B7024176-47F5-21E7-5184-7B51EC228FCB}"/>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9627" name="Oval 27">
              <a:extLst>
                <a:ext uri="{FF2B5EF4-FFF2-40B4-BE49-F238E27FC236}">
                  <a16:creationId xmlns:a16="http://schemas.microsoft.com/office/drawing/2014/main" id="{FC96374C-25DE-E6E3-DE3E-CDAFB18B6BDB}"/>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26322" name="Group 28">
            <a:extLst>
              <a:ext uri="{FF2B5EF4-FFF2-40B4-BE49-F238E27FC236}">
                <a16:creationId xmlns:a16="http://schemas.microsoft.com/office/drawing/2014/main" id="{41576516-1C3F-FBCB-6EC5-5474859321EF}"/>
              </a:ext>
            </a:extLst>
          </p:cNvPr>
          <p:cNvGrpSpPr>
            <a:grpSpLocks/>
          </p:cNvGrpSpPr>
          <p:nvPr/>
        </p:nvGrpSpPr>
        <p:grpSpPr bwMode="auto">
          <a:xfrm rot="-5400000">
            <a:off x="3470275" y="2363788"/>
            <a:ext cx="520700" cy="152400"/>
            <a:chOff x="990" y="2694"/>
            <a:chExt cx="328" cy="96"/>
          </a:xfrm>
        </p:grpSpPr>
        <p:sp>
          <p:nvSpPr>
            <p:cNvPr id="409629" name="Oval 29">
              <a:extLst>
                <a:ext uri="{FF2B5EF4-FFF2-40B4-BE49-F238E27FC236}">
                  <a16:creationId xmlns:a16="http://schemas.microsoft.com/office/drawing/2014/main" id="{81608E48-033E-E32F-0A75-88B5B4C351E5}"/>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9630" name="Oval 30">
              <a:extLst>
                <a:ext uri="{FF2B5EF4-FFF2-40B4-BE49-F238E27FC236}">
                  <a16:creationId xmlns:a16="http://schemas.microsoft.com/office/drawing/2014/main" id="{7FF05085-FC3A-D8DA-8C9C-FF581648B37E}"/>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26323" name="Group 31">
            <a:extLst>
              <a:ext uri="{FF2B5EF4-FFF2-40B4-BE49-F238E27FC236}">
                <a16:creationId xmlns:a16="http://schemas.microsoft.com/office/drawing/2014/main" id="{F40ECDF8-AFF1-3247-82C7-970EED4FA6D5}"/>
              </a:ext>
            </a:extLst>
          </p:cNvPr>
          <p:cNvGrpSpPr>
            <a:grpSpLocks/>
          </p:cNvGrpSpPr>
          <p:nvPr/>
        </p:nvGrpSpPr>
        <p:grpSpPr bwMode="auto">
          <a:xfrm>
            <a:off x="3921125" y="5524500"/>
            <a:ext cx="520700" cy="152400"/>
            <a:chOff x="990" y="2694"/>
            <a:chExt cx="328" cy="96"/>
          </a:xfrm>
        </p:grpSpPr>
        <p:sp>
          <p:nvSpPr>
            <p:cNvPr id="409632" name="Oval 32">
              <a:extLst>
                <a:ext uri="{FF2B5EF4-FFF2-40B4-BE49-F238E27FC236}">
                  <a16:creationId xmlns:a16="http://schemas.microsoft.com/office/drawing/2014/main" id="{C3A1439F-8706-0957-5E16-6EBE3639E46E}"/>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9633" name="Oval 33">
              <a:extLst>
                <a:ext uri="{FF2B5EF4-FFF2-40B4-BE49-F238E27FC236}">
                  <a16:creationId xmlns:a16="http://schemas.microsoft.com/office/drawing/2014/main" id="{C55DA7FF-E39A-4EF3-E842-DA575AAB17C5}"/>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26324" name="Group 34">
            <a:extLst>
              <a:ext uri="{FF2B5EF4-FFF2-40B4-BE49-F238E27FC236}">
                <a16:creationId xmlns:a16="http://schemas.microsoft.com/office/drawing/2014/main" id="{DC7242A5-76C0-6259-3D6F-5EE64DDB722F}"/>
              </a:ext>
            </a:extLst>
          </p:cNvPr>
          <p:cNvGrpSpPr>
            <a:grpSpLocks/>
          </p:cNvGrpSpPr>
          <p:nvPr/>
        </p:nvGrpSpPr>
        <p:grpSpPr bwMode="auto">
          <a:xfrm rot="-5400000">
            <a:off x="4473575" y="4987925"/>
            <a:ext cx="520700" cy="152400"/>
            <a:chOff x="990" y="2694"/>
            <a:chExt cx="328" cy="96"/>
          </a:xfrm>
        </p:grpSpPr>
        <p:sp>
          <p:nvSpPr>
            <p:cNvPr id="409635" name="Oval 35">
              <a:extLst>
                <a:ext uri="{FF2B5EF4-FFF2-40B4-BE49-F238E27FC236}">
                  <a16:creationId xmlns:a16="http://schemas.microsoft.com/office/drawing/2014/main" id="{D676385C-3BA6-1208-572B-1CEE5E967DD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9636" name="Oval 36">
              <a:extLst>
                <a:ext uri="{FF2B5EF4-FFF2-40B4-BE49-F238E27FC236}">
                  <a16:creationId xmlns:a16="http://schemas.microsoft.com/office/drawing/2014/main" id="{5EA3809F-708F-B09C-BD4F-7B66F63C72F5}"/>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26325" name="Group 37">
            <a:extLst>
              <a:ext uri="{FF2B5EF4-FFF2-40B4-BE49-F238E27FC236}">
                <a16:creationId xmlns:a16="http://schemas.microsoft.com/office/drawing/2014/main" id="{B8E029EF-026E-C875-772B-925A2229290A}"/>
              </a:ext>
            </a:extLst>
          </p:cNvPr>
          <p:cNvGrpSpPr>
            <a:grpSpLocks/>
          </p:cNvGrpSpPr>
          <p:nvPr/>
        </p:nvGrpSpPr>
        <p:grpSpPr bwMode="auto">
          <a:xfrm rot="-5400000">
            <a:off x="3422650" y="4989513"/>
            <a:ext cx="520700" cy="152400"/>
            <a:chOff x="990" y="2694"/>
            <a:chExt cx="328" cy="96"/>
          </a:xfrm>
        </p:grpSpPr>
        <p:sp>
          <p:nvSpPr>
            <p:cNvPr id="409638" name="Oval 38">
              <a:extLst>
                <a:ext uri="{FF2B5EF4-FFF2-40B4-BE49-F238E27FC236}">
                  <a16:creationId xmlns:a16="http://schemas.microsoft.com/office/drawing/2014/main" id="{DD460467-0002-D6CB-7864-7FEDF19849E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9639" name="Oval 39">
              <a:extLst>
                <a:ext uri="{FF2B5EF4-FFF2-40B4-BE49-F238E27FC236}">
                  <a16:creationId xmlns:a16="http://schemas.microsoft.com/office/drawing/2014/main" id="{89AA9E37-4745-5E52-83BE-091DC2361B94}"/>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26326" name="Group 40">
            <a:extLst>
              <a:ext uri="{FF2B5EF4-FFF2-40B4-BE49-F238E27FC236}">
                <a16:creationId xmlns:a16="http://schemas.microsoft.com/office/drawing/2014/main" id="{DB865F75-9B90-424A-6F65-E4592314F248}"/>
              </a:ext>
            </a:extLst>
          </p:cNvPr>
          <p:cNvGrpSpPr>
            <a:grpSpLocks/>
          </p:cNvGrpSpPr>
          <p:nvPr/>
        </p:nvGrpSpPr>
        <p:grpSpPr bwMode="auto">
          <a:xfrm>
            <a:off x="2535238" y="4132263"/>
            <a:ext cx="520700" cy="152400"/>
            <a:chOff x="990" y="2694"/>
            <a:chExt cx="328" cy="96"/>
          </a:xfrm>
        </p:grpSpPr>
        <p:sp>
          <p:nvSpPr>
            <p:cNvPr id="409641" name="Oval 41">
              <a:extLst>
                <a:ext uri="{FF2B5EF4-FFF2-40B4-BE49-F238E27FC236}">
                  <a16:creationId xmlns:a16="http://schemas.microsoft.com/office/drawing/2014/main" id="{A50F36DA-CA30-B4D9-72DD-6555642D543B}"/>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9642" name="Oval 42">
              <a:extLst>
                <a:ext uri="{FF2B5EF4-FFF2-40B4-BE49-F238E27FC236}">
                  <a16:creationId xmlns:a16="http://schemas.microsoft.com/office/drawing/2014/main" id="{4EACA5D6-616E-AE1D-0078-6413F30FB726}"/>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26327" name="Group 43">
            <a:extLst>
              <a:ext uri="{FF2B5EF4-FFF2-40B4-BE49-F238E27FC236}">
                <a16:creationId xmlns:a16="http://schemas.microsoft.com/office/drawing/2014/main" id="{61E08CD4-BA1C-63BA-ED95-31C49B0D627A}"/>
              </a:ext>
            </a:extLst>
          </p:cNvPr>
          <p:cNvGrpSpPr>
            <a:grpSpLocks/>
          </p:cNvGrpSpPr>
          <p:nvPr/>
        </p:nvGrpSpPr>
        <p:grpSpPr bwMode="auto">
          <a:xfrm rot="-5400000">
            <a:off x="2035175" y="3584575"/>
            <a:ext cx="520700" cy="152400"/>
            <a:chOff x="990" y="2694"/>
            <a:chExt cx="328" cy="96"/>
          </a:xfrm>
        </p:grpSpPr>
        <p:sp>
          <p:nvSpPr>
            <p:cNvPr id="409644" name="Oval 44">
              <a:extLst>
                <a:ext uri="{FF2B5EF4-FFF2-40B4-BE49-F238E27FC236}">
                  <a16:creationId xmlns:a16="http://schemas.microsoft.com/office/drawing/2014/main" id="{581F5C39-5AC9-0757-56F9-E8A56282DDB7}"/>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9645" name="Oval 45">
              <a:extLst>
                <a:ext uri="{FF2B5EF4-FFF2-40B4-BE49-F238E27FC236}">
                  <a16:creationId xmlns:a16="http://schemas.microsoft.com/office/drawing/2014/main" id="{EEA69B4D-5C3D-1734-C8A8-3C12C670D886}"/>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26328" name="Group 46">
            <a:extLst>
              <a:ext uri="{FF2B5EF4-FFF2-40B4-BE49-F238E27FC236}">
                <a16:creationId xmlns:a16="http://schemas.microsoft.com/office/drawing/2014/main" id="{653BCDEF-E2E5-D4D0-C86D-64C520D9B860}"/>
              </a:ext>
            </a:extLst>
          </p:cNvPr>
          <p:cNvGrpSpPr>
            <a:grpSpLocks/>
          </p:cNvGrpSpPr>
          <p:nvPr/>
        </p:nvGrpSpPr>
        <p:grpSpPr bwMode="auto">
          <a:xfrm>
            <a:off x="2554288" y="2998788"/>
            <a:ext cx="520700" cy="152400"/>
            <a:chOff x="990" y="2694"/>
            <a:chExt cx="328" cy="96"/>
          </a:xfrm>
        </p:grpSpPr>
        <p:sp>
          <p:nvSpPr>
            <p:cNvPr id="409647" name="Oval 47">
              <a:extLst>
                <a:ext uri="{FF2B5EF4-FFF2-40B4-BE49-F238E27FC236}">
                  <a16:creationId xmlns:a16="http://schemas.microsoft.com/office/drawing/2014/main" id="{509D57E5-79C6-E20B-9162-C174588E6C96}"/>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09648" name="Oval 48">
              <a:extLst>
                <a:ext uri="{FF2B5EF4-FFF2-40B4-BE49-F238E27FC236}">
                  <a16:creationId xmlns:a16="http://schemas.microsoft.com/office/drawing/2014/main" id="{940C7AAC-07F8-A52F-C5FC-00633EA669A5}"/>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09649" name="Text Box 49">
            <a:extLst>
              <a:ext uri="{FF2B5EF4-FFF2-40B4-BE49-F238E27FC236}">
                <a16:creationId xmlns:a16="http://schemas.microsoft.com/office/drawing/2014/main" id="{67929BC0-1701-0504-9543-4B8CC1D6EA8B}"/>
              </a:ext>
            </a:extLst>
          </p:cNvPr>
          <p:cNvSpPr txBox="1">
            <a:spLocks noChangeArrowheads="1"/>
          </p:cNvSpPr>
          <p:nvPr/>
        </p:nvSpPr>
        <p:spPr bwMode="auto">
          <a:xfrm>
            <a:off x="592138" y="5667375"/>
            <a:ext cx="1236662"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36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a:extLst>
              <a:ext uri="{FF2B5EF4-FFF2-40B4-BE49-F238E27FC236}">
                <a16:creationId xmlns:a16="http://schemas.microsoft.com/office/drawing/2014/main" id="{C5FD194B-5283-1F81-EBD7-755E38BFCC90}"/>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10627" name="Rectangle 3">
            <a:extLst>
              <a:ext uri="{FF2B5EF4-FFF2-40B4-BE49-F238E27FC236}">
                <a16:creationId xmlns:a16="http://schemas.microsoft.com/office/drawing/2014/main" id="{255958DB-E3B1-BC72-8714-5E29C8EC69A2}"/>
              </a:ext>
            </a:extLst>
          </p:cNvPr>
          <p:cNvSpPr>
            <a:spLocks noChangeArrowheads="1"/>
          </p:cNvSpPr>
          <p:nvPr/>
        </p:nvSpPr>
        <p:spPr bwMode="auto">
          <a:xfrm>
            <a:off x="1306513" y="1116013"/>
            <a:ext cx="6732587"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3a.  Check to see how many e</a:t>
            </a:r>
            <a:r>
              <a:rPr lang="en-US" baseline="30000">
                <a:solidFill>
                  <a:srgbClr val="FFFFFF"/>
                </a:solidFill>
                <a:effectLst>
                  <a:outerShdw blurRad="38100" dist="38100" dir="2700000" algn="tl">
                    <a:srgbClr val="000000"/>
                  </a:outerShdw>
                </a:effectLst>
                <a:latin typeface="Times New Roman" pitchFamily="18" charset="0"/>
                <a:ea typeface="+mn-ea"/>
              </a:rPr>
              <a:t>-</a:t>
            </a:r>
            <a:r>
              <a:rPr lang="en-US">
                <a:solidFill>
                  <a:srgbClr val="FFFFFF"/>
                </a:solidFill>
                <a:effectLst>
                  <a:outerShdw blurRad="38100" dist="38100" dir="2700000" algn="tl">
                    <a:srgbClr val="000000"/>
                  </a:outerShdw>
                </a:effectLst>
                <a:latin typeface="Times New Roman" pitchFamily="18" charset="0"/>
                <a:ea typeface="+mn-ea"/>
              </a:rPr>
              <a:t>’s are left and all octets</a:t>
            </a:r>
          </a:p>
        </p:txBody>
      </p:sp>
      <p:sp>
        <p:nvSpPr>
          <p:cNvPr id="410628" name="Text Box 4">
            <a:extLst>
              <a:ext uri="{FF2B5EF4-FFF2-40B4-BE49-F238E27FC236}">
                <a16:creationId xmlns:a16="http://schemas.microsoft.com/office/drawing/2014/main" id="{AFE37197-DEA6-BE4D-61B8-4A6440FFD26D}"/>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10629" name="Text Box 5">
            <a:extLst>
              <a:ext uri="{FF2B5EF4-FFF2-40B4-BE49-F238E27FC236}">
                <a16:creationId xmlns:a16="http://schemas.microsoft.com/office/drawing/2014/main" id="{265D69E2-7D58-D690-6BE1-31DF2891AA1C}"/>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10630" name="Text Box 6">
            <a:extLst>
              <a:ext uri="{FF2B5EF4-FFF2-40B4-BE49-F238E27FC236}">
                <a16:creationId xmlns:a16="http://schemas.microsoft.com/office/drawing/2014/main" id="{568F55A5-F85C-49C4-3002-B41FC03F925A}"/>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10631" name="Line 7">
            <a:extLst>
              <a:ext uri="{FF2B5EF4-FFF2-40B4-BE49-F238E27FC236}">
                <a16:creationId xmlns:a16="http://schemas.microsoft.com/office/drawing/2014/main" id="{B756501E-3DC5-8FCC-B1D6-9FB012047927}"/>
              </a:ext>
            </a:extLst>
          </p:cNvPr>
          <p:cNvSpPr>
            <a:spLocks noChangeShapeType="1"/>
          </p:cNvSpPr>
          <p:nvPr/>
        </p:nvSpPr>
        <p:spPr bwMode="auto">
          <a:xfrm>
            <a:off x="3309938" y="3694113"/>
            <a:ext cx="433387"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0632" name="Line 8">
            <a:extLst>
              <a:ext uri="{FF2B5EF4-FFF2-40B4-BE49-F238E27FC236}">
                <a16:creationId xmlns:a16="http://schemas.microsoft.com/office/drawing/2014/main" id="{88D4BD8A-04D3-1FE8-1C7B-885EB2299908}"/>
              </a:ext>
            </a:extLst>
          </p:cNvPr>
          <p:cNvSpPr>
            <a:spLocks noChangeShapeType="1"/>
          </p:cNvSpPr>
          <p:nvPr/>
        </p:nvSpPr>
        <p:spPr bwMode="auto">
          <a:xfrm>
            <a:off x="4799013" y="3695700"/>
            <a:ext cx="434975"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0633" name="Text Box 9">
            <a:extLst>
              <a:ext uri="{FF2B5EF4-FFF2-40B4-BE49-F238E27FC236}">
                <a16:creationId xmlns:a16="http://schemas.microsoft.com/office/drawing/2014/main" id="{C1FCC266-256F-35BF-13A6-440C1379D67B}"/>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10634" name="Line 10">
            <a:extLst>
              <a:ext uri="{FF2B5EF4-FFF2-40B4-BE49-F238E27FC236}">
                <a16:creationId xmlns:a16="http://schemas.microsoft.com/office/drawing/2014/main" id="{E4A5AFA9-F01D-65CB-B568-CD86D92581A1}"/>
              </a:ext>
            </a:extLst>
          </p:cNvPr>
          <p:cNvSpPr>
            <a:spLocks noChangeShapeType="1"/>
          </p:cNvSpPr>
          <p:nvPr/>
        </p:nvSpPr>
        <p:spPr bwMode="auto">
          <a:xfrm flipV="1">
            <a:off x="4227513" y="287496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0635" name="Line 11">
            <a:extLst>
              <a:ext uri="{FF2B5EF4-FFF2-40B4-BE49-F238E27FC236}">
                <a16:creationId xmlns:a16="http://schemas.microsoft.com/office/drawing/2014/main" id="{DC4D09DA-0F79-E71B-9F28-5FD3AA8965A0}"/>
              </a:ext>
            </a:extLst>
          </p:cNvPr>
          <p:cNvSpPr>
            <a:spLocks noChangeShapeType="1"/>
          </p:cNvSpPr>
          <p:nvPr/>
        </p:nvSpPr>
        <p:spPr bwMode="auto">
          <a:xfrm flipV="1">
            <a:off x="4213225" y="421481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0636" name="Text Box 12">
            <a:extLst>
              <a:ext uri="{FF2B5EF4-FFF2-40B4-BE49-F238E27FC236}">
                <a16:creationId xmlns:a16="http://schemas.microsoft.com/office/drawing/2014/main" id="{FBE6D841-78BF-DD32-1D33-1D4EA1072A97}"/>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grpSp>
        <p:nvGrpSpPr>
          <p:cNvPr id="228365" name="Group 13">
            <a:extLst>
              <a:ext uri="{FF2B5EF4-FFF2-40B4-BE49-F238E27FC236}">
                <a16:creationId xmlns:a16="http://schemas.microsoft.com/office/drawing/2014/main" id="{47C8368E-C169-5878-94A4-3C20FD13E1CC}"/>
              </a:ext>
            </a:extLst>
          </p:cNvPr>
          <p:cNvGrpSpPr>
            <a:grpSpLocks/>
          </p:cNvGrpSpPr>
          <p:nvPr/>
        </p:nvGrpSpPr>
        <p:grpSpPr bwMode="auto">
          <a:xfrm>
            <a:off x="5324475" y="4181475"/>
            <a:ext cx="520700" cy="152400"/>
            <a:chOff x="990" y="2694"/>
            <a:chExt cx="328" cy="96"/>
          </a:xfrm>
        </p:grpSpPr>
        <p:sp>
          <p:nvSpPr>
            <p:cNvPr id="410638" name="Oval 14">
              <a:extLst>
                <a:ext uri="{FF2B5EF4-FFF2-40B4-BE49-F238E27FC236}">
                  <a16:creationId xmlns:a16="http://schemas.microsoft.com/office/drawing/2014/main" id="{BA58F814-28DF-B720-D107-F69026A3D747}"/>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0639" name="Oval 15">
              <a:extLst>
                <a:ext uri="{FF2B5EF4-FFF2-40B4-BE49-F238E27FC236}">
                  <a16:creationId xmlns:a16="http://schemas.microsoft.com/office/drawing/2014/main" id="{F8699768-4C07-A3BA-3FCD-8B6BB6BBF092}"/>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28366" name="Group 16">
            <a:extLst>
              <a:ext uri="{FF2B5EF4-FFF2-40B4-BE49-F238E27FC236}">
                <a16:creationId xmlns:a16="http://schemas.microsoft.com/office/drawing/2014/main" id="{4A8A37FE-F4C3-1D3D-0B28-1FACC2AA701B}"/>
              </a:ext>
            </a:extLst>
          </p:cNvPr>
          <p:cNvGrpSpPr>
            <a:grpSpLocks/>
          </p:cNvGrpSpPr>
          <p:nvPr/>
        </p:nvGrpSpPr>
        <p:grpSpPr bwMode="auto">
          <a:xfrm rot="-5400000">
            <a:off x="5922963" y="3660775"/>
            <a:ext cx="520700" cy="152400"/>
            <a:chOff x="990" y="2694"/>
            <a:chExt cx="328" cy="96"/>
          </a:xfrm>
        </p:grpSpPr>
        <p:sp>
          <p:nvSpPr>
            <p:cNvPr id="410641" name="Oval 17">
              <a:extLst>
                <a:ext uri="{FF2B5EF4-FFF2-40B4-BE49-F238E27FC236}">
                  <a16:creationId xmlns:a16="http://schemas.microsoft.com/office/drawing/2014/main" id="{18A7FCDE-6254-9C2A-753C-5B3F39BEB07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0642" name="Oval 18">
              <a:extLst>
                <a:ext uri="{FF2B5EF4-FFF2-40B4-BE49-F238E27FC236}">
                  <a16:creationId xmlns:a16="http://schemas.microsoft.com/office/drawing/2014/main" id="{E9E92019-5739-D466-44BC-DE97DEDB6D29}"/>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28367" name="Group 19">
            <a:extLst>
              <a:ext uri="{FF2B5EF4-FFF2-40B4-BE49-F238E27FC236}">
                <a16:creationId xmlns:a16="http://schemas.microsoft.com/office/drawing/2014/main" id="{643C4587-D6B5-DFC8-28BA-8057942773D1}"/>
              </a:ext>
            </a:extLst>
          </p:cNvPr>
          <p:cNvGrpSpPr>
            <a:grpSpLocks/>
          </p:cNvGrpSpPr>
          <p:nvPr/>
        </p:nvGrpSpPr>
        <p:grpSpPr bwMode="auto">
          <a:xfrm>
            <a:off x="5326063" y="3063875"/>
            <a:ext cx="520700" cy="152400"/>
            <a:chOff x="990" y="2694"/>
            <a:chExt cx="328" cy="96"/>
          </a:xfrm>
        </p:grpSpPr>
        <p:sp>
          <p:nvSpPr>
            <p:cNvPr id="410644" name="Oval 20">
              <a:extLst>
                <a:ext uri="{FF2B5EF4-FFF2-40B4-BE49-F238E27FC236}">
                  <a16:creationId xmlns:a16="http://schemas.microsoft.com/office/drawing/2014/main" id="{87AC76FA-EE9D-17AA-6286-682E3EE60EBD}"/>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0645" name="Oval 21">
              <a:extLst>
                <a:ext uri="{FF2B5EF4-FFF2-40B4-BE49-F238E27FC236}">
                  <a16:creationId xmlns:a16="http://schemas.microsoft.com/office/drawing/2014/main" id="{F62804F5-E184-314E-03DD-4A6E1E21036A}"/>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28368" name="Group 22">
            <a:extLst>
              <a:ext uri="{FF2B5EF4-FFF2-40B4-BE49-F238E27FC236}">
                <a16:creationId xmlns:a16="http://schemas.microsoft.com/office/drawing/2014/main" id="{84D85A9C-ADA7-5FC5-1CDE-A143C1772117}"/>
              </a:ext>
            </a:extLst>
          </p:cNvPr>
          <p:cNvGrpSpPr>
            <a:grpSpLocks/>
          </p:cNvGrpSpPr>
          <p:nvPr/>
        </p:nvGrpSpPr>
        <p:grpSpPr bwMode="auto">
          <a:xfrm>
            <a:off x="3986213" y="1811338"/>
            <a:ext cx="520700" cy="152400"/>
            <a:chOff x="990" y="2694"/>
            <a:chExt cx="328" cy="96"/>
          </a:xfrm>
        </p:grpSpPr>
        <p:sp>
          <p:nvSpPr>
            <p:cNvPr id="410647" name="Oval 23">
              <a:extLst>
                <a:ext uri="{FF2B5EF4-FFF2-40B4-BE49-F238E27FC236}">
                  <a16:creationId xmlns:a16="http://schemas.microsoft.com/office/drawing/2014/main" id="{9DEDEEA6-E3E1-3225-177C-3BC5D2C78BDD}"/>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0648" name="Oval 24">
              <a:extLst>
                <a:ext uri="{FF2B5EF4-FFF2-40B4-BE49-F238E27FC236}">
                  <a16:creationId xmlns:a16="http://schemas.microsoft.com/office/drawing/2014/main" id="{285C20E5-2526-8631-8181-B964ED076E70}"/>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28369" name="Group 25">
            <a:extLst>
              <a:ext uri="{FF2B5EF4-FFF2-40B4-BE49-F238E27FC236}">
                <a16:creationId xmlns:a16="http://schemas.microsoft.com/office/drawing/2014/main" id="{BCBD89D7-98D9-A13B-B4A2-1997B98388D5}"/>
              </a:ext>
            </a:extLst>
          </p:cNvPr>
          <p:cNvGrpSpPr>
            <a:grpSpLocks/>
          </p:cNvGrpSpPr>
          <p:nvPr/>
        </p:nvGrpSpPr>
        <p:grpSpPr bwMode="auto">
          <a:xfrm rot="-5400000">
            <a:off x="4521200" y="2344738"/>
            <a:ext cx="520700" cy="152400"/>
            <a:chOff x="990" y="2694"/>
            <a:chExt cx="328" cy="96"/>
          </a:xfrm>
        </p:grpSpPr>
        <p:sp>
          <p:nvSpPr>
            <p:cNvPr id="410650" name="Oval 26">
              <a:extLst>
                <a:ext uri="{FF2B5EF4-FFF2-40B4-BE49-F238E27FC236}">
                  <a16:creationId xmlns:a16="http://schemas.microsoft.com/office/drawing/2014/main" id="{046327EF-5FFE-B42A-436E-58157D94951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0651" name="Oval 27">
              <a:extLst>
                <a:ext uri="{FF2B5EF4-FFF2-40B4-BE49-F238E27FC236}">
                  <a16:creationId xmlns:a16="http://schemas.microsoft.com/office/drawing/2014/main" id="{D9CCB226-8872-F143-1560-B9BA1628A3AA}"/>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28370" name="Group 28">
            <a:extLst>
              <a:ext uri="{FF2B5EF4-FFF2-40B4-BE49-F238E27FC236}">
                <a16:creationId xmlns:a16="http://schemas.microsoft.com/office/drawing/2014/main" id="{E97DD2DA-1D4B-3D0D-317C-4E9B28C5179B}"/>
              </a:ext>
            </a:extLst>
          </p:cNvPr>
          <p:cNvGrpSpPr>
            <a:grpSpLocks/>
          </p:cNvGrpSpPr>
          <p:nvPr/>
        </p:nvGrpSpPr>
        <p:grpSpPr bwMode="auto">
          <a:xfrm rot="-5400000">
            <a:off x="3470275" y="2363788"/>
            <a:ext cx="520700" cy="152400"/>
            <a:chOff x="990" y="2694"/>
            <a:chExt cx="328" cy="96"/>
          </a:xfrm>
        </p:grpSpPr>
        <p:sp>
          <p:nvSpPr>
            <p:cNvPr id="410653" name="Oval 29">
              <a:extLst>
                <a:ext uri="{FF2B5EF4-FFF2-40B4-BE49-F238E27FC236}">
                  <a16:creationId xmlns:a16="http://schemas.microsoft.com/office/drawing/2014/main" id="{B86EE452-9278-A29B-54B5-EE77FB1254CF}"/>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0654" name="Oval 30">
              <a:extLst>
                <a:ext uri="{FF2B5EF4-FFF2-40B4-BE49-F238E27FC236}">
                  <a16:creationId xmlns:a16="http://schemas.microsoft.com/office/drawing/2014/main" id="{1F94EF81-2339-CE1F-D764-43F7315FCE39}"/>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28371" name="Group 31">
            <a:extLst>
              <a:ext uri="{FF2B5EF4-FFF2-40B4-BE49-F238E27FC236}">
                <a16:creationId xmlns:a16="http://schemas.microsoft.com/office/drawing/2014/main" id="{292E9A7C-FF5D-0649-6655-67C09F64B8A7}"/>
              </a:ext>
            </a:extLst>
          </p:cNvPr>
          <p:cNvGrpSpPr>
            <a:grpSpLocks/>
          </p:cNvGrpSpPr>
          <p:nvPr/>
        </p:nvGrpSpPr>
        <p:grpSpPr bwMode="auto">
          <a:xfrm>
            <a:off x="3921125" y="5524500"/>
            <a:ext cx="520700" cy="152400"/>
            <a:chOff x="990" y="2694"/>
            <a:chExt cx="328" cy="96"/>
          </a:xfrm>
        </p:grpSpPr>
        <p:sp>
          <p:nvSpPr>
            <p:cNvPr id="410656" name="Oval 32">
              <a:extLst>
                <a:ext uri="{FF2B5EF4-FFF2-40B4-BE49-F238E27FC236}">
                  <a16:creationId xmlns:a16="http://schemas.microsoft.com/office/drawing/2014/main" id="{84E8D647-2B28-442B-CBCD-6394DE228E44}"/>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0657" name="Oval 33">
              <a:extLst>
                <a:ext uri="{FF2B5EF4-FFF2-40B4-BE49-F238E27FC236}">
                  <a16:creationId xmlns:a16="http://schemas.microsoft.com/office/drawing/2014/main" id="{FAD939C4-AF82-1F40-9E60-2390DFBCC656}"/>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28372" name="Group 34">
            <a:extLst>
              <a:ext uri="{FF2B5EF4-FFF2-40B4-BE49-F238E27FC236}">
                <a16:creationId xmlns:a16="http://schemas.microsoft.com/office/drawing/2014/main" id="{7396A094-47E5-8D85-BE76-A926D5FEDC15}"/>
              </a:ext>
            </a:extLst>
          </p:cNvPr>
          <p:cNvGrpSpPr>
            <a:grpSpLocks/>
          </p:cNvGrpSpPr>
          <p:nvPr/>
        </p:nvGrpSpPr>
        <p:grpSpPr bwMode="auto">
          <a:xfrm rot="-5400000">
            <a:off x="4473575" y="4987925"/>
            <a:ext cx="520700" cy="152400"/>
            <a:chOff x="990" y="2694"/>
            <a:chExt cx="328" cy="96"/>
          </a:xfrm>
        </p:grpSpPr>
        <p:sp>
          <p:nvSpPr>
            <p:cNvPr id="410659" name="Oval 35">
              <a:extLst>
                <a:ext uri="{FF2B5EF4-FFF2-40B4-BE49-F238E27FC236}">
                  <a16:creationId xmlns:a16="http://schemas.microsoft.com/office/drawing/2014/main" id="{E547DA35-D809-5156-6E39-BD4ADC4E362D}"/>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0660" name="Oval 36">
              <a:extLst>
                <a:ext uri="{FF2B5EF4-FFF2-40B4-BE49-F238E27FC236}">
                  <a16:creationId xmlns:a16="http://schemas.microsoft.com/office/drawing/2014/main" id="{3952DE4B-D6D6-71B1-0E6D-4C09EE277919}"/>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28373" name="Group 37">
            <a:extLst>
              <a:ext uri="{FF2B5EF4-FFF2-40B4-BE49-F238E27FC236}">
                <a16:creationId xmlns:a16="http://schemas.microsoft.com/office/drawing/2014/main" id="{6F20D3C9-7F7C-453F-7175-7869A7B92625}"/>
              </a:ext>
            </a:extLst>
          </p:cNvPr>
          <p:cNvGrpSpPr>
            <a:grpSpLocks/>
          </p:cNvGrpSpPr>
          <p:nvPr/>
        </p:nvGrpSpPr>
        <p:grpSpPr bwMode="auto">
          <a:xfrm rot="-5400000">
            <a:off x="3422650" y="4989513"/>
            <a:ext cx="520700" cy="152400"/>
            <a:chOff x="990" y="2694"/>
            <a:chExt cx="328" cy="96"/>
          </a:xfrm>
        </p:grpSpPr>
        <p:sp>
          <p:nvSpPr>
            <p:cNvPr id="410662" name="Oval 38">
              <a:extLst>
                <a:ext uri="{FF2B5EF4-FFF2-40B4-BE49-F238E27FC236}">
                  <a16:creationId xmlns:a16="http://schemas.microsoft.com/office/drawing/2014/main" id="{C1E9167A-97EA-4A47-2438-26846B76C7C1}"/>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0663" name="Oval 39">
              <a:extLst>
                <a:ext uri="{FF2B5EF4-FFF2-40B4-BE49-F238E27FC236}">
                  <a16:creationId xmlns:a16="http://schemas.microsoft.com/office/drawing/2014/main" id="{F763CD87-15D3-8B3E-D3F3-41C480C20627}"/>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28374" name="Group 40">
            <a:extLst>
              <a:ext uri="{FF2B5EF4-FFF2-40B4-BE49-F238E27FC236}">
                <a16:creationId xmlns:a16="http://schemas.microsoft.com/office/drawing/2014/main" id="{043AF74B-1B5D-EEB1-B352-029E7323F1F4}"/>
              </a:ext>
            </a:extLst>
          </p:cNvPr>
          <p:cNvGrpSpPr>
            <a:grpSpLocks/>
          </p:cNvGrpSpPr>
          <p:nvPr/>
        </p:nvGrpSpPr>
        <p:grpSpPr bwMode="auto">
          <a:xfrm>
            <a:off x="2535238" y="4132263"/>
            <a:ext cx="520700" cy="152400"/>
            <a:chOff x="990" y="2694"/>
            <a:chExt cx="328" cy="96"/>
          </a:xfrm>
        </p:grpSpPr>
        <p:sp>
          <p:nvSpPr>
            <p:cNvPr id="410665" name="Oval 41">
              <a:extLst>
                <a:ext uri="{FF2B5EF4-FFF2-40B4-BE49-F238E27FC236}">
                  <a16:creationId xmlns:a16="http://schemas.microsoft.com/office/drawing/2014/main" id="{92B4D6DC-94AC-3933-69CF-98F3C088F909}"/>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0666" name="Oval 42">
              <a:extLst>
                <a:ext uri="{FF2B5EF4-FFF2-40B4-BE49-F238E27FC236}">
                  <a16:creationId xmlns:a16="http://schemas.microsoft.com/office/drawing/2014/main" id="{D9C8AF61-3A70-FA3B-7089-3699E9E2C9E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28375" name="Group 43">
            <a:extLst>
              <a:ext uri="{FF2B5EF4-FFF2-40B4-BE49-F238E27FC236}">
                <a16:creationId xmlns:a16="http://schemas.microsoft.com/office/drawing/2014/main" id="{A8300487-8D24-5F3F-E492-A19EBB050060}"/>
              </a:ext>
            </a:extLst>
          </p:cNvPr>
          <p:cNvGrpSpPr>
            <a:grpSpLocks/>
          </p:cNvGrpSpPr>
          <p:nvPr/>
        </p:nvGrpSpPr>
        <p:grpSpPr bwMode="auto">
          <a:xfrm rot="-5400000">
            <a:off x="2035175" y="3584575"/>
            <a:ext cx="520700" cy="152400"/>
            <a:chOff x="990" y="2694"/>
            <a:chExt cx="328" cy="96"/>
          </a:xfrm>
        </p:grpSpPr>
        <p:sp>
          <p:nvSpPr>
            <p:cNvPr id="410668" name="Oval 44">
              <a:extLst>
                <a:ext uri="{FF2B5EF4-FFF2-40B4-BE49-F238E27FC236}">
                  <a16:creationId xmlns:a16="http://schemas.microsoft.com/office/drawing/2014/main" id="{37A8B9FE-6A3A-C501-B437-657DF5DF67E1}"/>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0669" name="Oval 45">
              <a:extLst>
                <a:ext uri="{FF2B5EF4-FFF2-40B4-BE49-F238E27FC236}">
                  <a16:creationId xmlns:a16="http://schemas.microsoft.com/office/drawing/2014/main" id="{5E606567-1CFC-F885-08DB-15B4CF4131B9}"/>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28376" name="Group 46">
            <a:extLst>
              <a:ext uri="{FF2B5EF4-FFF2-40B4-BE49-F238E27FC236}">
                <a16:creationId xmlns:a16="http://schemas.microsoft.com/office/drawing/2014/main" id="{D54311CF-D035-ACFF-56B7-02ABEAFF2E04}"/>
              </a:ext>
            </a:extLst>
          </p:cNvPr>
          <p:cNvGrpSpPr>
            <a:grpSpLocks/>
          </p:cNvGrpSpPr>
          <p:nvPr/>
        </p:nvGrpSpPr>
        <p:grpSpPr bwMode="auto">
          <a:xfrm>
            <a:off x="2554288" y="2998788"/>
            <a:ext cx="520700" cy="152400"/>
            <a:chOff x="990" y="2694"/>
            <a:chExt cx="328" cy="96"/>
          </a:xfrm>
        </p:grpSpPr>
        <p:sp>
          <p:nvSpPr>
            <p:cNvPr id="410671" name="Oval 47">
              <a:extLst>
                <a:ext uri="{FF2B5EF4-FFF2-40B4-BE49-F238E27FC236}">
                  <a16:creationId xmlns:a16="http://schemas.microsoft.com/office/drawing/2014/main" id="{B3CCFCDB-CC24-99A7-BF44-82649EFFBE46}"/>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0672" name="Oval 48">
              <a:extLst>
                <a:ext uri="{FF2B5EF4-FFF2-40B4-BE49-F238E27FC236}">
                  <a16:creationId xmlns:a16="http://schemas.microsoft.com/office/drawing/2014/main" id="{D6D706A0-E4E2-3037-B0BA-6F4DE3F0B576}"/>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10673" name="Text Box 49">
            <a:extLst>
              <a:ext uri="{FF2B5EF4-FFF2-40B4-BE49-F238E27FC236}">
                <a16:creationId xmlns:a16="http://schemas.microsoft.com/office/drawing/2014/main" id="{C1C98A63-8C1B-4626-66EE-CB29D617B378}"/>
              </a:ext>
            </a:extLst>
          </p:cNvPr>
          <p:cNvSpPr txBox="1">
            <a:spLocks noChangeArrowheads="1"/>
          </p:cNvSpPr>
          <p:nvPr/>
        </p:nvSpPr>
        <p:spPr bwMode="auto">
          <a:xfrm>
            <a:off x="592138" y="5667375"/>
            <a:ext cx="1236662"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36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a:extLst>
              <a:ext uri="{FF2B5EF4-FFF2-40B4-BE49-F238E27FC236}">
                <a16:creationId xmlns:a16="http://schemas.microsoft.com/office/drawing/2014/main" id="{EACC5D3A-A4A7-4A34-361A-817CE53D7A51}"/>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11651" name="Rectangle 3">
            <a:extLst>
              <a:ext uri="{FF2B5EF4-FFF2-40B4-BE49-F238E27FC236}">
                <a16:creationId xmlns:a16="http://schemas.microsoft.com/office/drawing/2014/main" id="{D3F0C1EA-3DBD-8BB0-4C99-7C480B437CBF}"/>
              </a:ext>
            </a:extLst>
          </p:cNvPr>
          <p:cNvSpPr>
            <a:spLocks noChangeArrowheads="1"/>
          </p:cNvSpPr>
          <p:nvPr/>
        </p:nvSpPr>
        <p:spPr bwMode="auto">
          <a:xfrm>
            <a:off x="1306513" y="1116013"/>
            <a:ext cx="6732587"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3a.  Check to see how many e</a:t>
            </a:r>
            <a:r>
              <a:rPr lang="en-US" baseline="30000">
                <a:solidFill>
                  <a:srgbClr val="FFFFFF"/>
                </a:solidFill>
                <a:effectLst>
                  <a:outerShdw blurRad="38100" dist="38100" dir="2700000" algn="tl">
                    <a:srgbClr val="000000"/>
                  </a:outerShdw>
                </a:effectLst>
                <a:latin typeface="Times New Roman" pitchFamily="18" charset="0"/>
                <a:ea typeface="+mn-ea"/>
              </a:rPr>
              <a:t>-</a:t>
            </a:r>
            <a:r>
              <a:rPr lang="en-US">
                <a:solidFill>
                  <a:srgbClr val="FFFFFF"/>
                </a:solidFill>
                <a:effectLst>
                  <a:outerShdw blurRad="38100" dist="38100" dir="2700000" algn="tl">
                    <a:srgbClr val="000000"/>
                  </a:outerShdw>
                </a:effectLst>
                <a:latin typeface="Times New Roman" pitchFamily="18" charset="0"/>
                <a:ea typeface="+mn-ea"/>
              </a:rPr>
              <a:t>’s are left and all octets</a:t>
            </a:r>
          </a:p>
        </p:txBody>
      </p:sp>
      <p:sp>
        <p:nvSpPr>
          <p:cNvPr id="411652" name="Text Box 4">
            <a:extLst>
              <a:ext uri="{FF2B5EF4-FFF2-40B4-BE49-F238E27FC236}">
                <a16:creationId xmlns:a16="http://schemas.microsoft.com/office/drawing/2014/main" id="{A03BA54E-2574-46DA-3DBD-14FB551EAEFB}"/>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11653" name="Text Box 5">
            <a:extLst>
              <a:ext uri="{FF2B5EF4-FFF2-40B4-BE49-F238E27FC236}">
                <a16:creationId xmlns:a16="http://schemas.microsoft.com/office/drawing/2014/main" id="{AF322187-8F80-0C45-0EE3-185291F1F860}"/>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1654" name="Text Box 6">
            <a:extLst>
              <a:ext uri="{FF2B5EF4-FFF2-40B4-BE49-F238E27FC236}">
                <a16:creationId xmlns:a16="http://schemas.microsoft.com/office/drawing/2014/main" id="{B92983B3-6DA1-AA38-378C-27B3B5DCFCEE}"/>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11655" name="Line 7">
            <a:extLst>
              <a:ext uri="{FF2B5EF4-FFF2-40B4-BE49-F238E27FC236}">
                <a16:creationId xmlns:a16="http://schemas.microsoft.com/office/drawing/2014/main" id="{F01DC260-F3F9-7129-74A9-8B51AD91A615}"/>
              </a:ext>
            </a:extLst>
          </p:cNvPr>
          <p:cNvSpPr>
            <a:spLocks noChangeShapeType="1"/>
          </p:cNvSpPr>
          <p:nvPr/>
        </p:nvSpPr>
        <p:spPr bwMode="auto">
          <a:xfrm>
            <a:off x="3309938" y="3694113"/>
            <a:ext cx="433387"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1656" name="Line 8">
            <a:extLst>
              <a:ext uri="{FF2B5EF4-FFF2-40B4-BE49-F238E27FC236}">
                <a16:creationId xmlns:a16="http://schemas.microsoft.com/office/drawing/2014/main" id="{F86E36D3-8FC8-0CA8-ED85-B19058940124}"/>
              </a:ext>
            </a:extLst>
          </p:cNvPr>
          <p:cNvSpPr>
            <a:spLocks noChangeShapeType="1"/>
          </p:cNvSpPr>
          <p:nvPr/>
        </p:nvSpPr>
        <p:spPr bwMode="auto">
          <a:xfrm>
            <a:off x="4799013" y="3695700"/>
            <a:ext cx="434975"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1657" name="Text Box 9">
            <a:extLst>
              <a:ext uri="{FF2B5EF4-FFF2-40B4-BE49-F238E27FC236}">
                <a16:creationId xmlns:a16="http://schemas.microsoft.com/office/drawing/2014/main" id="{84054376-B24E-5CE2-1C9E-006C8385CCC2}"/>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11658" name="Line 10">
            <a:extLst>
              <a:ext uri="{FF2B5EF4-FFF2-40B4-BE49-F238E27FC236}">
                <a16:creationId xmlns:a16="http://schemas.microsoft.com/office/drawing/2014/main" id="{1FCC11B7-8220-E68B-709E-BE22B282F498}"/>
              </a:ext>
            </a:extLst>
          </p:cNvPr>
          <p:cNvSpPr>
            <a:spLocks noChangeShapeType="1"/>
          </p:cNvSpPr>
          <p:nvPr/>
        </p:nvSpPr>
        <p:spPr bwMode="auto">
          <a:xfrm flipV="1">
            <a:off x="4227513" y="287496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1659" name="Line 11">
            <a:extLst>
              <a:ext uri="{FF2B5EF4-FFF2-40B4-BE49-F238E27FC236}">
                <a16:creationId xmlns:a16="http://schemas.microsoft.com/office/drawing/2014/main" id="{54B3D0D3-DB60-1C14-76FC-99358741F16B}"/>
              </a:ext>
            </a:extLst>
          </p:cNvPr>
          <p:cNvSpPr>
            <a:spLocks noChangeShapeType="1"/>
          </p:cNvSpPr>
          <p:nvPr/>
        </p:nvSpPr>
        <p:spPr bwMode="auto">
          <a:xfrm flipV="1">
            <a:off x="4213225" y="421481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1660" name="Text Box 12">
            <a:extLst>
              <a:ext uri="{FF2B5EF4-FFF2-40B4-BE49-F238E27FC236}">
                <a16:creationId xmlns:a16="http://schemas.microsoft.com/office/drawing/2014/main" id="{B4F51F0F-84A8-2432-5B9F-4F42FB699F8B}"/>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grpSp>
        <p:nvGrpSpPr>
          <p:cNvPr id="230413" name="Group 13">
            <a:extLst>
              <a:ext uri="{FF2B5EF4-FFF2-40B4-BE49-F238E27FC236}">
                <a16:creationId xmlns:a16="http://schemas.microsoft.com/office/drawing/2014/main" id="{8FDBD486-A208-627E-1618-DBB2C7EC0978}"/>
              </a:ext>
            </a:extLst>
          </p:cNvPr>
          <p:cNvGrpSpPr>
            <a:grpSpLocks/>
          </p:cNvGrpSpPr>
          <p:nvPr/>
        </p:nvGrpSpPr>
        <p:grpSpPr bwMode="auto">
          <a:xfrm>
            <a:off x="5324475" y="4181475"/>
            <a:ext cx="520700" cy="152400"/>
            <a:chOff x="990" y="2694"/>
            <a:chExt cx="328" cy="96"/>
          </a:xfrm>
        </p:grpSpPr>
        <p:sp>
          <p:nvSpPr>
            <p:cNvPr id="411662" name="Oval 14">
              <a:extLst>
                <a:ext uri="{FF2B5EF4-FFF2-40B4-BE49-F238E27FC236}">
                  <a16:creationId xmlns:a16="http://schemas.microsoft.com/office/drawing/2014/main" id="{CF63D082-438C-A250-97CF-5352C3E79204}"/>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1663" name="Oval 15">
              <a:extLst>
                <a:ext uri="{FF2B5EF4-FFF2-40B4-BE49-F238E27FC236}">
                  <a16:creationId xmlns:a16="http://schemas.microsoft.com/office/drawing/2014/main" id="{4FE5BBF1-C98A-75DC-9563-E5116AC8037D}"/>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0414" name="Group 16">
            <a:extLst>
              <a:ext uri="{FF2B5EF4-FFF2-40B4-BE49-F238E27FC236}">
                <a16:creationId xmlns:a16="http://schemas.microsoft.com/office/drawing/2014/main" id="{AEE3D6E9-982F-C8C1-E13F-0A44495878D3}"/>
              </a:ext>
            </a:extLst>
          </p:cNvPr>
          <p:cNvGrpSpPr>
            <a:grpSpLocks/>
          </p:cNvGrpSpPr>
          <p:nvPr/>
        </p:nvGrpSpPr>
        <p:grpSpPr bwMode="auto">
          <a:xfrm rot="-5400000">
            <a:off x="5922963" y="3660775"/>
            <a:ext cx="520700" cy="152400"/>
            <a:chOff x="990" y="2694"/>
            <a:chExt cx="328" cy="96"/>
          </a:xfrm>
        </p:grpSpPr>
        <p:sp>
          <p:nvSpPr>
            <p:cNvPr id="411665" name="Oval 17">
              <a:extLst>
                <a:ext uri="{FF2B5EF4-FFF2-40B4-BE49-F238E27FC236}">
                  <a16:creationId xmlns:a16="http://schemas.microsoft.com/office/drawing/2014/main" id="{229AB2EF-A93C-D602-FC12-82C569CA0B4E}"/>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1666" name="Oval 18">
              <a:extLst>
                <a:ext uri="{FF2B5EF4-FFF2-40B4-BE49-F238E27FC236}">
                  <a16:creationId xmlns:a16="http://schemas.microsoft.com/office/drawing/2014/main" id="{C5EC674C-0637-6F62-3665-A90BF104C5B9}"/>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0415" name="Group 19">
            <a:extLst>
              <a:ext uri="{FF2B5EF4-FFF2-40B4-BE49-F238E27FC236}">
                <a16:creationId xmlns:a16="http://schemas.microsoft.com/office/drawing/2014/main" id="{17EB4088-1E7A-23FE-9E15-DFE3CDF34994}"/>
              </a:ext>
            </a:extLst>
          </p:cNvPr>
          <p:cNvGrpSpPr>
            <a:grpSpLocks/>
          </p:cNvGrpSpPr>
          <p:nvPr/>
        </p:nvGrpSpPr>
        <p:grpSpPr bwMode="auto">
          <a:xfrm>
            <a:off x="5326063" y="3063875"/>
            <a:ext cx="520700" cy="152400"/>
            <a:chOff x="990" y="2694"/>
            <a:chExt cx="328" cy="96"/>
          </a:xfrm>
        </p:grpSpPr>
        <p:sp>
          <p:nvSpPr>
            <p:cNvPr id="411668" name="Oval 20">
              <a:extLst>
                <a:ext uri="{FF2B5EF4-FFF2-40B4-BE49-F238E27FC236}">
                  <a16:creationId xmlns:a16="http://schemas.microsoft.com/office/drawing/2014/main" id="{C16BD214-F3F5-CB93-BE71-FFDCBC05C29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1669" name="Oval 21">
              <a:extLst>
                <a:ext uri="{FF2B5EF4-FFF2-40B4-BE49-F238E27FC236}">
                  <a16:creationId xmlns:a16="http://schemas.microsoft.com/office/drawing/2014/main" id="{6508B357-5766-70F8-0ACE-6D8D8E54AC37}"/>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0416" name="Group 22">
            <a:extLst>
              <a:ext uri="{FF2B5EF4-FFF2-40B4-BE49-F238E27FC236}">
                <a16:creationId xmlns:a16="http://schemas.microsoft.com/office/drawing/2014/main" id="{B29EFCFA-4557-4605-078D-9441DE455586}"/>
              </a:ext>
            </a:extLst>
          </p:cNvPr>
          <p:cNvGrpSpPr>
            <a:grpSpLocks/>
          </p:cNvGrpSpPr>
          <p:nvPr/>
        </p:nvGrpSpPr>
        <p:grpSpPr bwMode="auto">
          <a:xfrm>
            <a:off x="3986213" y="1811338"/>
            <a:ext cx="520700" cy="152400"/>
            <a:chOff x="990" y="2694"/>
            <a:chExt cx="328" cy="96"/>
          </a:xfrm>
        </p:grpSpPr>
        <p:sp>
          <p:nvSpPr>
            <p:cNvPr id="411671" name="Oval 23">
              <a:extLst>
                <a:ext uri="{FF2B5EF4-FFF2-40B4-BE49-F238E27FC236}">
                  <a16:creationId xmlns:a16="http://schemas.microsoft.com/office/drawing/2014/main" id="{07696DB3-14D1-1C9B-486C-308CA1A6D329}"/>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1672" name="Oval 24">
              <a:extLst>
                <a:ext uri="{FF2B5EF4-FFF2-40B4-BE49-F238E27FC236}">
                  <a16:creationId xmlns:a16="http://schemas.microsoft.com/office/drawing/2014/main" id="{E1F0CA04-8BA7-2AB4-3A6A-30D5F9482BCD}"/>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0417" name="Group 25">
            <a:extLst>
              <a:ext uri="{FF2B5EF4-FFF2-40B4-BE49-F238E27FC236}">
                <a16:creationId xmlns:a16="http://schemas.microsoft.com/office/drawing/2014/main" id="{88FC6B0B-1C1E-673B-886E-8BAD2D9FDE67}"/>
              </a:ext>
            </a:extLst>
          </p:cNvPr>
          <p:cNvGrpSpPr>
            <a:grpSpLocks/>
          </p:cNvGrpSpPr>
          <p:nvPr/>
        </p:nvGrpSpPr>
        <p:grpSpPr bwMode="auto">
          <a:xfrm rot="-5400000">
            <a:off x="4521200" y="2344738"/>
            <a:ext cx="520700" cy="152400"/>
            <a:chOff x="990" y="2694"/>
            <a:chExt cx="328" cy="96"/>
          </a:xfrm>
        </p:grpSpPr>
        <p:sp>
          <p:nvSpPr>
            <p:cNvPr id="411674" name="Oval 26">
              <a:extLst>
                <a:ext uri="{FF2B5EF4-FFF2-40B4-BE49-F238E27FC236}">
                  <a16:creationId xmlns:a16="http://schemas.microsoft.com/office/drawing/2014/main" id="{C3CC856C-A274-E44F-F329-663AA273CC4A}"/>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1675" name="Oval 27">
              <a:extLst>
                <a:ext uri="{FF2B5EF4-FFF2-40B4-BE49-F238E27FC236}">
                  <a16:creationId xmlns:a16="http://schemas.microsoft.com/office/drawing/2014/main" id="{E3346CD5-7130-D795-E991-FA3607B45AD7}"/>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0418" name="Group 28">
            <a:extLst>
              <a:ext uri="{FF2B5EF4-FFF2-40B4-BE49-F238E27FC236}">
                <a16:creationId xmlns:a16="http://schemas.microsoft.com/office/drawing/2014/main" id="{C7762988-9129-4332-5ACC-9DBA052E68AF}"/>
              </a:ext>
            </a:extLst>
          </p:cNvPr>
          <p:cNvGrpSpPr>
            <a:grpSpLocks/>
          </p:cNvGrpSpPr>
          <p:nvPr/>
        </p:nvGrpSpPr>
        <p:grpSpPr bwMode="auto">
          <a:xfrm rot="-5400000">
            <a:off x="3470275" y="2363788"/>
            <a:ext cx="520700" cy="152400"/>
            <a:chOff x="990" y="2694"/>
            <a:chExt cx="328" cy="96"/>
          </a:xfrm>
        </p:grpSpPr>
        <p:sp>
          <p:nvSpPr>
            <p:cNvPr id="411677" name="Oval 29">
              <a:extLst>
                <a:ext uri="{FF2B5EF4-FFF2-40B4-BE49-F238E27FC236}">
                  <a16:creationId xmlns:a16="http://schemas.microsoft.com/office/drawing/2014/main" id="{44F821FD-D08C-4465-7FA5-4685C71A579C}"/>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1678" name="Oval 30">
              <a:extLst>
                <a:ext uri="{FF2B5EF4-FFF2-40B4-BE49-F238E27FC236}">
                  <a16:creationId xmlns:a16="http://schemas.microsoft.com/office/drawing/2014/main" id="{7DF1707F-DA59-0BF2-3B9E-BD4B7F762BF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0419" name="Group 31">
            <a:extLst>
              <a:ext uri="{FF2B5EF4-FFF2-40B4-BE49-F238E27FC236}">
                <a16:creationId xmlns:a16="http://schemas.microsoft.com/office/drawing/2014/main" id="{9C9199AC-32D9-2EE7-2C2F-B1AA584449FA}"/>
              </a:ext>
            </a:extLst>
          </p:cNvPr>
          <p:cNvGrpSpPr>
            <a:grpSpLocks/>
          </p:cNvGrpSpPr>
          <p:nvPr/>
        </p:nvGrpSpPr>
        <p:grpSpPr bwMode="auto">
          <a:xfrm>
            <a:off x="3921125" y="5524500"/>
            <a:ext cx="520700" cy="152400"/>
            <a:chOff x="990" y="2694"/>
            <a:chExt cx="328" cy="96"/>
          </a:xfrm>
        </p:grpSpPr>
        <p:sp>
          <p:nvSpPr>
            <p:cNvPr id="411680" name="Oval 32">
              <a:extLst>
                <a:ext uri="{FF2B5EF4-FFF2-40B4-BE49-F238E27FC236}">
                  <a16:creationId xmlns:a16="http://schemas.microsoft.com/office/drawing/2014/main" id="{87A30602-3E34-3995-0520-89E180C6456D}"/>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1681" name="Oval 33">
              <a:extLst>
                <a:ext uri="{FF2B5EF4-FFF2-40B4-BE49-F238E27FC236}">
                  <a16:creationId xmlns:a16="http://schemas.microsoft.com/office/drawing/2014/main" id="{90010044-BB6B-A556-0E95-4C5A64BAEDE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0420" name="Group 34">
            <a:extLst>
              <a:ext uri="{FF2B5EF4-FFF2-40B4-BE49-F238E27FC236}">
                <a16:creationId xmlns:a16="http://schemas.microsoft.com/office/drawing/2014/main" id="{A91ECE94-BADA-4621-44B0-EF1EA2AB2493}"/>
              </a:ext>
            </a:extLst>
          </p:cNvPr>
          <p:cNvGrpSpPr>
            <a:grpSpLocks/>
          </p:cNvGrpSpPr>
          <p:nvPr/>
        </p:nvGrpSpPr>
        <p:grpSpPr bwMode="auto">
          <a:xfrm rot="-5400000">
            <a:off x="4473575" y="4987925"/>
            <a:ext cx="520700" cy="152400"/>
            <a:chOff x="990" y="2694"/>
            <a:chExt cx="328" cy="96"/>
          </a:xfrm>
        </p:grpSpPr>
        <p:sp>
          <p:nvSpPr>
            <p:cNvPr id="411683" name="Oval 35">
              <a:extLst>
                <a:ext uri="{FF2B5EF4-FFF2-40B4-BE49-F238E27FC236}">
                  <a16:creationId xmlns:a16="http://schemas.microsoft.com/office/drawing/2014/main" id="{1392CB5F-1182-BD55-5E92-09976218D905}"/>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1684" name="Oval 36">
              <a:extLst>
                <a:ext uri="{FF2B5EF4-FFF2-40B4-BE49-F238E27FC236}">
                  <a16:creationId xmlns:a16="http://schemas.microsoft.com/office/drawing/2014/main" id="{D0549710-ED55-A567-ECB6-801A1C71B0A0}"/>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0421" name="Group 37">
            <a:extLst>
              <a:ext uri="{FF2B5EF4-FFF2-40B4-BE49-F238E27FC236}">
                <a16:creationId xmlns:a16="http://schemas.microsoft.com/office/drawing/2014/main" id="{FCCF798C-E0F3-B573-F914-3B2ED1578DC2}"/>
              </a:ext>
            </a:extLst>
          </p:cNvPr>
          <p:cNvGrpSpPr>
            <a:grpSpLocks/>
          </p:cNvGrpSpPr>
          <p:nvPr/>
        </p:nvGrpSpPr>
        <p:grpSpPr bwMode="auto">
          <a:xfrm rot="-5400000">
            <a:off x="3422650" y="4989513"/>
            <a:ext cx="520700" cy="152400"/>
            <a:chOff x="990" y="2694"/>
            <a:chExt cx="328" cy="96"/>
          </a:xfrm>
        </p:grpSpPr>
        <p:sp>
          <p:nvSpPr>
            <p:cNvPr id="411686" name="Oval 38">
              <a:extLst>
                <a:ext uri="{FF2B5EF4-FFF2-40B4-BE49-F238E27FC236}">
                  <a16:creationId xmlns:a16="http://schemas.microsoft.com/office/drawing/2014/main" id="{4FD3466B-1F2A-2394-932B-3646A086D1C7}"/>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1687" name="Oval 39">
              <a:extLst>
                <a:ext uri="{FF2B5EF4-FFF2-40B4-BE49-F238E27FC236}">
                  <a16:creationId xmlns:a16="http://schemas.microsoft.com/office/drawing/2014/main" id="{A1F288C1-688B-7AC3-0371-918D819282F7}"/>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0422" name="Group 40">
            <a:extLst>
              <a:ext uri="{FF2B5EF4-FFF2-40B4-BE49-F238E27FC236}">
                <a16:creationId xmlns:a16="http://schemas.microsoft.com/office/drawing/2014/main" id="{779E8772-8662-AB3E-F681-096BE7246251}"/>
              </a:ext>
            </a:extLst>
          </p:cNvPr>
          <p:cNvGrpSpPr>
            <a:grpSpLocks/>
          </p:cNvGrpSpPr>
          <p:nvPr/>
        </p:nvGrpSpPr>
        <p:grpSpPr bwMode="auto">
          <a:xfrm>
            <a:off x="2535238" y="4132263"/>
            <a:ext cx="520700" cy="152400"/>
            <a:chOff x="990" y="2694"/>
            <a:chExt cx="328" cy="96"/>
          </a:xfrm>
        </p:grpSpPr>
        <p:sp>
          <p:nvSpPr>
            <p:cNvPr id="411689" name="Oval 41">
              <a:extLst>
                <a:ext uri="{FF2B5EF4-FFF2-40B4-BE49-F238E27FC236}">
                  <a16:creationId xmlns:a16="http://schemas.microsoft.com/office/drawing/2014/main" id="{D0DC22F9-65EA-C819-419B-314C8638C6CF}"/>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1690" name="Oval 42">
              <a:extLst>
                <a:ext uri="{FF2B5EF4-FFF2-40B4-BE49-F238E27FC236}">
                  <a16:creationId xmlns:a16="http://schemas.microsoft.com/office/drawing/2014/main" id="{F511D4FD-C682-D969-6BD1-404D6DD7D2A4}"/>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0423" name="Group 43">
            <a:extLst>
              <a:ext uri="{FF2B5EF4-FFF2-40B4-BE49-F238E27FC236}">
                <a16:creationId xmlns:a16="http://schemas.microsoft.com/office/drawing/2014/main" id="{46A17E18-8C18-A74C-F2BA-DC4A77C9DA04}"/>
              </a:ext>
            </a:extLst>
          </p:cNvPr>
          <p:cNvGrpSpPr>
            <a:grpSpLocks/>
          </p:cNvGrpSpPr>
          <p:nvPr/>
        </p:nvGrpSpPr>
        <p:grpSpPr bwMode="auto">
          <a:xfrm rot="-5400000">
            <a:off x="2035175" y="3584575"/>
            <a:ext cx="520700" cy="152400"/>
            <a:chOff x="990" y="2694"/>
            <a:chExt cx="328" cy="96"/>
          </a:xfrm>
        </p:grpSpPr>
        <p:sp>
          <p:nvSpPr>
            <p:cNvPr id="411692" name="Oval 44">
              <a:extLst>
                <a:ext uri="{FF2B5EF4-FFF2-40B4-BE49-F238E27FC236}">
                  <a16:creationId xmlns:a16="http://schemas.microsoft.com/office/drawing/2014/main" id="{8DC0A651-65D6-101F-8E37-F3345BE55544}"/>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1693" name="Oval 45">
              <a:extLst>
                <a:ext uri="{FF2B5EF4-FFF2-40B4-BE49-F238E27FC236}">
                  <a16:creationId xmlns:a16="http://schemas.microsoft.com/office/drawing/2014/main" id="{330B0A28-2F68-D0BD-1221-D70B606C8510}"/>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0424" name="Group 46">
            <a:extLst>
              <a:ext uri="{FF2B5EF4-FFF2-40B4-BE49-F238E27FC236}">
                <a16:creationId xmlns:a16="http://schemas.microsoft.com/office/drawing/2014/main" id="{2F93FE41-C7DB-7C27-17E6-B7CAA232F384}"/>
              </a:ext>
            </a:extLst>
          </p:cNvPr>
          <p:cNvGrpSpPr>
            <a:grpSpLocks/>
          </p:cNvGrpSpPr>
          <p:nvPr/>
        </p:nvGrpSpPr>
        <p:grpSpPr bwMode="auto">
          <a:xfrm>
            <a:off x="2554288" y="2998788"/>
            <a:ext cx="520700" cy="152400"/>
            <a:chOff x="990" y="2694"/>
            <a:chExt cx="328" cy="96"/>
          </a:xfrm>
        </p:grpSpPr>
        <p:sp>
          <p:nvSpPr>
            <p:cNvPr id="411695" name="Oval 47">
              <a:extLst>
                <a:ext uri="{FF2B5EF4-FFF2-40B4-BE49-F238E27FC236}">
                  <a16:creationId xmlns:a16="http://schemas.microsoft.com/office/drawing/2014/main" id="{9B67EC36-B69A-3582-EC62-30733AF5C32D}"/>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1696" name="Oval 48">
              <a:extLst>
                <a:ext uri="{FF2B5EF4-FFF2-40B4-BE49-F238E27FC236}">
                  <a16:creationId xmlns:a16="http://schemas.microsoft.com/office/drawing/2014/main" id="{8072EC2E-E57F-7957-9ECB-D8E0F0D39700}"/>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11697" name="Text Box 49">
            <a:extLst>
              <a:ext uri="{FF2B5EF4-FFF2-40B4-BE49-F238E27FC236}">
                <a16:creationId xmlns:a16="http://schemas.microsoft.com/office/drawing/2014/main" id="{46B1B5F1-E344-479F-32F8-BD06358D8010}"/>
              </a:ext>
            </a:extLst>
          </p:cNvPr>
          <p:cNvSpPr txBox="1">
            <a:spLocks noChangeArrowheads="1"/>
          </p:cNvSpPr>
          <p:nvPr/>
        </p:nvSpPr>
        <p:spPr bwMode="auto">
          <a:xfrm>
            <a:off x="250825" y="4546600"/>
            <a:ext cx="2573338" cy="1160463"/>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8 e</a:t>
            </a:r>
            <a:r>
              <a:rPr lang="en-US" sz="2800" baseline="30000">
                <a:solidFill>
                  <a:srgbClr val="FAFD00"/>
                </a:solidFill>
                <a:effectLst>
                  <a:outerShdw blurRad="38100" dist="38100" dir="2700000" algn="tl">
                    <a:srgbClr val="000000"/>
                  </a:outerShdw>
                </a:effectLst>
                <a:latin typeface="Times New Roman" pitchFamily="18" charset="0"/>
                <a:ea typeface="+mn-ea"/>
              </a:rPr>
              <a:t>-</a:t>
            </a:r>
            <a:r>
              <a:rPr lang="en-US" sz="2800">
                <a:solidFill>
                  <a:srgbClr val="FAFD00"/>
                </a:solidFill>
                <a:effectLst>
                  <a:outerShdw blurRad="38100" dist="38100" dir="2700000" algn="tl">
                    <a:srgbClr val="000000"/>
                  </a:outerShdw>
                </a:effectLst>
                <a:latin typeface="Times New Roman" pitchFamily="18" charset="0"/>
                <a:ea typeface="+mn-ea"/>
              </a:rPr>
              <a:t>’s  </a:t>
            </a:r>
          </a:p>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left octet okay</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1698" name="Oval 50">
            <a:extLst>
              <a:ext uri="{FF2B5EF4-FFF2-40B4-BE49-F238E27FC236}">
                <a16:creationId xmlns:a16="http://schemas.microsoft.com/office/drawing/2014/main" id="{8D82F13E-DA54-8216-9264-8A302493FBBB}"/>
              </a:ext>
            </a:extLst>
          </p:cNvPr>
          <p:cNvSpPr>
            <a:spLocks noChangeArrowheads="1"/>
          </p:cNvSpPr>
          <p:nvPr/>
        </p:nvSpPr>
        <p:spPr bwMode="auto">
          <a:xfrm>
            <a:off x="1955800" y="2808288"/>
            <a:ext cx="1687513" cy="1771650"/>
          </a:xfrm>
          <a:prstGeom prst="ellipse">
            <a:avLst/>
          </a:prstGeom>
          <a:noFill/>
          <a:ln w="28575">
            <a:solidFill>
              <a:schemeClr val="accent2"/>
            </a:solidFill>
            <a:prstDash val="dash"/>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1699" name="Text Box 51">
            <a:extLst>
              <a:ext uri="{FF2B5EF4-FFF2-40B4-BE49-F238E27FC236}">
                <a16:creationId xmlns:a16="http://schemas.microsoft.com/office/drawing/2014/main" id="{E99F50DD-87CC-29D1-339D-FB230BB347B5}"/>
              </a:ext>
            </a:extLst>
          </p:cNvPr>
          <p:cNvSpPr txBox="1">
            <a:spLocks noChangeArrowheads="1"/>
          </p:cNvSpPr>
          <p:nvPr/>
        </p:nvSpPr>
        <p:spPr bwMode="auto">
          <a:xfrm>
            <a:off x="592138" y="5667375"/>
            <a:ext cx="1236662"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36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a:extLst>
              <a:ext uri="{FF2B5EF4-FFF2-40B4-BE49-F238E27FC236}">
                <a16:creationId xmlns:a16="http://schemas.microsoft.com/office/drawing/2014/main" id="{CC58632C-C321-CB51-6BA5-F7B40C27EE4B}"/>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12675" name="Rectangle 3">
            <a:extLst>
              <a:ext uri="{FF2B5EF4-FFF2-40B4-BE49-F238E27FC236}">
                <a16:creationId xmlns:a16="http://schemas.microsoft.com/office/drawing/2014/main" id="{6487B8CE-D363-4683-3E3F-C2EB46A3DBAD}"/>
              </a:ext>
            </a:extLst>
          </p:cNvPr>
          <p:cNvSpPr>
            <a:spLocks noChangeArrowheads="1"/>
          </p:cNvSpPr>
          <p:nvPr/>
        </p:nvSpPr>
        <p:spPr bwMode="auto">
          <a:xfrm>
            <a:off x="1306513" y="1116013"/>
            <a:ext cx="6732587"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3a.  Check to see how many e</a:t>
            </a:r>
            <a:r>
              <a:rPr lang="en-US" baseline="30000">
                <a:solidFill>
                  <a:srgbClr val="FFFFFF"/>
                </a:solidFill>
                <a:effectLst>
                  <a:outerShdw blurRad="38100" dist="38100" dir="2700000" algn="tl">
                    <a:srgbClr val="000000"/>
                  </a:outerShdw>
                </a:effectLst>
                <a:latin typeface="Times New Roman" pitchFamily="18" charset="0"/>
                <a:ea typeface="+mn-ea"/>
              </a:rPr>
              <a:t>-</a:t>
            </a:r>
            <a:r>
              <a:rPr lang="en-US">
                <a:solidFill>
                  <a:srgbClr val="FFFFFF"/>
                </a:solidFill>
                <a:effectLst>
                  <a:outerShdw blurRad="38100" dist="38100" dir="2700000" algn="tl">
                    <a:srgbClr val="000000"/>
                  </a:outerShdw>
                </a:effectLst>
                <a:latin typeface="Times New Roman" pitchFamily="18" charset="0"/>
                <a:ea typeface="+mn-ea"/>
              </a:rPr>
              <a:t>’s are left and all octets</a:t>
            </a:r>
          </a:p>
        </p:txBody>
      </p:sp>
      <p:sp>
        <p:nvSpPr>
          <p:cNvPr id="412676" name="Text Box 4">
            <a:extLst>
              <a:ext uri="{FF2B5EF4-FFF2-40B4-BE49-F238E27FC236}">
                <a16:creationId xmlns:a16="http://schemas.microsoft.com/office/drawing/2014/main" id="{458BD001-2221-4B8A-824A-B898F982CCD5}"/>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12677" name="Text Box 5">
            <a:extLst>
              <a:ext uri="{FF2B5EF4-FFF2-40B4-BE49-F238E27FC236}">
                <a16:creationId xmlns:a16="http://schemas.microsoft.com/office/drawing/2014/main" id="{A647F275-E141-6903-5C04-FE63E7A24271}"/>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2678" name="Text Box 6">
            <a:extLst>
              <a:ext uri="{FF2B5EF4-FFF2-40B4-BE49-F238E27FC236}">
                <a16:creationId xmlns:a16="http://schemas.microsoft.com/office/drawing/2014/main" id="{53AC4491-E708-7FC3-5542-8F16F75CE56D}"/>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12679" name="Line 7">
            <a:extLst>
              <a:ext uri="{FF2B5EF4-FFF2-40B4-BE49-F238E27FC236}">
                <a16:creationId xmlns:a16="http://schemas.microsoft.com/office/drawing/2014/main" id="{CD9000EE-4027-F9B3-301D-46DF61D6EEA9}"/>
              </a:ext>
            </a:extLst>
          </p:cNvPr>
          <p:cNvSpPr>
            <a:spLocks noChangeShapeType="1"/>
          </p:cNvSpPr>
          <p:nvPr/>
        </p:nvSpPr>
        <p:spPr bwMode="auto">
          <a:xfrm>
            <a:off x="3309938" y="3694113"/>
            <a:ext cx="433387"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2680" name="Line 8">
            <a:extLst>
              <a:ext uri="{FF2B5EF4-FFF2-40B4-BE49-F238E27FC236}">
                <a16:creationId xmlns:a16="http://schemas.microsoft.com/office/drawing/2014/main" id="{D7076837-2235-990A-D14B-D4A3A214AC92}"/>
              </a:ext>
            </a:extLst>
          </p:cNvPr>
          <p:cNvSpPr>
            <a:spLocks noChangeShapeType="1"/>
          </p:cNvSpPr>
          <p:nvPr/>
        </p:nvSpPr>
        <p:spPr bwMode="auto">
          <a:xfrm>
            <a:off x="4799013" y="3695700"/>
            <a:ext cx="434975"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2681" name="Text Box 9">
            <a:extLst>
              <a:ext uri="{FF2B5EF4-FFF2-40B4-BE49-F238E27FC236}">
                <a16:creationId xmlns:a16="http://schemas.microsoft.com/office/drawing/2014/main" id="{1DF907A3-A779-8CC6-2544-C142BA3277C8}"/>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12682" name="Line 10">
            <a:extLst>
              <a:ext uri="{FF2B5EF4-FFF2-40B4-BE49-F238E27FC236}">
                <a16:creationId xmlns:a16="http://schemas.microsoft.com/office/drawing/2014/main" id="{B6C3623E-3EAD-0ABE-6426-9F47F6B5906E}"/>
              </a:ext>
            </a:extLst>
          </p:cNvPr>
          <p:cNvSpPr>
            <a:spLocks noChangeShapeType="1"/>
          </p:cNvSpPr>
          <p:nvPr/>
        </p:nvSpPr>
        <p:spPr bwMode="auto">
          <a:xfrm flipV="1">
            <a:off x="4227513" y="287496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2683" name="Line 11">
            <a:extLst>
              <a:ext uri="{FF2B5EF4-FFF2-40B4-BE49-F238E27FC236}">
                <a16:creationId xmlns:a16="http://schemas.microsoft.com/office/drawing/2014/main" id="{E024C7BC-10C7-11A7-B1D9-43852176A5AB}"/>
              </a:ext>
            </a:extLst>
          </p:cNvPr>
          <p:cNvSpPr>
            <a:spLocks noChangeShapeType="1"/>
          </p:cNvSpPr>
          <p:nvPr/>
        </p:nvSpPr>
        <p:spPr bwMode="auto">
          <a:xfrm flipV="1">
            <a:off x="4213225" y="4214813"/>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2684" name="Text Box 12">
            <a:extLst>
              <a:ext uri="{FF2B5EF4-FFF2-40B4-BE49-F238E27FC236}">
                <a16:creationId xmlns:a16="http://schemas.microsoft.com/office/drawing/2014/main" id="{67E1A68E-C388-D12B-4A80-B0B697C1D0EF}"/>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grpSp>
        <p:nvGrpSpPr>
          <p:cNvPr id="232461" name="Group 13">
            <a:extLst>
              <a:ext uri="{FF2B5EF4-FFF2-40B4-BE49-F238E27FC236}">
                <a16:creationId xmlns:a16="http://schemas.microsoft.com/office/drawing/2014/main" id="{CAFC76F9-B83B-4539-75DA-013FB5E43622}"/>
              </a:ext>
            </a:extLst>
          </p:cNvPr>
          <p:cNvGrpSpPr>
            <a:grpSpLocks/>
          </p:cNvGrpSpPr>
          <p:nvPr/>
        </p:nvGrpSpPr>
        <p:grpSpPr bwMode="auto">
          <a:xfrm>
            <a:off x="5324475" y="4181475"/>
            <a:ext cx="520700" cy="152400"/>
            <a:chOff x="990" y="2694"/>
            <a:chExt cx="328" cy="96"/>
          </a:xfrm>
        </p:grpSpPr>
        <p:sp>
          <p:nvSpPr>
            <p:cNvPr id="412686" name="Oval 14">
              <a:extLst>
                <a:ext uri="{FF2B5EF4-FFF2-40B4-BE49-F238E27FC236}">
                  <a16:creationId xmlns:a16="http://schemas.microsoft.com/office/drawing/2014/main" id="{2ECED96C-930C-18B8-6220-A029E62B912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2687" name="Oval 15">
              <a:extLst>
                <a:ext uri="{FF2B5EF4-FFF2-40B4-BE49-F238E27FC236}">
                  <a16:creationId xmlns:a16="http://schemas.microsoft.com/office/drawing/2014/main" id="{B7175DE8-F3AF-829D-A452-2837538CF8EF}"/>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2462" name="Group 16">
            <a:extLst>
              <a:ext uri="{FF2B5EF4-FFF2-40B4-BE49-F238E27FC236}">
                <a16:creationId xmlns:a16="http://schemas.microsoft.com/office/drawing/2014/main" id="{23C4979A-1C62-E63F-062C-E734B7922E5B}"/>
              </a:ext>
            </a:extLst>
          </p:cNvPr>
          <p:cNvGrpSpPr>
            <a:grpSpLocks/>
          </p:cNvGrpSpPr>
          <p:nvPr/>
        </p:nvGrpSpPr>
        <p:grpSpPr bwMode="auto">
          <a:xfrm rot="-5400000">
            <a:off x="5922963" y="3660775"/>
            <a:ext cx="520700" cy="152400"/>
            <a:chOff x="990" y="2694"/>
            <a:chExt cx="328" cy="96"/>
          </a:xfrm>
        </p:grpSpPr>
        <p:sp>
          <p:nvSpPr>
            <p:cNvPr id="412689" name="Oval 17">
              <a:extLst>
                <a:ext uri="{FF2B5EF4-FFF2-40B4-BE49-F238E27FC236}">
                  <a16:creationId xmlns:a16="http://schemas.microsoft.com/office/drawing/2014/main" id="{8BB4963D-41EE-FDEC-D615-1E9A0D62D7DC}"/>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2690" name="Oval 18">
              <a:extLst>
                <a:ext uri="{FF2B5EF4-FFF2-40B4-BE49-F238E27FC236}">
                  <a16:creationId xmlns:a16="http://schemas.microsoft.com/office/drawing/2014/main" id="{5E25BA7F-3DB6-DD34-C337-0EF3B5ABEF8B}"/>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2463" name="Group 19">
            <a:extLst>
              <a:ext uri="{FF2B5EF4-FFF2-40B4-BE49-F238E27FC236}">
                <a16:creationId xmlns:a16="http://schemas.microsoft.com/office/drawing/2014/main" id="{B936ED75-B165-81F6-6E92-21A69401BCAD}"/>
              </a:ext>
            </a:extLst>
          </p:cNvPr>
          <p:cNvGrpSpPr>
            <a:grpSpLocks/>
          </p:cNvGrpSpPr>
          <p:nvPr/>
        </p:nvGrpSpPr>
        <p:grpSpPr bwMode="auto">
          <a:xfrm>
            <a:off x="5326063" y="3063875"/>
            <a:ext cx="520700" cy="152400"/>
            <a:chOff x="990" y="2694"/>
            <a:chExt cx="328" cy="96"/>
          </a:xfrm>
        </p:grpSpPr>
        <p:sp>
          <p:nvSpPr>
            <p:cNvPr id="412692" name="Oval 20">
              <a:extLst>
                <a:ext uri="{FF2B5EF4-FFF2-40B4-BE49-F238E27FC236}">
                  <a16:creationId xmlns:a16="http://schemas.microsoft.com/office/drawing/2014/main" id="{460B609B-BC9F-2D97-C5BD-5D1875D29A3E}"/>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2693" name="Oval 21">
              <a:extLst>
                <a:ext uri="{FF2B5EF4-FFF2-40B4-BE49-F238E27FC236}">
                  <a16:creationId xmlns:a16="http://schemas.microsoft.com/office/drawing/2014/main" id="{C1959619-666E-EA06-6D65-A71FDCC8CD41}"/>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2464" name="Group 22">
            <a:extLst>
              <a:ext uri="{FF2B5EF4-FFF2-40B4-BE49-F238E27FC236}">
                <a16:creationId xmlns:a16="http://schemas.microsoft.com/office/drawing/2014/main" id="{B266F67E-FB27-2FE8-7B41-3433C93F8C3F}"/>
              </a:ext>
            </a:extLst>
          </p:cNvPr>
          <p:cNvGrpSpPr>
            <a:grpSpLocks/>
          </p:cNvGrpSpPr>
          <p:nvPr/>
        </p:nvGrpSpPr>
        <p:grpSpPr bwMode="auto">
          <a:xfrm>
            <a:off x="3986213" y="1811338"/>
            <a:ext cx="520700" cy="152400"/>
            <a:chOff x="990" y="2694"/>
            <a:chExt cx="328" cy="96"/>
          </a:xfrm>
        </p:grpSpPr>
        <p:sp>
          <p:nvSpPr>
            <p:cNvPr id="412695" name="Oval 23">
              <a:extLst>
                <a:ext uri="{FF2B5EF4-FFF2-40B4-BE49-F238E27FC236}">
                  <a16:creationId xmlns:a16="http://schemas.microsoft.com/office/drawing/2014/main" id="{89B92F3F-B7A3-FEFF-6706-8B687337600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2696" name="Oval 24">
              <a:extLst>
                <a:ext uri="{FF2B5EF4-FFF2-40B4-BE49-F238E27FC236}">
                  <a16:creationId xmlns:a16="http://schemas.microsoft.com/office/drawing/2014/main" id="{D8364C6C-9978-2B41-8A3D-24242FB41372}"/>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2465" name="Group 25">
            <a:extLst>
              <a:ext uri="{FF2B5EF4-FFF2-40B4-BE49-F238E27FC236}">
                <a16:creationId xmlns:a16="http://schemas.microsoft.com/office/drawing/2014/main" id="{903F5EE6-CA77-FBE2-710A-CA1AB8C557CE}"/>
              </a:ext>
            </a:extLst>
          </p:cNvPr>
          <p:cNvGrpSpPr>
            <a:grpSpLocks/>
          </p:cNvGrpSpPr>
          <p:nvPr/>
        </p:nvGrpSpPr>
        <p:grpSpPr bwMode="auto">
          <a:xfrm rot="-5400000">
            <a:off x="4521200" y="2344738"/>
            <a:ext cx="520700" cy="152400"/>
            <a:chOff x="990" y="2694"/>
            <a:chExt cx="328" cy="96"/>
          </a:xfrm>
        </p:grpSpPr>
        <p:sp>
          <p:nvSpPr>
            <p:cNvPr id="412698" name="Oval 26">
              <a:extLst>
                <a:ext uri="{FF2B5EF4-FFF2-40B4-BE49-F238E27FC236}">
                  <a16:creationId xmlns:a16="http://schemas.microsoft.com/office/drawing/2014/main" id="{A7A3D9C2-EA00-DEA6-946C-B6D3626F82A7}"/>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2699" name="Oval 27">
              <a:extLst>
                <a:ext uri="{FF2B5EF4-FFF2-40B4-BE49-F238E27FC236}">
                  <a16:creationId xmlns:a16="http://schemas.microsoft.com/office/drawing/2014/main" id="{5B759F91-F88B-50AE-5EC0-A15D10D77BB0}"/>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2466" name="Group 28">
            <a:extLst>
              <a:ext uri="{FF2B5EF4-FFF2-40B4-BE49-F238E27FC236}">
                <a16:creationId xmlns:a16="http://schemas.microsoft.com/office/drawing/2014/main" id="{73B87E19-FF21-2B3A-F630-3A3B7663C871}"/>
              </a:ext>
            </a:extLst>
          </p:cNvPr>
          <p:cNvGrpSpPr>
            <a:grpSpLocks/>
          </p:cNvGrpSpPr>
          <p:nvPr/>
        </p:nvGrpSpPr>
        <p:grpSpPr bwMode="auto">
          <a:xfrm rot="-5400000">
            <a:off x="3470275" y="2363788"/>
            <a:ext cx="520700" cy="152400"/>
            <a:chOff x="990" y="2694"/>
            <a:chExt cx="328" cy="96"/>
          </a:xfrm>
        </p:grpSpPr>
        <p:sp>
          <p:nvSpPr>
            <p:cNvPr id="412701" name="Oval 29">
              <a:extLst>
                <a:ext uri="{FF2B5EF4-FFF2-40B4-BE49-F238E27FC236}">
                  <a16:creationId xmlns:a16="http://schemas.microsoft.com/office/drawing/2014/main" id="{519B08AA-2899-F707-C026-B650892630C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2702" name="Oval 30">
              <a:extLst>
                <a:ext uri="{FF2B5EF4-FFF2-40B4-BE49-F238E27FC236}">
                  <a16:creationId xmlns:a16="http://schemas.microsoft.com/office/drawing/2014/main" id="{655E8987-00AA-79BE-828D-521E1DC32F61}"/>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2467" name="Group 31">
            <a:extLst>
              <a:ext uri="{FF2B5EF4-FFF2-40B4-BE49-F238E27FC236}">
                <a16:creationId xmlns:a16="http://schemas.microsoft.com/office/drawing/2014/main" id="{03A18EAE-AFB5-F666-0595-16C389FA9C3A}"/>
              </a:ext>
            </a:extLst>
          </p:cNvPr>
          <p:cNvGrpSpPr>
            <a:grpSpLocks/>
          </p:cNvGrpSpPr>
          <p:nvPr/>
        </p:nvGrpSpPr>
        <p:grpSpPr bwMode="auto">
          <a:xfrm>
            <a:off x="3921125" y="5524500"/>
            <a:ext cx="520700" cy="152400"/>
            <a:chOff x="990" y="2694"/>
            <a:chExt cx="328" cy="96"/>
          </a:xfrm>
        </p:grpSpPr>
        <p:sp>
          <p:nvSpPr>
            <p:cNvPr id="412704" name="Oval 32">
              <a:extLst>
                <a:ext uri="{FF2B5EF4-FFF2-40B4-BE49-F238E27FC236}">
                  <a16:creationId xmlns:a16="http://schemas.microsoft.com/office/drawing/2014/main" id="{B00A2B59-B667-5C62-2880-4127F901E0CB}"/>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2705" name="Oval 33">
              <a:extLst>
                <a:ext uri="{FF2B5EF4-FFF2-40B4-BE49-F238E27FC236}">
                  <a16:creationId xmlns:a16="http://schemas.microsoft.com/office/drawing/2014/main" id="{34983846-38E6-994D-7AEE-A0E51C5D6FE6}"/>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2468" name="Group 34">
            <a:extLst>
              <a:ext uri="{FF2B5EF4-FFF2-40B4-BE49-F238E27FC236}">
                <a16:creationId xmlns:a16="http://schemas.microsoft.com/office/drawing/2014/main" id="{20CF0833-AA40-B286-A049-29346EC1976B}"/>
              </a:ext>
            </a:extLst>
          </p:cNvPr>
          <p:cNvGrpSpPr>
            <a:grpSpLocks/>
          </p:cNvGrpSpPr>
          <p:nvPr/>
        </p:nvGrpSpPr>
        <p:grpSpPr bwMode="auto">
          <a:xfrm rot="-5400000">
            <a:off x="4473575" y="4987925"/>
            <a:ext cx="520700" cy="152400"/>
            <a:chOff x="990" y="2694"/>
            <a:chExt cx="328" cy="96"/>
          </a:xfrm>
        </p:grpSpPr>
        <p:sp>
          <p:nvSpPr>
            <p:cNvPr id="412707" name="Oval 35">
              <a:extLst>
                <a:ext uri="{FF2B5EF4-FFF2-40B4-BE49-F238E27FC236}">
                  <a16:creationId xmlns:a16="http://schemas.microsoft.com/office/drawing/2014/main" id="{E2F2F141-5750-6093-4C0C-9B929636E8D2}"/>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2708" name="Oval 36">
              <a:extLst>
                <a:ext uri="{FF2B5EF4-FFF2-40B4-BE49-F238E27FC236}">
                  <a16:creationId xmlns:a16="http://schemas.microsoft.com/office/drawing/2014/main" id="{B61A5969-9118-6F01-B6CA-633FF795D0C5}"/>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2469" name="Group 37">
            <a:extLst>
              <a:ext uri="{FF2B5EF4-FFF2-40B4-BE49-F238E27FC236}">
                <a16:creationId xmlns:a16="http://schemas.microsoft.com/office/drawing/2014/main" id="{32863A46-FEEB-7DAE-9CAB-C9CB2675D7AF}"/>
              </a:ext>
            </a:extLst>
          </p:cNvPr>
          <p:cNvGrpSpPr>
            <a:grpSpLocks/>
          </p:cNvGrpSpPr>
          <p:nvPr/>
        </p:nvGrpSpPr>
        <p:grpSpPr bwMode="auto">
          <a:xfrm rot="-5400000">
            <a:off x="3422650" y="4989513"/>
            <a:ext cx="520700" cy="152400"/>
            <a:chOff x="990" y="2694"/>
            <a:chExt cx="328" cy="96"/>
          </a:xfrm>
        </p:grpSpPr>
        <p:sp>
          <p:nvSpPr>
            <p:cNvPr id="412710" name="Oval 38">
              <a:extLst>
                <a:ext uri="{FF2B5EF4-FFF2-40B4-BE49-F238E27FC236}">
                  <a16:creationId xmlns:a16="http://schemas.microsoft.com/office/drawing/2014/main" id="{57D4D234-5D0D-AB7F-FCC9-D96EA6F4627A}"/>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2711" name="Oval 39">
              <a:extLst>
                <a:ext uri="{FF2B5EF4-FFF2-40B4-BE49-F238E27FC236}">
                  <a16:creationId xmlns:a16="http://schemas.microsoft.com/office/drawing/2014/main" id="{C200C782-BF4B-8FF5-B025-9285C484F7F4}"/>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2470" name="Group 40">
            <a:extLst>
              <a:ext uri="{FF2B5EF4-FFF2-40B4-BE49-F238E27FC236}">
                <a16:creationId xmlns:a16="http://schemas.microsoft.com/office/drawing/2014/main" id="{EF215385-D07D-0337-E630-BD0711FE1245}"/>
              </a:ext>
            </a:extLst>
          </p:cNvPr>
          <p:cNvGrpSpPr>
            <a:grpSpLocks/>
          </p:cNvGrpSpPr>
          <p:nvPr/>
        </p:nvGrpSpPr>
        <p:grpSpPr bwMode="auto">
          <a:xfrm>
            <a:off x="2535238" y="4132263"/>
            <a:ext cx="520700" cy="152400"/>
            <a:chOff x="990" y="2694"/>
            <a:chExt cx="328" cy="96"/>
          </a:xfrm>
        </p:grpSpPr>
        <p:sp>
          <p:nvSpPr>
            <p:cNvPr id="412713" name="Oval 41">
              <a:extLst>
                <a:ext uri="{FF2B5EF4-FFF2-40B4-BE49-F238E27FC236}">
                  <a16:creationId xmlns:a16="http://schemas.microsoft.com/office/drawing/2014/main" id="{CE801266-F50F-D1BE-E9B1-714E8B35306B}"/>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2714" name="Oval 42">
              <a:extLst>
                <a:ext uri="{FF2B5EF4-FFF2-40B4-BE49-F238E27FC236}">
                  <a16:creationId xmlns:a16="http://schemas.microsoft.com/office/drawing/2014/main" id="{EAA06A18-955E-57DA-93F1-E616F6123F13}"/>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2471" name="Group 43">
            <a:extLst>
              <a:ext uri="{FF2B5EF4-FFF2-40B4-BE49-F238E27FC236}">
                <a16:creationId xmlns:a16="http://schemas.microsoft.com/office/drawing/2014/main" id="{31E30CC8-3CA9-A915-E5DE-4392BF0D85E6}"/>
              </a:ext>
            </a:extLst>
          </p:cNvPr>
          <p:cNvGrpSpPr>
            <a:grpSpLocks/>
          </p:cNvGrpSpPr>
          <p:nvPr/>
        </p:nvGrpSpPr>
        <p:grpSpPr bwMode="auto">
          <a:xfrm rot="-5400000">
            <a:off x="2035175" y="3584575"/>
            <a:ext cx="520700" cy="152400"/>
            <a:chOff x="990" y="2694"/>
            <a:chExt cx="328" cy="96"/>
          </a:xfrm>
        </p:grpSpPr>
        <p:sp>
          <p:nvSpPr>
            <p:cNvPr id="412716" name="Oval 44">
              <a:extLst>
                <a:ext uri="{FF2B5EF4-FFF2-40B4-BE49-F238E27FC236}">
                  <a16:creationId xmlns:a16="http://schemas.microsoft.com/office/drawing/2014/main" id="{A53C864B-477A-6A84-C5C6-9A99E2F7F274}"/>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2717" name="Oval 45">
              <a:extLst>
                <a:ext uri="{FF2B5EF4-FFF2-40B4-BE49-F238E27FC236}">
                  <a16:creationId xmlns:a16="http://schemas.microsoft.com/office/drawing/2014/main" id="{00AD3867-CA27-05EE-04CB-9714A23121E1}"/>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2472" name="Group 46">
            <a:extLst>
              <a:ext uri="{FF2B5EF4-FFF2-40B4-BE49-F238E27FC236}">
                <a16:creationId xmlns:a16="http://schemas.microsoft.com/office/drawing/2014/main" id="{0724FC12-B9DE-A529-5CE5-D0CE484EA88F}"/>
              </a:ext>
            </a:extLst>
          </p:cNvPr>
          <p:cNvGrpSpPr>
            <a:grpSpLocks/>
          </p:cNvGrpSpPr>
          <p:nvPr/>
        </p:nvGrpSpPr>
        <p:grpSpPr bwMode="auto">
          <a:xfrm>
            <a:off x="2554288" y="2998788"/>
            <a:ext cx="520700" cy="152400"/>
            <a:chOff x="990" y="2694"/>
            <a:chExt cx="328" cy="96"/>
          </a:xfrm>
        </p:grpSpPr>
        <p:sp>
          <p:nvSpPr>
            <p:cNvPr id="412719" name="Oval 47">
              <a:extLst>
                <a:ext uri="{FF2B5EF4-FFF2-40B4-BE49-F238E27FC236}">
                  <a16:creationId xmlns:a16="http://schemas.microsoft.com/office/drawing/2014/main" id="{3D0341EE-146B-C5A7-5E52-76A3E2389D64}"/>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2720" name="Oval 48">
              <a:extLst>
                <a:ext uri="{FF2B5EF4-FFF2-40B4-BE49-F238E27FC236}">
                  <a16:creationId xmlns:a16="http://schemas.microsoft.com/office/drawing/2014/main" id="{BEBCF0B0-D020-14C9-A595-E9F8979DD87E}"/>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12721" name="Text Box 49">
            <a:extLst>
              <a:ext uri="{FF2B5EF4-FFF2-40B4-BE49-F238E27FC236}">
                <a16:creationId xmlns:a16="http://schemas.microsoft.com/office/drawing/2014/main" id="{2A6B3448-3AA8-591B-A3FA-CF39FBFC5860}"/>
              </a:ext>
            </a:extLst>
          </p:cNvPr>
          <p:cNvSpPr txBox="1">
            <a:spLocks noChangeArrowheads="1"/>
          </p:cNvSpPr>
          <p:nvPr/>
        </p:nvSpPr>
        <p:spPr bwMode="auto">
          <a:xfrm>
            <a:off x="250825" y="4546600"/>
            <a:ext cx="2840038" cy="1160463"/>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8 + 8 = 16 e</a:t>
            </a:r>
            <a:r>
              <a:rPr lang="en-US" sz="2800" baseline="30000">
                <a:solidFill>
                  <a:srgbClr val="FAFD00"/>
                </a:solidFill>
                <a:effectLst>
                  <a:outerShdw blurRad="38100" dist="38100" dir="2700000" algn="tl">
                    <a:srgbClr val="000000"/>
                  </a:outerShdw>
                </a:effectLst>
                <a:latin typeface="Times New Roman" pitchFamily="18" charset="0"/>
                <a:ea typeface="+mn-ea"/>
              </a:rPr>
              <a:t>-</a:t>
            </a:r>
            <a:r>
              <a:rPr lang="en-US" sz="2800">
                <a:solidFill>
                  <a:srgbClr val="FAFD00"/>
                </a:solidFill>
                <a:effectLst>
                  <a:outerShdw blurRad="38100" dist="38100" dir="2700000" algn="tl">
                    <a:srgbClr val="000000"/>
                  </a:outerShdw>
                </a:effectLst>
                <a:latin typeface="Times New Roman" pitchFamily="18" charset="0"/>
                <a:ea typeface="+mn-ea"/>
              </a:rPr>
              <a:t>’s  </a:t>
            </a:r>
          </a:p>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bottom octet okay</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2722" name="Oval 50">
            <a:extLst>
              <a:ext uri="{FF2B5EF4-FFF2-40B4-BE49-F238E27FC236}">
                <a16:creationId xmlns:a16="http://schemas.microsoft.com/office/drawing/2014/main" id="{FD9029DE-2784-AAE1-DEC0-66206770BBF1}"/>
              </a:ext>
            </a:extLst>
          </p:cNvPr>
          <p:cNvSpPr>
            <a:spLocks noChangeArrowheads="1"/>
          </p:cNvSpPr>
          <p:nvPr/>
        </p:nvSpPr>
        <p:spPr bwMode="auto">
          <a:xfrm>
            <a:off x="3362325" y="4194175"/>
            <a:ext cx="1687513" cy="1771650"/>
          </a:xfrm>
          <a:prstGeom prst="ellipse">
            <a:avLst/>
          </a:prstGeom>
          <a:noFill/>
          <a:ln w="28575">
            <a:solidFill>
              <a:schemeClr val="accent2"/>
            </a:solidFill>
            <a:prstDash val="dash"/>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2723" name="Text Box 51">
            <a:extLst>
              <a:ext uri="{FF2B5EF4-FFF2-40B4-BE49-F238E27FC236}">
                <a16:creationId xmlns:a16="http://schemas.microsoft.com/office/drawing/2014/main" id="{D8772EB1-3F61-46D6-13DE-C0D8693415D9}"/>
              </a:ext>
            </a:extLst>
          </p:cNvPr>
          <p:cNvSpPr txBox="1">
            <a:spLocks noChangeArrowheads="1"/>
          </p:cNvSpPr>
          <p:nvPr/>
        </p:nvSpPr>
        <p:spPr bwMode="auto">
          <a:xfrm>
            <a:off x="592138" y="5667375"/>
            <a:ext cx="1236662"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36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a:extLst>
              <a:ext uri="{FF2B5EF4-FFF2-40B4-BE49-F238E27FC236}">
                <a16:creationId xmlns:a16="http://schemas.microsoft.com/office/drawing/2014/main" id="{77F7EDAE-A60E-9EDB-3EB3-EDC5609CFD85}"/>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13699" name="Rectangle 3">
            <a:extLst>
              <a:ext uri="{FF2B5EF4-FFF2-40B4-BE49-F238E27FC236}">
                <a16:creationId xmlns:a16="http://schemas.microsoft.com/office/drawing/2014/main" id="{3B83DEB7-9AE7-EA58-1446-4E926AD21237}"/>
              </a:ext>
            </a:extLst>
          </p:cNvPr>
          <p:cNvSpPr>
            <a:spLocks noChangeArrowheads="1"/>
          </p:cNvSpPr>
          <p:nvPr/>
        </p:nvSpPr>
        <p:spPr bwMode="auto">
          <a:xfrm>
            <a:off x="1306513" y="1116013"/>
            <a:ext cx="6732587"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3a.  Check to see how many e</a:t>
            </a:r>
            <a:r>
              <a:rPr lang="en-US" baseline="30000">
                <a:solidFill>
                  <a:srgbClr val="FFFFFF"/>
                </a:solidFill>
                <a:effectLst>
                  <a:outerShdw blurRad="38100" dist="38100" dir="2700000" algn="tl">
                    <a:srgbClr val="000000"/>
                  </a:outerShdw>
                </a:effectLst>
                <a:latin typeface="Times New Roman" pitchFamily="18" charset="0"/>
                <a:ea typeface="+mn-ea"/>
              </a:rPr>
              <a:t>-</a:t>
            </a:r>
            <a:r>
              <a:rPr lang="en-US">
                <a:solidFill>
                  <a:srgbClr val="FFFFFF"/>
                </a:solidFill>
                <a:effectLst>
                  <a:outerShdw blurRad="38100" dist="38100" dir="2700000" algn="tl">
                    <a:srgbClr val="000000"/>
                  </a:outerShdw>
                </a:effectLst>
                <a:latin typeface="Times New Roman" pitchFamily="18" charset="0"/>
                <a:ea typeface="+mn-ea"/>
              </a:rPr>
              <a:t>’s are left and all octets</a:t>
            </a:r>
          </a:p>
        </p:txBody>
      </p:sp>
      <p:sp>
        <p:nvSpPr>
          <p:cNvPr id="413700" name="Text Box 4">
            <a:extLst>
              <a:ext uri="{FF2B5EF4-FFF2-40B4-BE49-F238E27FC236}">
                <a16:creationId xmlns:a16="http://schemas.microsoft.com/office/drawing/2014/main" id="{EC59FE39-274E-3EF0-9FBB-B2E3D28EF025}"/>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13701" name="Text Box 5">
            <a:extLst>
              <a:ext uri="{FF2B5EF4-FFF2-40B4-BE49-F238E27FC236}">
                <a16:creationId xmlns:a16="http://schemas.microsoft.com/office/drawing/2014/main" id="{E155C4AA-3379-EE09-BA4C-8157EC4DC4F2}"/>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3702" name="Text Box 6">
            <a:extLst>
              <a:ext uri="{FF2B5EF4-FFF2-40B4-BE49-F238E27FC236}">
                <a16:creationId xmlns:a16="http://schemas.microsoft.com/office/drawing/2014/main" id="{DBA9BC2B-CF30-3C8F-A25C-12431A165650}"/>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3703" name="Line 7">
            <a:extLst>
              <a:ext uri="{FF2B5EF4-FFF2-40B4-BE49-F238E27FC236}">
                <a16:creationId xmlns:a16="http://schemas.microsoft.com/office/drawing/2014/main" id="{3DFE26E9-1A95-5506-7588-18E53A3853B6}"/>
              </a:ext>
            </a:extLst>
          </p:cNvPr>
          <p:cNvSpPr>
            <a:spLocks noChangeShapeType="1"/>
          </p:cNvSpPr>
          <p:nvPr/>
        </p:nvSpPr>
        <p:spPr bwMode="auto">
          <a:xfrm>
            <a:off x="3309938" y="3694113"/>
            <a:ext cx="433387"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3704" name="Line 8">
            <a:extLst>
              <a:ext uri="{FF2B5EF4-FFF2-40B4-BE49-F238E27FC236}">
                <a16:creationId xmlns:a16="http://schemas.microsoft.com/office/drawing/2014/main" id="{7987EE67-E99B-22D1-ECC0-5DEF77254759}"/>
              </a:ext>
            </a:extLst>
          </p:cNvPr>
          <p:cNvSpPr>
            <a:spLocks noChangeShapeType="1"/>
          </p:cNvSpPr>
          <p:nvPr/>
        </p:nvSpPr>
        <p:spPr bwMode="auto">
          <a:xfrm>
            <a:off x="4799013" y="3695700"/>
            <a:ext cx="434975"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3705" name="Text Box 9">
            <a:extLst>
              <a:ext uri="{FF2B5EF4-FFF2-40B4-BE49-F238E27FC236}">
                <a16:creationId xmlns:a16="http://schemas.microsoft.com/office/drawing/2014/main" id="{E02980E3-7520-4CC9-545A-B146443931B5}"/>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13706" name="Line 10">
            <a:extLst>
              <a:ext uri="{FF2B5EF4-FFF2-40B4-BE49-F238E27FC236}">
                <a16:creationId xmlns:a16="http://schemas.microsoft.com/office/drawing/2014/main" id="{679D4201-5B82-D0F3-B54D-0E300DF9F4A7}"/>
              </a:ext>
            </a:extLst>
          </p:cNvPr>
          <p:cNvSpPr>
            <a:spLocks noChangeShapeType="1"/>
          </p:cNvSpPr>
          <p:nvPr/>
        </p:nvSpPr>
        <p:spPr bwMode="auto">
          <a:xfrm flipV="1">
            <a:off x="4227513" y="287496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3707" name="Line 11">
            <a:extLst>
              <a:ext uri="{FF2B5EF4-FFF2-40B4-BE49-F238E27FC236}">
                <a16:creationId xmlns:a16="http://schemas.microsoft.com/office/drawing/2014/main" id="{E0B07CCF-BB3F-ABB2-E889-2A2771001F72}"/>
              </a:ext>
            </a:extLst>
          </p:cNvPr>
          <p:cNvSpPr>
            <a:spLocks noChangeShapeType="1"/>
          </p:cNvSpPr>
          <p:nvPr/>
        </p:nvSpPr>
        <p:spPr bwMode="auto">
          <a:xfrm flipV="1">
            <a:off x="4213225" y="4214813"/>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3708" name="Text Box 12">
            <a:extLst>
              <a:ext uri="{FF2B5EF4-FFF2-40B4-BE49-F238E27FC236}">
                <a16:creationId xmlns:a16="http://schemas.microsoft.com/office/drawing/2014/main" id="{40A308F2-828A-A3CC-A393-99D8F1E33C9D}"/>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grpSp>
        <p:nvGrpSpPr>
          <p:cNvPr id="234509" name="Group 13">
            <a:extLst>
              <a:ext uri="{FF2B5EF4-FFF2-40B4-BE49-F238E27FC236}">
                <a16:creationId xmlns:a16="http://schemas.microsoft.com/office/drawing/2014/main" id="{5BA79E43-EB6F-5D80-435E-4AAED177D31A}"/>
              </a:ext>
            </a:extLst>
          </p:cNvPr>
          <p:cNvGrpSpPr>
            <a:grpSpLocks/>
          </p:cNvGrpSpPr>
          <p:nvPr/>
        </p:nvGrpSpPr>
        <p:grpSpPr bwMode="auto">
          <a:xfrm>
            <a:off x="5324475" y="4181475"/>
            <a:ext cx="520700" cy="152400"/>
            <a:chOff x="990" y="2694"/>
            <a:chExt cx="328" cy="96"/>
          </a:xfrm>
        </p:grpSpPr>
        <p:sp>
          <p:nvSpPr>
            <p:cNvPr id="413710" name="Oval 14">
              <a:extLst>
                <a:ext uri="{FF2B5EF4-FFF2-40B4-BE49-F238E27FC236}">
                  <a16:creationId xmlns:a16="http://schemas.microsoft.com/office/drawing/2014/main" id="{8CE22CF3-5406-6392-9865-EB7786E440DB}"/>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3711" name="Oval 15">
              <a:extLst>
                <a:ext uri="{FF2B5EF4-FFF2-40B4-BE49-F238E27FC236}">
                  <a16:creationId xmlns:a16="http://schemas.microsoft.com/office/drawing/2014/main" id="{C5EB2C5C-158B-40ED-B92E-A02052F5B293}"/>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4510" name="Group 16">
            <a:extLst>
              <a:ext uri="{FF2B5EF4-FFF2-40B4-BE49-F238E27FC236}">
                <a16:creationId xmlns:a16="http://schemas.microsoft.com/office/drawing/2014/main" id="{2135E69A-7406-2BAD-5EF9-DC71820E0734}"/>
              </a:ext>
            </a:extLst>
          </p:cNvPr>
          <p:cNvGrpSpPr>
            <a:grpSpLocks/>
          </p:cNvGrpSpPr>
          <p:nvPr/>
        </p:nvGrpSpPr>
        <p:grpSpPr bwMode="auto">
          <a:xfrm rot="-5400000">
            <a:off x="5922963" y="3660775"/>
            <a:ext cx="520700" cy="152400"/>
            <a:chOff x="990" y="2694"/>
            <a:chExt cx="328" cy="96"/>
          </a:xfrm>
        </p:grpSpPr>
        <p:sp>
          <p:nvSpPr>
            <p:cNvPr id="413713" name="Oval 17">
              <a:extLst>
                <a:ext uri="{FF2B5EF4-FFF2-40B4-BE49-F238E27FC236}">
                  <a16:creationId xmlns:a16="http://schemas.microsoft.com/office/drawing/2014/main" id="{257D8794-381D-10CE-EA4D-C8F0E9B75113}"/>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3714" name="Oval 18">
              <a:extLst>
                <a:ext uri="{FF2B5EF4-FFF2-40B4-BE49-F238E27FC236}">
                  <a16:creationId xmlns:a16="http://schemas.microsoft.com/office/drawing/2014/main" id="{2355575A-9A8C-C52B-5D68-60EF06F69919}"/>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4511" name="Group 19">
            <a:extLst>
              <a:ext uri="{FF2B5EF4-FFF2-40B4-BE49-F238E27FC236}">
                <a16:creationId xmlns:a16="http://schemas.microsoft.com/office/drawing/2014/main" id="{CAAF817B-F3C9-4510-4D79-0D79DDF67B76}"/>
              </a:ext>
            </a:extLst>
          </p:cNvPr>
          <p:cNvGrpSpPr>
            <a:grpSpLocks/>
          </p:cNvGrpSpPr>
          <p:nvPr/>
        </p:nvGrpSpPr>
        <p:grpSpPr bwMode="auto">
          <a:xfrm>
            <a:off x="5326063" y="3063875"/>
            <a:ext cx="520700" cy="152400"/>
            <a:chOff x="990" y="2694"/>
            <a:chExt cx="328" cy="96"/>
          </a:xfrm>
        </p:grpSpPr>
        <p:sp>
          <p:nvSpPr>
            <p:cNvPr id="413716" name="Oval 20">
              <a:extLst>
                <a:ext uri="{FF2B5EF4-FFF2-40B4-BE49-F238E27FC236}">
                  <a16:creationId xmlns:a16="http://schemas.microsoft.com/office/drawing/2014/main" id="{4B13E240-8B29-D1FF-9D2C-1ACB01A3445B}"/>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3717" name="Oval 21">
              <a:extLst>
                <a:ext uri="{FF2B5EF4-FFF2-40B4-BE49-F238E27FC236}">
                  <a16:creationId xmlns:a16="http://schemas.microsoft.com/office/drawing/2014/main" id="{C5BB0C88-C096-E1E1-5347-D06037C34955}"/>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4512" name="Group 22">
            <a:extLst>
              <a:ext uri="{FF2B5EF4-FFF2-40B4-BE49-F238E27FC236}">
                <a16:creationId xmlns:a16="http://schemas.microsoft.com/office/drawing/2014/main" id="{D4F868F8-0346-860C-C21E-D83D10905257}"/>
              </a:ext>
            </a:extLst>
          </p:cNvPr>
          <p:cNvGrpSpPr>
            <a:grpSpLocks/>
          </p:cNvGrpSpPr>
          <p:nvPr/>
        </p:nvGrpSpPr>
        <p:grpSpPr bwMode="auto">
          <a:xfrm>
            <a:off x="3986213" y="1811338"/>
            <a:ext cx="520700" cy="152400"/>
            <a:chOff x="990" y="2694"/>
            <a:chExt cx="328" cy="96"/>
          </a:xfrm>
        </p:grpSpPr>
        <p:sp>
          <p:nvSpPr>
            <p:cNvPr id="413719" name="Oval 23">
              <a:extLst>
                <a:ext uri="{FF2B5EF4-FFF2-40B4-BE49-F238E27FC236}">
                  <a16:creationId xmlns:a16="http://schemas.microsoft.com/office/drawing/2014/main" id="{5A2211E6-75EA-7B82-545D-6DB506ACE6D9}"/>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3720" name="Oval 24">
              <a:extLst>
                <a:ext uri="{FF2B5EF4-FFF2-40B4-BE49-F238E27FC236}">
                  <a16:creationId xmlns:a16="http://schemas.microsoft.com/office/drawing/2014/main" id="{E552415D-E3F1-4F90-182C-A1C0987FFCB6}"/>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4513" name="Group 25">
            <a:extLst>
              <a:ext uri="{FF2B5EF4-FFF2-40B4-BE49-F238E27FC236}">
                <a16:creationId xmlns:a16="http://schemas.microsoft.com/office/drawing/2014/main" id="{5116DC8B-F099-C656-30F9-C7186B8D889E}"/>
              </a:ext>
            </a:extLst>
          </p:cNvPr>
          <p:cNvGrpSpPr>
            <a:grpSpLocks/>
          </p:cNvGrpSpPr>
          <p:nvPr/>
        </p:nvGrpSpPr>
        <p:grpSpPr bwMode="auto">
          <a:xfrm rot="-5400000">
            <a:off x="4521200" y="2344738"/>
            <a:ext cx="520700" cy="152400"/>
            <a:chOff x="990" y="2694"/>
            <a:chExt cx="328" cy="96"/>
          </a:xfrm>
        </p:grpSpPr>
        <p:sp>
          <p:nvSpPr>
            <p:cNvPr id="413722" name="Oval 26">
              <a:extLst>
                <a:ext uri="{FF2B5EF4-FFF2-40B4-BE49-F238E27FC236}">
                  <a16:creationId xmlns:a16="http://schemas.microsoft.com/office/drawing/2014/main" id="{782771D4-9528-68DA-59D5-2F7064B83B33}"/>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3723" name="Oval 27">
              <a:extLst>
                <a:ext uri="{FF2B5EF4-FFF2-40B4-BE49-F238E27FC236}">
                  <a16:creationId xmlns:a16="http://schemas.microsoft.com/office/drawing/2014/main" id="{30B34EBE-9513-0D5B-12EA-4E18F5A7E0D9}"/>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4514" name="Group 28">
            <a:extLst>
              <a:ext uri="{FF2B5EF4-FFF2-40B4-BE49-F238E27FC236}">
                <a16:creationId xmlns:a16="http://schemas.microsoft.com/office/drawing/2014/main" id="{A74B05B6-07A9-CABB-4BE3-423DF4A90A19}"/>
              </a:ext>
            </a:extLst>
          </p:cNvPr>
          <p:cNvGrpSpPr>
            <a:grpSpLocks/>
          </p:cNvGrpSpPr>
          <p:nvPr/>
        </p:nvGrpSpPr>
        <p:grpSpPr bwMode="auto">
          <a:xfrm rot="-5400000">
            <a:off x="3470275" y="2363788"/>
            <a:ext cx="520700" cy="152400"/>
            <a:chOff x="990" y="2694"/>
            <a:chExt cx="328" cy="96"/>
          </a:xfrm>
        </p:grpSpPr>
        <p:sp>
          <p:nvSpPr>
            <p:cNvPr id="413725" name="Oval 29">
              <a:extLst>
                <a:ext uri="{FF2B5EF4-FFF2-40B4-BE49-F238E27FC236}">
                  <a16:creationId xmlns:a16="http://schemas.microsoft.com/office/drawing/2014/main" id="{B556988B-60A4-93C3-405A-95C069754356}"/>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3726" name="Oval 30">
              <a:extLst>
                <a:ext uri="{FF2B5EF4-FFF2-40B4-BE49-F238E27FC236}">
                  <a16:creationId xmlns:a16="http://schemas.microsoft.com/office/drawing/2014/main" id="{F3B63B77-1799-5496-C772-B40719720032}"/>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4515" name="Group 31">
            <a:extLst>
              <a:ext uri="{FF2B5EF4-FFF2-40B4-BE49-F238E27FC236}">
                <a16:creationId xmlns:a16="http://schemas.microsoft.com/office/drawing/2014/main" id="{BDB1B821-31C6-B66E-E625-D8FBC03DAD46}"/>
              </a:ext>
            </a:extLst>
          </p:cNvPr>
          <p:cNvGrpSpPr>
            <a:grpSpLocks/>
          </p:cNvGrpSpPr>
          <p:nvPr/>
        </p:nvGrpSpPr>
        <p:grpSpPr bwMode="auto">
          <a:xfrm>
            <a:off x="3921125" y="5524500"/>
            <a:ext cx="520700" cy="152400"/>
            <a:chOff x="990" y="2694"/>
            <a:chExt cx="328" cy="96"/>
          </a:xfrm>
        </p:grpSpPr>
        <p:sp>
          <p:nvSpPr>
            <p:cNvPr id="413728" name="Oval 32">
              <a:extLst>
                <a:ext uri="{FF2B5EF4-FFF2-40B4-BE49-F238E27FC236}">
                  <a16:creationId xmlns:a16="http://schemas.microsoft.com/office/drawing/2014/main" id="{4F712D67-B0CD-47D7-843E-6686479B6EF8}"/>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3729" name="Oval 33">
              <a:extLst>
                <a:ext uri="{FF2B5EF4-FFF2-40B4-BE49-F238E27FC236}">
                  <a16:creationId xmlns:a16="http://schemas.microsoft.com/office/drawing/2014/main" id="{2829A010-CB69-7729-416B-32CFF3A87650}"/>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4516" name="Group 34">
            <a:extLst>
              <a:ext uri="{FF2B5EF4-FFF2-40B4-BE49-F238E27FC236}">
                <a16:creationId xmlns:a16="http://schemas.microsoft.com/office/drawing/2014/main" id="{D59B9AF3-E6D9-3D4C-3858-CD900432E057}"/>
              </a:ext>
            </a:extLst>
          </p:cNvPr>
          <p:cNvGrpSpPr>
            <a:grpSpLocks/>
          </p:cNvGrpSpPr>
          <p:nvPr/>
        </p:nvGrpSpPr>
        <p:grpSpPr bwMode="auto">
          <a:xfrm rot="-5400000">
            <a:off x="4473575" y="4987925"/>
            <a:ext cx="520700" cy="152400"/>
            <a:chOff x="990" y="2694"/>
            <a:chExt cx="328" cy="96"/>
          </a:xfrm>
        </p:grpSpPr>
        <p:sp>
          <p:nvSpPr>
            <p:cNvPr id="413731" name="Oval 35">
              <a:extLst>
                <a:ext uri="{FF2B5EF4-FFF2-40B4-BE49-F238E27FC236}">
                  <a16:creationId xmlns:a16="http://schemas.microsoft.com/office/drawing/2014/main" id="{E47D3B4B-8C80-6EFC-DA56-D1F3412198A8}"/>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3732" name="Oval 36">
              <a:extLst>
                <a:ext uri="{FF2B5EF4-FFF2-40B4-BE49-F238E27FC236}">
                  <a16:creationId xmlns:a16="http://schemas.microsoft.com/office/drawing/2014/main" id="{038E0A78-1FEA-DCB4-32CF-AAC708371DBB}"/>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4517" name="Group 37">
            <a:extLst>
              <a:ext uri="{FF2B5EF4-FFF2-40B4-BE49-F238E27FC236}">
                <a16:creationId xmlns:a16="http://schemas.microsoft.com/office/drawing/2014/main" id="{3909408E-A709-9D05-202B-A3CB7821A6D8}"/>
              </a:ext>
            </a:extLst>
          </p:cNvPr>
          <p:cNvGrpSpPr>
            <a:grpSpLocks/>
          </p:cNvGrpSpPr>
          <p:nvPr/>
        </p:nvGrpSpPr>
        <p:grpSpPr bwMode="auto">
          <a:xfrm rot="-5400000">
            <a:off x="3422650" y="4989513"/>
            <a:ext cx="520700" cy="152400"/>
            <a:chOff x="990" y="2694"/>
            <a:chExt cx="328" cy="96"/>
          </a:xfrm>
        </p:grpSpPr>
        <p:sp>
          <p:nvSpPr>
            <p:cNvPr id="413734" name="Oval 38">
              <a:extLst>
                <a:ext uri="{FF2B5EF4-FFF2-40B4-BE49-F238E27FC236}">
                  <a16:creationId xmlns:a16="http://schemas.microsoft.com/office/drawing/2014/main" id="{DD0BFFB2-EF3F-E3BA-1D2A-1DC590217445}"/>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3735" name="Oval 39">
              <a:extLst>
                <a:ext uri="{FF2B5EF4-FFF2-40B4-BE49-F238E27FC236}">
                  <a16:creationId xmlns:a16="http://schemas.microsoft.com/office/drawing/2014/main" id="{A9D25B37-A375-F9C8-8CF3-E3FCECCF2306}"/>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4518" name="Group 40">
            <a:extLst>
              <a:ext uri="{FF2B5EF4-FFF2-40B4-BE49-F238E27FC236}">
                <a16:creationId xmlns:a16="http://schemas.microsoft.com/office/drawing/2014/main" id="{08FCB2F4-AD38-FBD1-A68F-5298AF72F779}"/>
              </a:ext>
            </a:extLst>
          </p:cNvPr>
          <p:cNvGrpSpPr>
            <a:grpSpLocks/>
          </p:cNvGrpSpPr>
          <p:nvPr/>
        </p:nvGrpSpPr>
        <p:grpSpPr bwMode="auto">
          <a:xfrm>
            <a:off x="2535238" y="4132263"/>
            <a:ext cx="520700" cy="152400"/>
            <a:chOff x="990" y="2694"/>
            <a:chExt cx="328" cy="96"/>
          </a:xfrm>
        </p:grpSpPr>
        <p:sp>
          <p:nvSpPr>
            <p:cNvPr id="413737" name="Oval 41">
              <a:extLst>
                <a:ext uri="{FF2B5EF4-FFF2-40B4-BE49-F238E27FC236}">
                  <a16:creationId xmlns:a16="http://schemas.microsoft.com/office/drawing/2014/main" id="{79C5734E-C561-FFAA-0D06-8F24D83519DB}"/>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3738" name="Oval 42">
              <a:extLst>
                <a:ext uri="{FF2B5EF4-FFF2-40B4-BE49-F238E27FC236}">
                  <a16:creationId xmlns:a16="http://schemas.microsoft.com/office/drawing/2014/main" id="{288687DF-2AC1-0EB1-3D85-2470126C8F1D}"/>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4519" name="Group 43">
            <a:extLst>
              <a:ext uri="{FF2B5EF4-FFF2-40B4-BE49-F238E27FC236}">
                <a16:creationId xmlns:a16="http://schemas.microsoft.com/office/drawing/2014/main" id="{760A09DB-1B14-382F-D1D3-445DF54766E1}"/>
              </a:ext>
            </a:extLst>
          </p:cNvPr>
          <p:cNvGrpSpPr>
            <a:grpSpLocks/>
          </p:cNvGrpSpPr>
          <p:nvPr/>
        </p:nvGrpSpPr>
        <p:grpSpPr bwMode="auto">
          <a:xfrm rot="-5400000">
            <a:off x="2035175" y="3584575"/>
            <a:ext cx="520700" cy="152400"/>
            <a:chOff x="990" y="2694"/>
            <a:chExt cx="328" cy="96"/>
          </a:xfrm>
        </p:grpSpPr>
        <p:sp>
          <p:nvSpPr>
            <p:cNvPr id="413740" name="Oval 44">
              <a:extLst>
                <a:ext uri="{FF2B5EF4-FFF2-40B4-BE49-F238E27FC236}">
                  <a16:creationId xmlns:a16="http://schemas.microsoft.com/office/drawing/2014/main" id="{3C0D405C-B610-759A-7CF9-81CB61D28FD1}"/>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3741" name="Oval 45">
              <a:extLst>
                <a:ext uri="{FF2B5EF4-FFF2-40B4-BE49-F238E27FC236}">
                  <a16:creationId xmlns:a16="http://schemas.microsoft.com/office/drawing/2014/main" id="{6B970093-1DE9-8AE5-F3C5-0199834E2E9A}"/>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4520" name="Group 46">
            <a:extLst>
              <a:ext uri="{FF2B5EF4-FFF2-40B4-BE49-F238E27FC236}">
                <a16:creationId xmlns:a16="http://schemas.microsoft.com/office/drawing/2014/main" id="{D70EB3BA-2374-F269-2638-9D89BD1C9F73}"/>
              </a:ext>
            </a:extLst>
          </p:cNvPr>
          <p:cNvGrpSpPr>
            <a:grpSpLocks/>
          </p:cNvGrpSpPr>
          <p:nvPr/>
        </p:nvGrpSpPr>
        <p:grpSpPr bwMode="auto">
          <a:xfrm>
            <a:off x="2554288" y="2998788"/>
            <a:ext cx="520700" cy="152400"/>
            <a:chOff x="990" y="2694"/>
            <a:chExt cx="328" cy="96"/>
          </a:xfrm>
        </p:grpSpPr>
        <p:sp>
          <p:nvSpPr>
            <p:cNvPr id="413743" name="Oval 47">
              <a:extLst>
                <a:ext uri="{FF2B5EF4-FFF2-40B4-BE49-F238E27FC236}">
                  <a16:creationId xmlns:a16="http://schemas.microsoft.com/office/drawing/2014/main" id="{0C316787-DBD7-4DE2-A74D-2657FA7FC54B}"/>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3744" name="Oval 48">
              <a:extLst>
                <a:ext uri="{FF2B5EF4-FFF2-40B4-BE49-F238E27FC236}">
                  <a16:creationId xmlns:a16="http://schemas.microsoft.com/office/drawing/2014/main" id="{CC86A302-E081-6E5B-A328-2572564362AC}"/>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13745" name="Text Box 49">
            <a:extLst>
              <a:ext uri="{FF2B5EF4-FFF2-40B4-BE49-F238E27FC236}">
                <a16:creationId xmlns:a16="http://schemas.microsoft.com/office/drawing/2014/main" id="{8A15D316-247E-9AFD-3119-EDD3B1770AB2}"/>
              </a:ext>
            </a:extLst>
          </p:cNvPr>
          <p:cNvSpPr txBox="1">
            <a:spLocks noChangeArrowheads="1"/>
          </p:cNvSpPr>
          <p:nvPr/>
        </p:nvSpPr>
        <p:spPr bwMode="auto">
          <a:xfrm>
            <a:off x="5983288" y="4664075"/>
            <a:ext cx="2840037" cy="1160463"/>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8 + 16 = 24 e</a:t>
            </a:r>
            <a:r>
              <a:rPr lang="en-US" sz="2800" baseline="30000">
                <a:solidFill>
                  <a:srgbClr val="FAFD00"/>
                </a:solidFill>
                <a:effectLst>
                  <a:outerShdw blurRad="38100" dist="38100" dir="2700000" algn="tl">
                    <a:srgbClr val="000000"/>
                  </a:outerShdw>
                </a:effectLst>
                <a:latin typeface="Times New Roman" pitchFamily="18" charset="0"/>
                <a:ea typeface="+mn-ea"/>
              </a:rPr>
              <a:t>-</a:t>
            </a:r>
            <a:r>
              <a:rPr lang="en-US" sz="2800">
                <a:solidFill>
                  <a:srgbClr val="FAFD00"/>
                </a:solidFill>
                <a:effectLst>
                  <a:outerShdw blurRad="38100" dist="38100" dir="2700000" algn="tl">
                    <a:srgbClr val="000000"/>
                  </a:outerShdw>
                </a:effectLst>
                <a:latin typeface="Times New Roman" pitchFamily="18" charset="0"/>
                <a:ea typeface="+mn-ea"/>
              </a:rPr>
              <a:t>’s  </a:t>
            </a:r>
          </a:p>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right octet okay</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3746" name="Oval 50">
            <a:extLst>
              <a:ext uri="{FF2B5EF4-FFF2-40B4-BE49-F238E27FC236}">
                <a16:creationId xmlns:a16="http://schemas.microsoft.com/office/drawing/2014/main" id="{A074BECB-6913-C4C8-EE08-D7A8327236BF}"/>
              </a:ext>
            </a:extLst>
          </p:cNvPr>
          <p:cNvSpPr>
            <a:spLocks noChangeArrowheads="1"/>
          </p:cNvSpPr>
          <p:nvPr/>
        </p:nvSpPr>
        <p:spPr bwMode="auto">
          <a:xfrm>
            <a:off x="4732338" y="2822575"/>
            <a:ext cx="1687512" cy="1771650"/>
          </a:xfrm>
          <a:prstGeom prst="ellipse">
            <a:avLst/>
          </a:prstGeom>
          <a:noFill/>
          <a:ln w="28575">
            <a:solidFill>
              <a:schemeClr val="accent2"/>
            </a:solidFill>
            <a:prstDash val="dash"/>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3747" name="Text Box 51">
            <a:extLst>
              <a:ext uri="{FF2B5EF4-FFF2-40B4-BE49-F238E27FC236}">
                <a16:creationId xmlns:a16="http://schemas.microsoft.com/office/drawing/2014/main" id="{DFFB9A28-DE00-CB4D-5372-838771169880}"/>
              </a:ext>
            </a:extLst>
          </p:cNvPr>
          <p:cNvSpPr txBox="1">
            <a:spLocks noChangeArrowheads="1"/>
          </p:cNvSpPr>
          <p:nvPr/>
        </p:nvSpPr>
        <p:spPr bwMode="auto">
          <a:xfrm>
            <a:off x="592138" y="5667375"/>
            <a:ext cx="1236662"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36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a:extLst>
              <a:ext uri="{FF2B5EF4-FFF2-40B4-BE49-F238E27FC236}">
                <a16:creationId xmlns:a16="http://schemas.microsoft.com/office/drawing/2014/main" id="{372EAD00-09E5-8CB7-FA71-C7D05B827324}"/>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14723" name="Rectangle 3">
            <a:extLst>
              <a:ext uri="{FF2B5EF4-FFF2-40B4-BE49-F238E27FC236}">
                <a16:creationId xmlns:a16="http://schemas.microsoft.com/office/drawing/2014/main" id="{5CB1D264-773A-A92D-1644-93E1B5C47C92}"/>
              </a:ext>
            </a:extLst>
          </p:cNvPr>
          <p:cNvSpPr>
            <a:spLocks noChangeArrowheads="1"/>
          </p:cNvSpPr>
          <p:nvPr/>
        </p:nvSpPr>
        <p:spPr bwMode="auto">
          <a:xfrm>
            <a:off x="1306513" y="1116013"/>
            <a:ext cx="6732587"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3a.  Check to see how many e</a:t>
            </a:r>
            <a:r>
              <a:rPr lang="en-US" baseline="30000">
                <a:solidFill>
                  <a:srgbClr val="FFFFFF"/>
                </a:solidFill>
                <a:effectLst>
                  <a:outerShdw blurRad="38100" dist="38100" dir="2700000" algn="tl">
                    <a:srgbClr val="000000"/>
                  </a:outerShdw>
                </a:effectLst>
                <a:latin typeface="Times New Roman" pitchFamily="18" charset="0"/>
                <a:ea typeface="+mn-ea"/>
              </a:rPr>
              <a:t>-</a:t>
            </a:r>
            <a:r>
              <a:rPr lang="en-US">
                <a:solidFill>
                  <a:srgbClr val="FFFFFF"/>
                </a:solidFill>
                <a:effectLst>
                  <a:outerShdw blurRad="38100" dist="38100" dir="2700000" algn="tl">
                    <a:srgbClr val="000000"/>
                  </a:outerShdw>
                </a:effectLst>
                <a:latin typeface="Times New Roman" pitchFamily="18" charset="0"/>
                <a:ea typeface="+mn-ea"/>
              </a:rPr>
              <a:t>’s are left and all octets</a:t>
            </a:r>
          </a:p>
        </p:txBody>
      </p:sp>
      <p:sp>
        <p:nvSpPr>
          <p:cNvPr id="414724" name="Text Box 4">
            <a:extLst>
              <a:ext uri="{FF2B5EF4-FFF2-40B4-BE49-F238E27FC236}">
                <a16:creationId xmlns:a16="http://schemas.microsoft.com/office/drawing/2014/main" id="{C4C8AD86-FE80-6D50-17C5-A19E00309DFE}"/>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14725" name="Text Box 5">
            <a:extLst>
              <a:ext uri="{FF2B5EF4-FFF2-40B4-BE49-F238E27FC236}">
                <a16:creationId xmlns:a16="http://schemas.microsoft.com/office/drawing/2014/main" id="{76E9383B-0A1C-B42F-6446-C561F2838BB6}"/>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4726" name="Text Box 6">
            <a:extLst>
              <a:ext uri="{FF2B5EF4-FFF2-40B4-BE49-F238E27FC236}">
                <a16:creationId xmlns:a16="http://schemas.microsoft.com/office/drawing/2014/main" id="{AF9A5619-C8DF-4E31-27C3-EE8DA278C4E2}"/>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4727" name="Line 7">
            <a:extLst>
              <a:ext uri="{FF2B5EF4-FFF2-40B4-BE49-F238E27FC236}">
                <a16:creationId xmlns:a16="http://schemas.microsoft.com/office/drawing/2014/main" id="{F159BAC8-18DB-B901-8EF6-3AC3D7F69888}"/>
              </a:ext>
            </a:extLst>
          </p:cNvPr>
          <p:cNvSpPr>
            <a:spLocks noChangeShapeType="1"/>
          </p:cNvSpPr>
          <p:nvPr/>
        </p:nvSpPr>
        <p:spPr bwMode="auto">
          <a:xfrm>
            <a:off x="3309938" y="3694113"/>
            <a:ext cx="433387"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4728" name="Line 8">
            <a:extLst>
              <a:ext uri="{FF2B5EF4-FFF2-40B4-BE49-F238E27FC236}">
                <a16:creationId xmlns:a16="http://schemas.microsoft.com/office/drawing/2014/main" id="{D4307FF8-92DE-4D86-196E-C0697A598937}"/>
              </a:ext>
            </a:extLst>
          </p:cNvPr>
          <p:cNvSpPr>
            <a:spLocks noChangeShapeType="1"/>
          </p:cNvSpPr>
          <p:nvPr/>
        </p:nvSpPr>
        <p:spPr bwMode="auto">
          <a:xfrm>
            <a:off x="4799013" y="3695700"/>
            <a:ext cx="434975"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4729" name="Text Box 9">
            <a:extLst>
              <a:ext uri="{FF2B5EF4-FFF2-40B4-BE49-F238E27FC236}">
                <a16:creationId xmlns:a16="http://schemas.microsoft.com/office/drawing/2014/main" id="{29F415DE-93D6-1558-6783-15677B4B20BB}"/>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4730" name="Line 10">
            <a:extLst>
              <a:ext uri="{FF2B5EF4-FFF2-40B4-BE49-F238E27FC236}">
                <a16:creationId xmlns:a16="http://schemas.microsoft.com/office/drawing/2014/main" id="{A0CFCDF4-4A6F-CE53-A562-C5CC78265FA9}"/>
              </a:ext>
            </a:extLst>
          </p:cNvPr>
          <p:cNvSpPr>
            <a:spLocks noChangeShapeType="1"/>
          </p:cNvSpPr>
          <p:nvPr/>
        </p:nvSpPr>
        <p:spPr bwMode="auto">
          <a:xfrm flipV="1">
            <a:off x="4227513" y="2874963"/>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4731" name="Line 11">
            <a:extLst>
              <a:ext uri="{FF2B5EF4-FFF2-40B4-BE49-F238E27FC236}">
                <a16:creationId xmlns:a16="http://schemas.microsoft.com/office/drawing/2014/main" id="{E3B30B96-513D-A17D-0726-4A331D0BD8D9}"/>
              </a:ext>
            </a:extLst>
          </p:cNvPr>
          <p:cNvSpPr>
            <a:spLocks noChangeShapeType="1"/>
          </p:cNvSpPr>
          <p:nvPr/>
        </p:nvSpPr>
        <p:spPr bwMode="auto">
          <a:xfrm flipV="1">
            <a:off x="4213225" y="4214813"/>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4732" name="Text Box 12">
            <a:extLst>
              <a:ext uri="{FF2B5EF4-FFF2-40B4-BE49-F238E27FC236}">
                <a16:creationId xmlns:a16="http://schemas.microsoft.com/office/drawing/2014/main" id="{232AA72A-DE36-F59E-FBA8-16BBA71F6F45}"/>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grpSp>
        <p:nvGrpSpPr>
          <p:cNvPr id="236557" name="Group 13">
            <a:extLst>
              <a:ext uri="{FF2B5EF4-FFF2-40B4-BE49-F238E27FC236}">
                <a16:creationId xmlns:a16="http://schemas.microsoft.com/office/drawing/2014/main" id="{1B49C70E-988E-4858-B8C5-64BA7E61E9BC}"/>
              </a:ext>
            </a:extLst>
          </p:cNvPr>
          <p:cNvGrpSpPr>
            <a:grpSpLocks/>
          </p:cNvGrpSpPr>
          <p:nvPr/>
        </p:nvGrpSpPr>
        <p:grpSpPr bwMode="auto">
          <a:xfrm>
            <a:off x="5324475" y="4181475"/>
            <a:ext cx="520700" cy="152400"/>
            <a:chOff x="990" y="2694"/>
            <a:chExt cx="328" cy="96"/>
          </a:xfrm>
        </p:grpSpPr>
        <p:sp>
          <p:nvSpPr>
            <p:cNvPr id="414734" name="Oval 14">
              <a:extLst>
                <a:ext uri="{FF2B5EF4-FFF2-40B4-BE49-F238E27FC236}">
                  <a16:creationId xmlns:a16="http://schemas.microsoft.com/office/drawing/2014/main" id="{59E39B75-33C6-31A9-1611-CB230181EC08}"/>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4735" name="Oval 15">
              <a:extLst>
                <a:ext uri="{FF2B5EF4-FFF2-40B4-BE49-F238E27FC236}">
                  <a16:creationId xmlns:a16="http://schemas.microsoft.com/office/drawing/2014/main" id="{90D25550-E77D-56DA-9041-7CEFFC4CF649}"/>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6558" name="Group 16">
            <a:extLst>
              <a:ext uri="{FF2B5EF4-FFF2-40B4-BE49-F238E27FC236}">
                <a16:creationId xmlns:a16="http://schemas.microsoft.com/office/drawing/2014/main" id="{F17EA813-DCD7-F2FB-9A2D-4291946AD7C5}"/>
              </a:ext>
            </a:extLst>
          </p:cNvPr>
          <p:cNvGrpSpPr>
            <a:grpSpLocks/>
          </p:cNvGrpSpPr>
          <p:nvPr/>
        </p:nvGrpSpPr>
        <p:grpSpPr bwMode="auto">
          <a:xfrm rot="-5400000">
            <a:off x="5922963" y="3660775"/>
            <a:ext cx="520700" cy="152400"/>
            <a:chOff x="990" y="2694"/>
            <a:chExt cx="328" cy="96"/>
          </a:xfrm>
        </p:grpSpPr>
        <p:sp>
          <p:nvSpPr>
            <p:cNvPr id="414737" name="Oval 17">
              <a:extLst>
                <a:ext uri="{FF2B5EF4-FFF2-40B4-BE49-F238E27FC236}">
                  <a16:creationId xmlns:a16="http://schemas.microsoft.com/office/drawing/2014/main" id="{DC249615-D700-E8C9-6CF1-93B13B184422}"/>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4738" name="Oval 18">
              <a:extLst>
                <a:ext uri="{FF2B5EF4-FFF2-40B4-BE49-F238E27FC236}">
                  <a16:creationId xmlns:a16="http://schemas.microsoft.com/office/drawing/2014/main" id="{234A9624-0C96-312B-1478-D8B0E248CE90}"/>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6559" name="Group 19">
            <a:extLst>
              <a:ext uri="{FF2B5EF4-FFF2-40B4-BE49-F238E27FC236}">
                <a16:creationId xmlns:a16="http://schemas.microsoft.com/office/drawing/2014/main" id="{3762BFC7-A49A-65D7-D95C-AF3634D3BA56}"/>
              </a:ext>
            </a:extLst>
          </p:cNvPr>
          <p:cNvGrpSpPr>
            <a:grpSpLocks/>
          </p:cNvGrpSpPr>
          <p:nvPr/>
        </p:nvGrpSpPr>
        <p:grpSpPr bwMode="auto">
          <a:xfrm>
            <a:off x="5326063" y="3063875"/>
            <a:ext cx="520700" cy="152400"/>
            <a:chOff x="990" y="2694"/>
            <a:chExt cx="328" cy="96"/>
          </a:xfrm>
        </p:grpSpPr>
        <p:sp>
          <p:nvSpPr>
            <p:cNvPr id="414740" name="Oval 20">
              <a:extLst>
                <a:ext uri="{FF2B5EF4-FFF2-40B4-BE49-F238E27FC236}">
                  <a16:creationId xmlns:a16="http://schemas.microsoft.com/office/drawing/2014/main" id="{2FEC6C8D-5C14-D6F5-9AAB-7203993E72E7}"/>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4741" name="Oval 21">
              <a:extLst>
                <a:ext uri="{FF2B5EF4-FFF2-40B4-BE49-F238E27FC236}">
                  <a16:creationId xmlns:a16="http://schemas.microsoft.com/office/drawing/2014/main" id="{6382C7F1-D65A-444F-9287-00446588D6B1}"/>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6560" name="Group 22">
            <a:extLst>
              <a:ext uri="{FF2B5EF4-FFF2-40B4-BE49-F238E27FC236}">
                <a16:creationId xmlns:a16="http://schemas.microsoft.com/office/drawing/2014/main" id="{5F3125C2-A2A2-4711-C82B-BF58443B0293}"/>
              </a:ext>
            </a:extLst>
          </p:cNvPr>
          <p:cNvGrpSpPr>
            <a:grpSpLocks/>
          </p:cNvGrpSpPr>
          <p:nvPr/>
        </p:nvGrpSpPr>
        <p:grpSpPr bwMode="auto">
          <a:xfrm>
            <a:off x="3986213" y="1811338"/>
            <a:ext cx="520700" cy="152400"/>
            <a:chOff x="990" y="2694"/>
            <a:chExt cx="328" cy="96"/>
          </a:xfrm>
        </p:grpSpPr>
        <p:sp>
          <p:nvSpPr>
            <p:cNvPr id="414743" name="Oval 23">
              <a:extLst>
                <a:ext uri="{FF2B5EF4-FFF2-40B4-BE49-F238E27FC236}">
                  <a16:creationId xmlns:a16="http://schemas.microsoft.com/office/drawing/2014/main" id="{AC2D0053-873C-3C9B-6CB9-69AA9AC85656}"/>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4744" name="Oval 24">
              <a:extLst>
                <a:ext uri="{FF2B5EF4-FFF2-40B4-BE49-F238E27FC236}">
                  <a16:creationId xmlns:a16="http://schemas.microsoft.com/office/drawing/2014/main" id="{98733FDF-C1E1-92D9-25A8-C53BD2AACF3A}"/>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6561" name="Group 25">
            <a:extLst>
              <a:ext uri="{FF2B5EF4-FFF2-40B4-BE49-F238E27FC236}">
                <a16:creationId xmlns:a16="http://schemas.microsoft.com/office/drawing/2014/main" id="{0D60F20A-0388-DBE4-A0F1-B561F7000D6D}"/>
              </a:ext>
            </a:extLst>
          </p:cNvPr>
          <p:cNvGrpSpPr>
            <a:grpSpLocks/>
          </p:cNvGrpSpPr>
          <p:nvPr/>
        </p:nvGrpSpPr>
        <p:grpSpPr bwMode="auto">
          <a:xfrm rot="-5400000">
            <a:off x="4521200" y="2344738"/>
            <a:ext cx="520700" cy="152400"/>
            <a:chOff x="990" y="2694"/>
            <a:chExt cx="328" cy="96"/>
          </a:xfrm>
        </p:grpSpPr>
        <p:sp>
          <p:nvSpPr>
            <p:cNvPr id="414746" name="Oval 26">
              <a:extLst>
                <a:ext uri="{FF2B5EF4-FFF2-40B4-BE49-F238E27FC236}">
                  <a16:creationId xmlns:a16="http://schemas.microsoft.com/office/drawing/2014/main" id="{20583B40-1BFC-12BD-BDAF-384FDAF10CF7}"/>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4747" name="Oval 27">
              <a:extLst>
                <a:ext uri="{FF2B5EF4-FFF2-40B4-BE49-F238E27FC236}">
                  <a16:creationId xmlns:a16="http://schemas.microsoft.com/office/drawing/2014/main" id="{8FE7D5A2-0C3F-7D79-C564-BDFC4C9DA276}"/>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6562" name="Group 28">
            <a:extLst>
              <a:ext uri="{FF2B5EF4-FFF2-40B4-BE49-F238E27FC236}">
                <a16:creationId xmlns:a16="http://schemas.microsoft.com/office/drawing/2014/main" id="{8152586C-E934-E443-4D0A-8678D05A80D9}"/>
              </a:ext>
            </a:extLst>
          </p:cNvPr>
          <p:cNvGrpSpPr>
            <a:grpSpLocks/>
          </p:cNvGrpSpPr>
          <p:nvPr/>
        </p:nvGrpSpPr>
        <p:grpSpPr bwMode="auto">
          <a:xfrm rot="-5400000">
            <a:off x="3470275" y="2363788"/>
            <a:ext cx="520700" cy="152400"/>
            <a:chOff x="990" y="2694"/>
            <a:chExt cx="328" cy="96"/>
          </a:xfrm>
        </p:grpSpPr>
        <p:sp>
          <p:nvSpPr>
            <p:cNvPr id="414749" name="Oval 29">
              <a:extLst>
                <a:ext uri="{FF2B5EF4-FFF2-40B4-BE49-F238E27FC236}">
                  <a16:creationId xmlns:a16="http://schemas.microsoft.com/office/drawing/2014/main" id="{62AA9A0F-A25B-42D3-643C-BCA22738EAEF}"/>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4750" name="Oval 30">
              <a:extLst>
                <a:ext uri="{FF2B5EF4-FFF2-40B4-BE49-F238E27FC236}">
                  <a16:creationId xmlns:a16="http://schemas.microsoft.com/office/drawing/2014/main" id="{CD71CD95-E6D2-FFCA-A234-F448828E51A0}"/>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6563" name="Group 31">
            <a:extLst>
              <a:ext uri="{FF2B5EF4-FFF2-40B4-BE49-F238E27FC236}">
                <a16:creationId xmlns:a16="http://schemas.microsoft.com/office/drawing/2014/main" id="{E26A4FBA-39F4-AB79-7001-DC7A12A988CA}"/>
              </a:ext>
            </a:extLst>
          </p:cNvPr>
          <p:cNvGrpSpPr>
            <a:grpSpLocks/>
          </p:cNvGrpSpPr>
          <p:nvPr/>
        </p:nvGrpSpPr>
        <p:grpSpPr bwMode="auto">
          <a:xfrm>
            <a:off x="3921125" y="5524500"/>
            <a:ext cx="520700" cy="152400"/>
            <a:chOff x="990" y="2694"/>
            <a:chExt cx="328" cy="96"/>
          </a:xfrm>
        </p:grpSpPr>
        <p:sp>
          <p:nvSpPr>
            <p:cNvPr id="414752" name="Oval 32">
              <a:extLst>
                <a:ext uri="{FF2B5EF4-FFF2-40B4-BE49-F238E27FC236}">
                  <a16:creationId xmlns:a16="http://schemas.microsoft.com/office/drawing/2014/main" id="{FC01B460-795D-C700-D1EC-F22F6D2E6AB8}"/>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4753" name="Oval 33">
              <a:extLst>
                <a:ext uri="{FF2B5EF4-FFF2-40B4-BE49-F238E27FC236}">
                  <a16:creationId xmlns:a16="http://schemas.microsoft.com/office/drawing/2014/main" id="{AC4EF1C5-DB4E-730A-8061-6C7EF76F55CE}"/>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6564" name="Group 34">
            <a:extLst>
              <a:ext uri="{FF2B5EF4-FFF2-40B4-BE49-F238E27FC236}">
                <a16:creationId xmlns:a16="http://schemas.microsoft.com/office/drawing/2014/main" id="{EF631F50-0F12-54A1-FCCC-8CA14CD9196F}"/>
              </a:ext>
            </a:extLst>
          </p:cNvPr>
          <p:cNvGrpSpPr>
            <a:grpSpLocks/>
          </p:cNvGrpSpPr>
          <p:nvPr/>
        </p:nvGrpSpPr>
        <p:grpSpPr bwMode="auto">
          <a:xfrm rot="-5400000">
            <a:off x="4473575" y="4987925"/>
            <a:ext cx="520700" cy="152400"/>
            <a:chOff x="990" y="2694"/>
            <a:chExt cx="328" cy="96"/>
          </a:xfrm>
        </p:grpSpPr>
        <p:sp>
          <p:nvSpPr>
            <p:cNvPr id="414755" name="Oval 35">
              <a:extLst>
                <a:ext uri="{FF2B5EF4-FFF2-40B4-BE49-F238E27FC236}">
                  <a16:creationId xmlns:a16="http://schemas.microsoft.com/office/drawing/2014/main" id="{C116D458-62D2-7358-F693-C6CE262E7DEF}"/>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4756" name="Oval 36">
              <a:extLst>
                <a:ext uri="{FF2B5EF4-FFF2-40B4-BE49-F238E27FC236}">
                  <a16:creationId xmlns:a16="http://schemas.microsoft.com/office/drawing/2014/main" id="{DFF4022D-913A-5878-F85C-3A05C2634097}"/>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6565" name="Group 37">
            <a:extLst>
              <a:ext uri="{FF2B5EF4-FFF2-40B4-BE49-F238E27FC236}">
                <a16:creationId xmlns:a16="http://schemas.microsoft.com/office/drawing/2014/main" id="{53EEBCAB-D013-203B-F473-4497D2F2DB2C}"/>
              </a:ext>
            </a:extLst>
          </p:cNvPr>
          <p:cNvGrpSpPr>
            <a:grpSpLocks/>
          </p:cNvGrpSpPr>
          <p:nvPr/>
        </p:nvGrpSpPr>
        <p:grpSpPr bwMode="auto">
          <a:xfrm rot="-5400000">
            <a:off x="3422650" y="4989513"/>
            <a:ext cx="520700" cy="152400"/>
            <a:chOff x="990" y="2694"/>
            <a:chExt cx="328" cy="96"/>
          </a:xfrm>
        </p:grpSpPr>
        <p:sp>
          <p:nvSpPr>
            <p:cNvPr id="414758" name="Oval 38">
              <a:extLst>
                <a:ext uri="{FF2B5EF4-FFF2-40B4-BE49-F238E27FC236}">
                  <a16:creationId xmlns:a16="http://schemas.microsoft.com/office/drawing/2014/main" id="{797A79D9-AD69-7DFB-AD33-0B17F098B142}"/>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4759" name="Oval 39">
              <a:extLst>
                <a:ext uri="{FF2B5EF4-FFF2-40B4-BE49-F238E27FC236}">
                  <a16:creationId xmlns:a16="http://schemas.microsoft.com/office/drawing/2014/main" id="{3F11004E-F5C5-EBE1-EA43-7A77F88CD46B}"/>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6566" name="Group 40">
            <a:extLst>
              <a:ext uri="{FF2B5EF4-FFF2-40B4-BE49-F238E27FC236}">
                <a16:creationId xmlns:a16="http://schemas.microsoft.com/office/drawing/2014/main" id="{31E2376F-9603-6E18-3D6F-3AB585A78D48}"/>
              </a:ext>
            </a:extLst>
          </p:cNvPr>
          <p:cNvGrpSpPr>
            <a:grpSpLocks/>
          </p:cNvGrpSpPr>
          <p:nvPr/>
        </p:nvGrpSpPr>
        <p:grpSpPr bwMode="auto">
          <a:xfrm>
            <a:off x="2535238" y="4132263"/>
            <a:ext cx="520700" cy="152400"/>
            <a:chOff x="990" y="2694"/>
            <a:chExt cx="328" cy="96"/>
          </a:xfrm>
        </p:grpSpPr>
        <p:sp>
          <p:nvSpPr>
            <p:cNvPr id="414761" name="Oval 41">
              <a:extLst>
                <a:ext uri="{FF2B5EF4-FFF2-40B4-BE49-F238E27FC236}">
                  <a16:creationId xmlns:a16="http://schemas.microsoft.com/office/drawing/2014/main" id="{737E4BD9-B961-9A69-373B-8FFE115AB1DA}"/>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4762" name="Oval 42">
              <a:extLst>
                <a:ext uri="{FF2B5EF4-FFF2-40B4-BE49-F238E27FC236}">
                  <a16:creationId xmlns:a16="http://schemas.microsoft.com/office/drawing/2014/main" id="{A0B254AB-8387-70BB-0339-CA86AD8C7C6B}"/>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6567" name="Group 43">
            <a:extLst>
              <a:ext uri="{FF2B5EF4-FFF2-40B4-BE49-F238E27FC236}">
                <a16:creationId xmlns:a16="http://schemas.microsoft.com/office/drawing/2014/main" id="{AC313EC0-8ED5-B144-D887-E88A4B4F36E6}"/>
              </a:ext>
            </a:extLst>
          </p:cNvPr>
          <p:cNvGrpSpPr>
            <a:grpSpLocks/>
          </p:cNvGrpSpPr>
          <p:nvPr/>
        </p:nvGrpSpPr>
        <p:grpSpPr bwMode="auto">
          <a:xfrm rot="-5400000">
            <a:off x="2035175" y="3584575"/>
            <a:ext cx="520700" cy="152400"/>
            <a:chOff x="990" y="2694"/>
            <a:chExt cx="328" cy="96"/>
          </a:xfrm>
        </p:grpSpPr>
        <p:sp>
          <p:nvSpPr>
            <p:cNvPr id="414764" name="Oval 44">
              <a:extLst>
                <a:ext uri="{FF2B5EF4-FFF2-40B4-BE49-F238E27FC236}">
                  <a16:creationId xmlns:a16="http://schemas.microsoft.com/office/drawing/2014/main" id="{8252B63F-1FBA-4942-DA14-5D2DB56BE6C8}"/>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4765" name="Oval 45">
              <a:extLst>
                <a:ext uri="{FF2B5EF4-FFF2-40B4-BE49-F238E27FC236}">
                  <a16:creationId xmlns:a16="http://schemas.microsoft.com/office/drawing/2014/main" id="{92F72D3F-474E-C17A-5617-2EACEF34E1FB}"/>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6568" name="Group 46">
            <a:extLst>
              <a:ext uri="{FF2B5EF4-FFF2-40B4-BE49-F238E27FC236}">
                <a16:creationId xmlns:a16="http://schemas.microsoft.com/office/drawing/2014/main" id="{57790B2A-BEFF-FE76-C023-30F5EDBC714B}"/>
              </a:ext>
            </a:extLst>
          </p:cNvPr>
          <p:cNvGrpSpPr>
            <a:grpSpLocks/>
          </p:cNvGrpSpPr>
          <p:nvPr/>
        </p:nvGrpSpPr>
        <p:grpSpPr bwMode="auto">
          <a:xfrm>
            <a:off x="2554288" y="2998788"/>
            <a:ext cx="520700" cy="152400"/>
            <a:chOff x="990" y="2694"/>
            <a:chExt cx="328" cy="96"/>
          </a:xfrm>
        </p:grpSpPr>
        <p:sp>
          <p:nvSpPr>
            <p:cNvPr id="414767" name="Oval 47">
              <a:extLst>
                <a:ext uri="{FF2B5EF4-FFF2-40B4-BE49-F238E27FC236}">
                  <a16:creationId xmlns:a16="http://schemas.microsoft.com/office/drawing/2014/main" id="{8740BC72-3529-B9D3-9A78-260314FDB118}"/>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4768" name="Oval 48">
              <a:extLst>
                <a:ext uri="{FF2B5EF4-FFF2-40B4-BE49-F238E27FC236}">
                  <a16:creationId xmlns:a16="http://schemas.microsoft.com/office/drawing/2014/main" id="{EA8DD2D9-247D-5DD5-4E0E-FA4B00D34E89}"/>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14769" name="Text Box 49">
            <a:extLst>
              <a:ext uri="{FF2B5EF4-FFF2-40B4-BE49-F238E27FC236}">
                <a16:creationId xmlns:a16="http://schemas.microsoft.com/office/drawing/2014/main" id="{8C85DE57-3D94-53F0-F78E-41300C339872}"/>
              </a:ext>
            </a:extLst>
          </p:cNvPr>
          <p:cNvSpPr txBox="1">
            <a:spLocks noChangeArrowheads="1"/>
          </p:cNvSpPr>
          <p:nvPr/>
        </p:nvSpPr>
        <p:spPr bwMode="auto">
          <a:xfrm>
            <a:off x="5983288" y="4664075"/>
            <a:ext cx="2840037" cy="1160463"/>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8 + 24 = 32 e</a:t>
            </a:r>
            <a:r>
              <a:rPr lang="en-US" sz="2800" baseline="30000">
                <a:solidFill>
                  <a:srgbClr val="FAFD00"/>
                </a:solidFill>
                <a:effectLst>
                  <a:outerShdw blurRad="38100" dist="38100" dir="2700000" algn="tl">
                    <a:srgbClr val="000000"/>
                  </a:outerShdw>
                </a:effectLst>
                <a:latin typeface="Times New Roman" pitchFamily="18" charset="0"/>
                <a:ea typeface="+mn-ea"/>
              </a:rPr>
              <a:t>-</a:t>
            </a:r>
            <a:r>
              <a:rPr lang="en-US" sz="2800">
                <a:solidFill>
                  <a:srgbClr val="FAFD00"/>
                </a:solidFill>
                <a:effectLst>
                  <a:outerShdw blurRad="38100" dist="38100" dir="2700000" algn="tl">
                    <a:srgbClr val="000000"/>
                  </a:outerShdw>
                </a:effectLst>
                <a:latin typeface="Times New Roman" pitchFamily="18" charset="0"/>
                <a:ea typeface="+mn-ea"/>
              </a:rPr>
              <a:t>’s  </a:t>
            </a:r>
          </a:p>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top octet okay</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4770" name="Oval 50">
            <a:extLst>
              <a:ext uri="{FF2B5EF4-FFF2-40B4-BE49-F238E27FC236}">
                <a16:creationId xmlns:a16="http://schemas.microsoft.com/office/drawing/2014/main" id="{C0E35BE8-A79A-1720-3738-14991072FC92}"/>
              </a:ext>
            </a:extLst>
          </p:cNvPr>
          <p:cNvSpPr>
            <a:spLocks noChangeArrowheads="1"/>
          </p:cNvSpPr>
          <p:nvPr/>
        </p:nvSpPr>
        <p:spPr bwMode="auto">
          <a:xfrm>
            <a:off x="3360738" y="1570038"/>
            <a:ext cx="1687512" cy="1771650"/>
          </a:xfrm>
          <a:prstGeom prst="ellipse">
            <a:avLst/>
          </a:prstGeom>
          <a:noFill/>
          <a:ln w="28575">
            <a:solidFill>
              <a:schemeClr val="accent2"/>
            </a:solidFill>
            <a:prstDash val="dash"/>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4771" name="Text Box 51">
            <a:extLst>
              <a:ext uri="{FF2B5EF4-FFF2-40B4-BE49-F238E27FC236}">
                <a16:creationId xmlns:a16="http://schemas.microsoft.com/office/drawing/2014/main" id="{B6E71FB3-62E8-A34F-A2E4-D6A170543FCB}"/>
              </a:ext>
            </a:extLst>
          </p:cNvPr>
          <p:cNvSpPr txBox="1">
            <a:spLocks noChangeArrowheads="1"/>
          </p:cNvSpPr>
          <p:nvPr/>
        </p:nvSpPr>
        <p:spPr bwMode="auto">
          <a:xfrm>
            <a:off x="592138" y="5667375"/>
            <a:ext cx="1236662"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36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a:extLst>
              <a:ext uri="{FF2B5EF4-FFF2-40B4-BE49-F238E27FC236}">
                <a16:creationId xmlns:a16="http://schemas.microsoft.com/office/drawing/2014/main" id="{43F8D0AA-A66A-4CC3-E848-994322938800}"/>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15747" name="Rectangle 3">
            <a:extLst>
              <a:ext uri="{FF2B5EF4-FFF2-40B4-BE49-F238E27FC236}">
                <a16:creationId xmlns:a16="http://schemas.microsoft.com/office/drawing/2014/main" id="{691BE8DF-00F2-6BE3-7B78-1D7948A5D83C}"/>
              </a:ext>
            </a:extLst>
          </p:cNvPr>
          <p:cNvSpPr>
            <a:spLocks noChangeArrowheads="1"/>
          </p:cNvSpPr>
          <p:nvPr/>
        </p:nvSpPr>
        <p:spPr bwMode="auto">
          <a:xfrm>
            <a:off x="1306513" y="1116013"/>
            <a:ext cx="6732587"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3a.  Check to see how many e</a:t>
            </a:r>
            <a:r>
              <a:rPr lang="en-US" baseline="30000">
                <a:solidFill>
                  <a:srgbClr val="FFFFFF"/>
                </a:solidFill>
                <a:effectLst>
                  <a:outerShdw blurRad="38100" dist="38100" dir="2700000" algn="tl">
                    <a:srgbClr val="000000"/>
                  </a:outerShdw>
                </a:effectLst>
                <a:latin typeface="Times New Roman" pitchFamily="18" charset="0"/>
                <a:ea typeface="+mn-ea"/>
              </a:rPr>
              <a:t>-</a:t>
            </a:r>
            <a:r>
              <a:rPr lang="en-US">
                <a:solidFill>
                  <a:srgbClr val="FFFFFF"/>
                </a:solidFill>
                <a:effectLst>
                  <a:outerShdw blurRad="38100" dist="38100" dir="2700000" algn="tl">
                    <a:srgbClr val="000000"/>
                  </a:outerShdw>
                </a:effectLst>
                <a:latin typeface="Times New Roman" pitchFamily="18" charset="0"/>
                <a:ea typeface="+mn-ea"/>
              </a:rPr>
              <a:t>’s are left and all octets</a:t>
            </a:r>
          </a:p>
        </p:txBody>
      </p:sp>
      <p:sp>
        <p:nvSpPr>
          <p:cNvPr id="415748" name="Text Box 4">
            <a:extLst>
              <a:ext uri="{FF2B5EF4-FFF2-40B4-BE49-F238E27FC236}">
                <a16:creationId xmlns:a16="http://schemas.microsoft.com/office/drawing/2014/main" id="{7A7A5168-61A9-3D99-3F99-B17EB00039AB}"/>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15749" name="Text Box 5">
            <a:extLst>
              <a:ext uri="{FF2B5EF4-FFF2-40B4-BE49-F238E27FC236}">
                <a16:creationId xmlns:a16="http://schemas.microsoft.com/office/drawing/2014/main" id="{7863B345-DE37-80E6-D203-55CF344A34FE}"/>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5750" name="Text Box 6">
            <a:extLst>
              <a:ext uri="{FF2B5EF4-FFF2-40B4-BE49-F238E27FC236}">
                <a16:creationId xmlns:a16="http://schemas.microsoft.com/office/drawing/2014/main" id="{F6E35EA3-14E7-6B5D-A109-BB628FDA16D7}"/>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5751" name="Line 7">
            <a:extLst>
              <a:ext uri="{FF2B5EF4-FFF2-40B4-BE49-F238E27FC236}">
                <a16:creationId xmlns:a16="http://schemas.microsoft.com/office/drawing/2014/main" id="{246914EB-95E4-0645-BD8A-1ECCF355E942}"/>
              </a:ext>
            </a:extLst>
          </p:cNvPr>
          <p:cNvSpPr>
            <a:spLocks noChangeShapeType="1"/>
          </p:cNvSpPr>
          <p:nvPr/>
        </p:nvSpPr>
        <p:spPr bwMode="auto">
          <a:xfrm>
            <a:off x="3309938" y="3694113"/>
            <a:ext cx="433387"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5752" name="Line 8">
            <a:extLst>
              <a:ext uri="{FF2B5EF4-FFF2-40B4-BE49-F238E27FC236}">
                <a16:creationId xmlns:a16="http://schemas.microsoft.com/office/drawing/2014/main" id="{9B981474-E241-9595-0B2C-9FAFE7755AAD}"/>
              </a:ext>
            </a:extLst>
          </p:cNvPr>
          <p:cNvSpPr>
            <a:spLocks noChangeShapeType="1"/>
          </p:cNvSpPr>
          <p:nvPr/>
        </p:nvSpPr>
        <p:spPr bwMode="auto">
          <a:xfrm>
            <a:off x="4799013" y="3695700"/>
            <a:ext cx="434975"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5753" name="Text Box 9">
            <a:extLst>
              <a:ext uri="{FF2B5EF4-FFF2-40B4-BE49-F238E27FC236}">
                <a16:creationId xmlns:a16="http://schemas.microsoft.com/office/drawing/2014/main" id="{55FF9479-B15A-99B6-FE73-DF66D06EF6C9}"/>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5754" name="Line 10">
            <a:extLst>
              <a:ext uri="{FF2B5EF4-FFF2-40B4-BE49-F238E27FC236}">
                <a16:creationId xmlns:a16="http://schemas.microsoft.com/office/drawing/2014/main" id="{8281A72F-A14C-0040-E66F-C85A95D8CCAC}"/>
              </a:ext>
            </a:extLst>
          </p:cNvPr>
          <p:cNvSpPr>
            <a:spLocks noChangeShapeType="1"/>
          </p:cNvSpPr>
          <p:nvPr/>
        </p:nvSpPr>
        <p:spPr bwMode="auto">
          <a:xfrm flipV="1">
            <a:off x="4227513" y="2874963"/>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5755" name="Line 11">
            <a:extLst>
              <a:ext uri="{FF2B5EF4-FFF2-40B4-BE49-F238E27FC236}">
                <a16:creationId xmlns:a16="http://schemas.microsoft.com/office/drawing/2014/main" id="{DCE9BA3B-53F3-860C-4B04-0BAB5E056FA9}"/>
              </a:ext>
            </a:extLst>
          </p:cNvPr>
          <p:cNvSpPr>
            <a:spLocks noChangeShapeType="1"/>
          </p:cNvSpPr>
          <p:nvPr/>
        </p:nvSpPr>
        <p:spPr bwMode="auto">
          <a:xfrm flipV="1">
            <a:off x="4213225" y="4214813"/>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5756" name="Text Box 12">
            <a:extLst>
              <a:ext uri="{FF2B5EF4-FFF2-40B4-BE49-F238E27FC236}">
                <a16:creationId xmlns:a16="http://schemas.microsoft.com/office/drawing/2014/main" id="{DD5BE2C7-F0EA-B09A-F6C1-4847E22C10C0}"/>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grpSp>
        <p:nvGrpSpPr>
          <p:cNvPr id="238605" name="Group 13">
            <a:extLst>
              <a:ext uri="{FF2B5EF4-FFF2-40B4-BE49-F238E27FC236}">
                <a16:creationId xmlns:a16="http://schemas.microsoft.com/office/drawing/2014/main" id="{1BFDC75C-73C1-DC12-32D1-7F81B28D751C}"/>
              </a:ext>
            </a:extLst>
          </p:cNvPr>
          <p:cNvGrpSpPr>
            <a:grpSpLocks/>
          </p:cNvGrpSpPr>
          <p:nvPr/>
        </p:nvGrpSpPr>
        <p:grpSpPr bwMode="auto">
          <a:xfrm>
            <a:off x="5324475" y="4181475"/>
            <a:ext cx="520700" cy="152400"/>
            <a:chOff x="990" y="2694"/>
            <a:chExt cx="328" cy="96"/>
          </a:xfrm>
        </p:grpSpPr>
        <p:sp>
          <p:nvSpPr>
            <p:cNvPr id="415758" name="Oval 14">
              <a:extLst>
                <a:ext uri="{FF2B5EF4-FFF2-40B4-BE49-F238E27FC236}">
                  <a16:creationId xmlns:a16="http://schemas.microsoft.com/office/drawing/2014/main" id="{84907EB3-B839-C5ED-AD03-26EF27C681FA}"/>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5759" name="Oval 15">
              <a:extLst>
                <a:ext uri="{FF2B5EF4-FFF2-40B4-BE49-F238E27FC236}">
                  <a16:creationId xmlns:a16="http://schemas.microsoft.com/office/drawing/2014/main" id="{09367C7E-11AB-2700-29B3-D9538E1DFBDD}"/>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8606" name="Group 16">
            <a:extLst>
              <a:ext uri="{FF2B5EF4-FFF2-40B4-BE49-F238E27FC236}">
                <a16:creationId xmlns:a16="http://schemas.microsoft.com/office/drawing/2014/main" id="{3D6D3FA3-3507-9272-009E-9E1374BC83BF}"/>
              </a:ext>
            </a:extLst>
          </p:cNvPr>
          <p:cNvGrpSpPr>
            <a:grpSpLocks/>
          </p:cNvGrpSpPr>
          <p:nvPr/>
        </p:nvGrpSpPr>
        <p:grpSpPr bwMode="auto">
          <a:xfrm rot="-5400000">
            <a:off x="5922963" y="3660775"/>
            <a:ext cx="520700" cy="152400"/>
            <a:chOff x="990" y="2694"/>
            <a:chExt cx="328" cy="96"/>
          </a:xfrm>
        </p:grpSpPr>
        <p:sp>
          <p:nvSpPr>
            <p:cNvPr id="415761" name="Oval 17">
              <a:extLst>
                <a:ext uri="{FF2B5EF4-FFF2-40B4-BE49-F238E27FC236}">
                  <a16:creationId xmlns:a16="http://schemas.microsoft.com/office/drawing/2014/main" id="{8C6E4DFA-B87B-6866-95B4-6E9643D722E5}"/>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5762" name="Oval 18">
              <a:extLst>
                <a:ext uri="{FF2B5EF4-FFF2-40B4-BE49-F238E27FC236}">
                  <a16:creationId xmlns:a16="http://schemas.microsoft.com/office/drawing/2014/main" id="{732B15A3-ED30-F90E-C234-1936DC0B4121}"/>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8607" name="Group 19">
            <a:extLst>
              <a:ext uri="{FF2B5EF4-FFF2-40B4-BE49-F238E27FC236}">
                <a16:creationId xmlns:a16="http://schemas.microsoft.com/office/drawing/2014/main" id="{BF506C20-C19C-6DA8-66C0-51A76985C145}"/>
              </a:ext>
            </a:extLst>
          </p:cNvPr>
          <p:cNvGrpSpPr>
            <a:grpSpLocks/>
          </p:cNvGrpSpPr>
          <p:nvPr/>
        </p:nvGrpSpPr>
        <p:grpSpPr bwMode="auto">
          <a:xfrm>
            <a:off x="5326063" y="3063875"/>
            <a:ext cx="520700" cy="152400"/>
            <a:chOff x="990" y="2694"/>
            <a:chExt cx="328" cy="96"/>
          </a:xfrm>
        </p:grpSpPr>
        <p:sp>
          <p:nvSpPr>
            <p:cNvPr id="415764" name="Oval 20">
              <a:extLst>
                <a:ext uri="{FF2B5EF4-FFF2-40B4-BE49-F238E27FC236}">
                  <a16:creationId xmlns:a16="http://schemas.microsoft.com/office/drawing/2014/main" id="{E5640447-3365-A6EC-2BB0-FB66A43F0463}"/>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5765" name="Oval 21">
              <a:extLst>
                <a:ext uri="{FF2B5EF4-FFF2-40B4-BE49-F238E27FC236}">
                  <a16:creationId xmlns:a16="http://schemas.microsoft.com/office/drawing/2014/main" id="{87E276A7-CDF2-EBBC-5FD4-AF35DC1A9A13}"/>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8608" name="Group 22">
            <a:extLst>
              <a:ext uri="{FF2B5EF4-FFF2-40B4-BE49-F238E27FC236}">
                <a16:creationId xmlns:a16="http://schemas.microsoft.com/office/drawing/2014/main" id="{3196F905-2F10-C294-ECD7-0FB112DDDC41}"/>
              </a:ext>
            </a:extLst>
          </p:cNvPr>
          <p:cNvGrpSpPr>
            <a:grpSpLocks/>
          </p:cNvGrpSpPr>
          <p:nvPr/>
        </p:nvGrpSpPr>
        <p:grpSpPr bwMode="auto">
          <a:xfrm>
            <a:off x="3986213" y="1811338"/>
            <a:ext cx="520700" cy="152400"/>
            <a:chOff x="990" y="2694"/>
            <a:chExt cx="328" cy="96"/>
          </a:xfrm>
        </p:grpSpPr>
        <p:sp>
          <p:nvSpPr>
            <p:cNvPr id="415767" name="Oval 23">
              <a:extLst>
                <a:ext uri="{FF2B5EF4-FFF2-40B4-BE49-F238E27FC236}">
                  <a16:creationId xmlns:a16="http://schemas.microsoft.com/office/drawing/2014/main" id="{4E81602C-3FE2-81F0-6A42-D9929E9599C3}"/>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5768" name="Oval 24">
              <a:extLst>
                <a:ext uri="{FF2B5EF4-FFF2-40B4-BE49-F238E27FC236}">
                  <a16:creationId xmlns:a16="http://schemas.microsoft.com/office/drawing/2014/main" id="{0CDEB34F-C7C2-A4C1-01F7-CB4EEE4AE188}"/>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8609" name="Group 25">
            <a:extLst>
              <a:ext uri="{FF2B5EF4-FFF2-40B4-BE49-F238E27FC236}">
                <a16:creationId xmlns:a16="http://schemas.microsoft.com/office/drawing/2014/main" id="{101CB34E-15CE-F051-2491-AE6F865AF589}"/>
              </a:ext>
            </a:extLst>
          </p:cNvPr>
          <p:cNvGrpSpPr>
            <a:grpSpLocks/>
          </p:cNvGrpSpPr>
          <p:nvPr/>
        </p:nvGrpSpPr>
        <p:grpSpPr bwMode="auto">
          <a:xfrm rot="-5400000">
            <a:off x="4521200" y="2344738"/>
            <a:ext cx="520700" cy="152400"/>
            <a:chOff x="990" y="2694"/>
            <a:chExt cx="328" cy="96"/>
          </a:xfrm>
        </p:grpSpPr>
        <p:sp>
          <p:nvSpPr>
            <p:cNvPr id="415770" name="Oval 26">
              <a:extLst>
                <a:ext uri="{FF2B5EF4-FFF2-40B4-BE49-F238E27FC236}">
                  <a16:creationId xmlns:a16="http://schemas.microsoft.com/office/drawing/2014/main" id="{95E713A3-CD5A-9C90-099E-B801B9C1C56D}"/>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5771" name="Oval 27">
              <a:extLst>
                <a:ext uri="{FF2B5EF4-FFF2-40B4-BE49-F238E27FC236}">
                  <a16:creationId xmlns:a16="http://schemas.microsoft.com/office/drawing/2014/main" id="{95CE1412-6787-6145-FB5B-271FDE558517}"/>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8610" name="Group 28">
            <a:extLst>
              <a:ext uri="{FF2B5EF4-FFF2-40B4-BE49-F238E27FC236}">
                <a16:creationId xmlns:a16="http://schemas.microsoft.com/office/drawing/2014/main" id="{5AD517F7-5B3D-552E-1E26-5C7BEEB5DB72}"/>
              </a:ext>
            </a:extLst>
          </p:cNvPr>
          <p:cNvGrpSpPr>
            <a:grpSpLocks/>
          </p:cNvGrpSpPr>
          <p:nvPr/>
        </p:nvGrpSpPr>
        <p:grpSpPr bwMode="auto">
          <a:xfrm rot="-5400000">
            <a:off x="3470275" y="2363788"/>
            <a:ext cx="520700" cy="152400"/>
            <a:chOff x="990" y="2694"/>
            <a:chExt cx="328" cy="96"/>
          </a:xfrm>
        </p:grpSpPr>
        <p:sp>
          <p:nvSpPr>
            <p:cNvPr id="415773" name="Oval 29">
              <a:extLst>
                <a:ext uri="{FF2B5EF4-FFF2-40B4-BE49-F238E27FC236}">
                  <a16:creationId xmlns:a16="http://schemas.microsoft.com/office/drawing/2014/main" id="{73EFB55B-F358-555A-C589-BF0A8785A042}"/>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5774" name="Oval 30">
              <a:extLst>
                <a:ext uri="{FF2B5EF4-FFF2-40B4-BE49-F238E27FC236}">
                  <a16:creationId xmlns:a16="http://schemas.microsoft.com/office/drawing/2014/main" id="{1AC4BA20-D814-4E09-6494-AE8AB8B38C38}"/>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8611" name="Group 31">
            <a:extLst>
              <a:ext uri="{FF2B5EF4-FFF2-40B4-BE49-F238E27FC236}">
                <a16:creationId xmlns:a16="http://schemas.microsoft.com/office/drawing/2014/main" id="{274D1660-C3EB-CD7E-291C-4B299B961B3B}"/>
              </a:ext>
            </a:extLst>
          </p:cNvPr>
          <p:cNvGrpSpPr>
            <a:grpSpLocks/>
          </p:cNvGrpSpPr>
          <p:nvPr/>
        </p:nvGrpSpPr>
        <p:grpSpPr bwMode="auto">
          <a:xfrm>
            <a:off x="3921125" y="5524500"/>
            <a:ext cx="520700" cy="152400"/>
            <a:chOff x="990" y="2694"/>
            <a:chExt cx="328" cy="96"/>
          </a:xfrm>
        </p:grpSpPr>
        <p:sp>
          <p:nvSpPr>
            <p:cNvPr id="415776" name="Oval 32">
              <a:extLst>
                <a:ext uri="{FF2B5EF4-FFF2-40B4-BE49-F238E27FC236}">
                  <a16:creationId xmlns:a16="http://schemas.microsoft.com/office/drawing/2014/main" id="{D652ED21-90F8-1E8E-1358-375B2B230634}"/>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5777" name="Oval 33">
              <a:extLst>
                <a:ext uri="{FF2B5EF4-FFF2-40B4-BE49-F238E27FC236}">
                  <a16:creationId xmlns:a16="http://schemas.microsoft.com/office/drawing/2014/main" id="{FDBB7164-AC3B-4A38-3A46-AE76B4289D74}"/>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8612" name="Group 34">
            <a:extLst>
              <a:ext uri="{FF2B5EF4-FFF2-40B4-BE49-F238E27FC236}">
                <a16:creationId xmlns:a16="http://schemas.microsoft.com/office/drawing/2014/main" id="{D1D0E360-8A39-A614-6A19-8B0482F0C4A8}"/>
              </a:ext>
            </a:extLst>
          </p:cNvPr>
          <p:cNvGrpSpPr>
            <a:grpSpLocks/>
          </p:cNvGrpSpPr>
          <p:nvPr/>
        </p:nvGrpSpPr>
        <p:grpSpPr bwMode="auto">
          <a:xfrm rot="-5400000">
            <a:off x="4473575" y="4987925"/>
            <a:ext cx="520700" cy="152400"/>
            <a:chOff x="990" y="2694"/>
            <a:chExt cx="328" cy="96"/>
          </a:xfrm>
        </p:grpSpPr>
        <p:sp>
          <p:nvSpPr>
            <p:cNvPr id="415779" name="Oval 35">
              <a:extLst>
                <a:ext uri="{FF2B5EF4-FFF2-40B4-BE49-F238E27FC236}">
                  <a16:creationId xmlns:a16="http://schemas.microsoft.com/office/drawing/2014/main" id="{98A76A34-E0C2-CB25-ABB0-951B0DD14CCF}"/>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5780" name="Oval 36">
              <a:extLst>
                <a:ext uri="{FF2B5EF4-FFF2-40B4-BE49-F238E27FC236}">
                  <a16:creationId xmlns:a16="http://schemas.microsoft.com/office/drawing/2014/main" id="{7D8C5B44-AE73-1B76-527D-CDD9CA578675}"/>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8613" name="Group 37">
            <a:extLst>
              <a:ext uri="{FF2B5EF4-FFF2-40B4-BE49-F238E27FC236}">
                <a16:creationId xmlns:a16="http://schemas.microsoft.com/office/drawing/2014/main" id="{3828DEF6-2BC9-AA82-9249-DC92A86986F5}"/>
              </a:ext>
            </a:extLst>
          </p:cNvPr>
          <p:cNvGrpSpPr>
            <a:grpSpLocks/>
          </p:cNvGrpSpPr>
          <p:nvPr/>
        </p:nvGrpSpPr>
        <p:grpSpPr bwMode="auto">
          <a:xfrm rot="-5400000">
            <a:off x="3422650" y="4989513"/>
            <a:ext cx="520700" cy="152400"/>
            <a:chOff x="990" y="2694"/>
            <a:chExt cx="328" cy="96"/>
          </a:xfrm>
        </p:grpSpPr>
        <p:sp>
          <p:nvSpPr>
            <p:cNvPr id="415782" name="Oval 38">
              <a:extLst>
                <a:ext uri="{FF2B5EF4-FFF2-40B4-BE49-F238E27FC236}">
                  <a16:creationId xmlns:a16="http://schemas.microsoft.com/office/drawing/2014/main" id="{24F01E32-C91E-FF9C-ABB9-01941C7C44FB}"/>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5783" name="Oval 39">
              <a:extLst>
                <a:ext uri="{FF2B5EF4-FFF2-40B4-BE49-F238E27FC236}">
                  <a16:creationId xmlns:a16="http://schemas.microsoft.com/office/drawing/2014/main" id="{0B7A9334-24A9-08C8-6A23-D50B3BB85339}"/>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8614" name="Group 40">
            <a:extLst>
              <a:ext uri="{FF2B5EF4-FFF2-40B4-BE49-F238E27FC236}">
                <a16:creationId xmlns:a16="http://schemas.microsoft.com/office/drawing/2014/main" id="{FA3C37F4-35B3-DADF-2ACE-0432E429AB1A}"/>
              </a:ext>
            </a:extLst>
          </p:cNvPr>
          <p:cNvGrpSpPr>
            <a:grpSpLocks/>
          </p:cNvGrpSpPr>
          <p:nvPr/>
        </p:nvGrpSpPr>
        <p:grpSpPr bwMode="auto">
          <a:xfrm>
            <a:off x="2535238" y="4132263"/>
            <a:ext cx="520700" cy="152400"/>
            <a:chOff x="990" y="2694"/>
            <a:chExt cx="328" cy="96"/>
          </a:xfrm>
        </p:grpSpPr>
        <p:sp>
          <p:nvSpPr>
            <p:cNvPr id="415785" name="Oval 41">
              <a:extLst>
                <a:ext uri="{FF2B5EF4-FFF2-40B4-BE49-F238E27FC236}">
                  <a16:creationId xmlns:a16="http://schemas.microsoft.com/office/drawing/2014/main" id="{9E8893C7-BF0C-6AD1-196D-638DBDE9D7A1}"/>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5786" name="Oval 42">
              <a:extLst>
                <a:ext uri="{FF2B5EF4-FFF2-40B4-BE49-F238E27FC236}">
                  <a16:creationId xmlns:a16="http://schemas.microsoft.com/office/drawing/2014/main" id="{0C5C74D3-7269-5102-B84D-E21377BA3093}"/>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8615" name="Group 43">
            <a:extLst>
              <a:ext uri="{FF2B5EF4-FFF2-40B4-BE49-F238E27FC236}">
                <a16:creationId xmlns:a16="http://schemas.microsoft.com/office/drawing/2014/main" id="{CE84CC65-7D19-0752-6468-78B0DA524DE1}"/>
              </a:ext>
            </a:extLst>
          </p:cNvPr>
          <p:cNvGrpSpPr>
            <a:grpSpLocks/>
          </p:cNvGrpSpPr>
          <p:nvPr/>
        </p:nvGrpSpPr>
        <p:grpSpPr bwMode="auto">
          <a:xfrm rot="-5400000">
            <a:off x="2035175" y="3584575"/>
            <a:ext cx="520700" cy="152400"/>
            <a:chOff x="990" y="2694"/>
            <a:chExt cx="328" cy="96"/>
          </a:xfrm>
        </p:grpSpPr>
        <p:sp>
          <p:nvSpPr>
            <p:cNvPr id="415788" name="Oval 44">
              <a:extLst>
                <a:ext uri="{FF2B5EF4-FFF2-40B4-BE49-F238E27FC236}">
                  <a16:creationId xmlns:a16="http://schemas.microsoft.com/office/drawing/2014/main" id="{7CCBD8E6-5EE3-23AB-7BF6-81315C6480E6}"/>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5789" name="Oval 45">
              <a:extLst>
                <a:ext uri="{FF2B5EF4-FFF2-40B4-BE49-F238E27FC236}">
                  <a16:creationId xmlns:a16="http://schemas.microsoft.com/office/drawing/2014/main" id="{BF5A75EC-B130-FBB5-02DC-2B26F1447FFD}"/>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38616" name="Group 46">
            <a:extLst>
              <a:ext uri="{FF2B5EF4-FFF2-40B4-BE49-F238E27FC236}">
                <a16:creationId xmlns:a16="http://schemas.microsoft.com/office/drawing/2014/main" id="{E120EF42-9264-D771-0F55-D0458F6171CD}"/>
              </a:ext>
            </a:extLst>
          </p:cNvPr>
          <p:cNvGrpSpPr>
            <a:grpSpLocks/>
          </p:cNvGrpSpPr>
          <p:nvPr/>
        </p:nvGrpSpPr>
        <p:grpSpPr bwMode="auto">
          <a:xfrm>
            <a:off x="2554288" y="2998788"/>
            <a:ext cx="520700" cy="152400"/>
            <a:chOff x="990" y="2694"/>
            <a:chExt cx="328" cy="96"/>
          </a:xfrm>
        </p:grpSpPr>
        <p:sp>
          <p:nvSpPr>
            <p:cNvPr id="415791" name="Oval 47">
              <a:extLst>
                <a:ext uri="{FF2B5EF4-FFF2-40B4-BE49-F238E27FC236}">
                  <a16:creationId xmlns:a16="http://schemas.microsoft.com/office/drawing/2014/main" id="{60D8A022-2618-56AD-1D92-37B7A9EB815C}"/>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5792" name="Oval 48">
              <a:extLst>
                <a:ext uri="{FF2B5EF4-FFF2-40B4-BE49-F238E27FC236}">
                  <a16:creationId xmlns:a16="http://schemas.microsoft.com/office/drawing/2014/main" id="{25086EB0-A920-9214-DF35-2841419ECEDE}"/>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15793" name="Text Box 49">
            <a:extLst>
              <a:ext uri="{FF2B5EF4-FFF2-40B4-BE49-F238E27FC236}">
                <a16:creationId xmlns:a16="http://schemas.microsoft.com/office/drawing/2014/main" id="{2715CE7E-AD9B-B5D1-71DE-9DCABFBEA2CB}"/>
              </a:ext>
            </a:extLst>
          </p:cNvPr>
          <p:cNvSpPr txBox="1">
            <a:spLocks noChangeArrowheads="1"/>
          </p:cNvSpPr>
          <p:nvPr/>
        </p:nvSpPr>
        <p:spPr bwMode="auto">
          <a:xfrm>
            <a:off x="6051550" y="1922463"/>
            <a:ext cx="2840038" cy="1160462"/>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0 + 32 = 32 e</a:t>
            </a:r>
            <a:r>
              <a:rPr lang="en-US" sz="2800" baseline="30000">
                <a:solidFill>
                  <a:srgbClr val="FAFD00"/>
                </a:solidFill>
                <a:effectLst>
                  <a:outerShdw blurRad="38100" dist="38100" dir="2700000" algn="tl">
                    <a:srgbClr val="000000"/>
                  </a:outerShdw>
                </a:effectLst>
                <a:latin typeface="Times New Roman" pitchFamily="18" charset="0"/>
                <a:ea typeface="+mn-ea"/>
              </a:rPr>
              <a:t>-</a:t>
            </a:r>
            <a:r>
              <a:rPr lang="en-US" sz="2800">
                <a:solidFill>
                  <a:srgbClr val="FAFD00"/>
                </a:solidFill>
                <a:effectLst>
                  <a:outerShdw blurRad="38100" dist="38100" dir="2700000" algn="tl">
                    <a:srgbClr val="000000"/>
                  </a:outerShdw>
                </a:effectLst>
                <a:latin typeface="Times New Roman" pitchFamily="18" charset="0"/>
                <a:ea typeface="+mn-ea"/>
              </a:rPr>
              <a:t>’s  </a:t>
            </a:r>
          </a:p>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middle octet okay</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5794" name="Oval 50">
            <a:extLst>
              <a:ext uri="{FF2B5EF4-FFF2-40B4-BE49-F238E27FC236}">
                <a16:creationId xmlns:a16="http://schemas.microsoft.com/office/drawing/2014/main" id="{A34C88B1-8439-66BE-C2D2-AB3F3F6E2156}"/>
              </a:ext>
            </a:extLst>
          </p:cNvPr>
          <p:cNvSpPr>
            <a:spLocks noChangeArrowheads="1"/>
          </p:cNvSpPr>
          <p:nvPr/>
        </p:nvSpPr>
        <p:spPr bwMode="auto">
          <a:xfrm>
            <a:off x="3394075" y="2806700"/>
            <a:ext cx="1687513" cy="1771650"/>
          </a:xfrm>
          <a:prstGeom prst="ellipse">
            <a:avLst/>
          </a:prstGeom>
          <a:noFill/>
          <a:ln w="28575">
            <a:solidFill>
              <a:schemeClr val="accent2"/>
            </a:solidFill>
            <a:prstDash val="dash"/>
            <a:round/>
            <a:headEnd/>
            <a:tailEnd/>
          </a:ln>
          <a:effectLst/>
        </p:spPr>
        <p:txBody>
          <a:bodyPr wrap="none" anchor="ctr"/>
          <a:lstStyle/>
          <a:p>
            <a:pPr algn="ctr">
              <a:defRPr/>
            </a:pP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5795" name="Text Box 51">
            <a:extLst>
              <a:ext uri="{FF2B5EF4-FFF2-40B4-BE49-F238E27FC236}">
                <a16:creationId xmlns:a16="http://schemas.microsoft.com/office/drawing/2014/main" id="{E3D38870-E8CB-533A-A400-3208F32E01EC}"/>
              </a:ext>
            </a:extLst>
          </p:cNvPr>
          <p:cNvSpPr txBox="1">
            <a:spLocks noChangeArrowheads="1"/>
          </p:cNvSpPr>
          <p:nvPr/>
        </p:nvSpPr>
        <p:spPr bwMode="auto">
          <a:xfrm>
            <a:off x="592138" y="5667375"/>
            <a:ext cx="1236662"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36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F4846CB6-AC68-E1A2-9B71-6920633C853B}"/>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16771" name="Rectangle 3">
            <a:extLst>
              <a:ext uri="{FF2B5EF4-FFF2-40B4-BE49-F238E27FC236}">
                <a16:creationId xmlns:a16="http://schemas.microsoft.com/office/drawing/2014/main" id="{C9BF8E5C-3B07-2E1F-DC14-82AEF29A9880}"/>
              </a:ext>
            </a:extLst>
          </p:cNvPr>
          <p:cNvSpPr>
            <a:spLocks noChangeArrowheads="1"/>
          </p:cNvSpPr>
          <p:nvPr/>
        </p:nvSpPr>
        <p:spPr bwMode="auto">
          <a:xfrm>
            <a:off x="1306513" y="1116013"/>
            <a:ext cx="6732587"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3a.  Check to see how many e</a:t>
            </a:r>
            <a:r>
              <a:rPr lang="en-US" baseline="30000">
                <a:solidFill>
                  <a:srgbClr val="FFFFFF"/>
                </a:solidFill>
                <a:effectLst>
                  <a:outerShdw blurRad="38100" dist="38100" dir="2700000" algn="tl">
                    <a:srgbClr val="000000"/>
                  </a:outerShdw>
                </a:effectLst>
                <a:latin typeface="Times New Roman" pitchFamily="18" charset="0"/>
                <a:ea typeface="+mn-ea"/>
              </a:rPr>
              <a:t>-</a:t>
            </a:r>
            <a:r>
              <a:rPr lang="en-US">
                <a:solidFill>
                  <a:srgbClr val="FFFFFF"/>
                </a:solidFill>
                <a:effectLst>
                  <a:outerShdw blurRad="38100" dist="38100" dir="2700000" algn="tl">
                    <a:srgbClr val="000000"/>
                  </a:outerShdw>
                </a:effectLst>
                <a:latin typeface="Times New Roman" pitchFamily="18" charset="0"/>
                <a:ea typeface="+mn-ea"/>
              </a:rPr>
              <a:t>’s are left and all octets</a:t>
            </a:r>
          </a:p>
        </p:txBody>
      </p:sp>
      <p:sp>
        <p:nvSpPr>
          <p:cNvPr id="416772" name="Text Box 4">
            <a:extLst>
              <a:ext uri="{FF2B5EF4-FFF2-40B4-BE49-F238E27FC236}">
                <a16:creationId xmlns:a16="http://schemas.microsoft.com/office/drawing/2014/main" id="{27524BDC-A775-D994-1651-C6BD0751DB83}"/>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16773" name="Text Box 5">
            <a:extLst>
              <a:ext uri="{FF2B5EF4-FFF2-40B4-BE49-F238E27FC236}">
                <a16:creationId xmlns:a16="http://schemas.microsoft.com/office/drawing/2014/main" id="{8764D2ED-7B93-ED34-08A2-FA69BDE128EF}"/>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6774" name="Text Box 6">
            <a:extLst>
              <a:ext uri="{FF2B5EF4-FFF2-40B4-BE49-F238E27FC236}">
                <a16:creationId xmlns:a16="http://schemas.microsoft.com/office/drawing/2014/main" id="{C413AA8A-12C7-F33E-1714-C468739438C4}"/>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6775" name="Line 7">
            <a:extLst>
              <a:ext uri="{FF2B5EF4-FFF2-40B4-BE49-F238E27FC236}">
                <a16:creationId xmlns:a16="http://schemas.microsoft.com/office/drawing/2014/main" id="{FCBBF8CB-C3C8-DCE2-8E38-08F51846CBFD}"/>
              </a:ext>
            </a:extLst>
          </p:cNvPr>
          <p:cNvSpPr>
            <a:spLocks noChangeShapeType="1"/>
          </p:cNvSpPr>
          <p:nvPr/>
        </p:nvSpPr>
        <p:spPr bwMode="auto">
          <a:xfrm>
            <a:off x="3309938" y="3694113"/>
            <a:ext cx="433387"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6776" name="Line 8">
            <a:extLst>
              <a:ext uri="{FF2B5EF4-FFF2-40B4-BE49-F238E27FC236}">
                <a16:creationId xmlns:a16="http://schemas.microsoft.com/office/drawing/2014/main" id="{38912DBF-A4E5-5340-5D0B-1C4B14EE1838}"/>
              </a:ext>
            </a:extLst>
          </p:cNvPr>
          <p:cNvSpPr>
            <a:spLocks noChangeShapeType="1"/>
          </p:cNvSpPr>
          <p:nvPr/>
        </p:nvSpPr>
        <p:spPr bwMode="auto">
          <a:xfrm>
            <a:off x="4799013" y="3695700"/>
            <a:ext cx="434975"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6777" name="Text Box 9">
            <a:extLst>
              <a:ext uri="{FF2B5EF4-FFF2-40B4-BE49-F238E27FC236}">
                <a16:creationId xmlns:a16="http://schemas.microsoft.com/office/drawing/2014/main" id="{B9B24902-4F71-F0EC-8BA1-258D17DC72B6}"/>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6778" name="Line 10">
            <a:extLst>
              <a:ext uri="{FF2B5EF4-FFF2-40B4-BE49-F238E27FC236}">
                <a16:creationId xmlns:a16="http://schemas.microsoft.com/office/drawing/2014/main" id="{31C506BF-5ADA-F464-E2DE-3C0793661B97}"/>
              </a:ext>
            </a:extLst>
          </p:cNvPr>
          <p:cNvSpPr>
            <a:spLocks noChangeShapeType="1"/>
          </p:cNvSpPr>
          <p:nvPr/>
        </p:nvSpPr>
        <p:spPr bwMode="auto">
          <a:xfrm flipV="1">
            <a:off x="4227513" y="2874963"/>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6779" name="Line 11">
            <a:extLst>
              <a:ext uri="{FF2B5EF4-FFF2-40B4-BE49-F238E27FC236}">
                <a16:creationId xmlns:a16="http://schemas.microsoft.com/office/drawing/2014/main" id="{39404A8E-1511-88DB-732D-8CCB11866E19}"/>
              </a:ext>
            </a:extLst>
          </p:cNvPr>
          <p:cNvSpPr>
            <a:spLocks noChangeShapeType="1"/>
          </p:cNvSpPr>
          <p:nvPr/>
        </p:nvSpPr>
        <p:spPr bwMode="auto">
          <a:xfrm flipV="1">
            <a:off x="4213225" y="4214813"/>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6780" name="Text Box 12">
            <a:extLst>
              <a:ext uri="{FF2B5EF4-FFF2-40B4-BE49-F238E27FC236}">
                <a16:creationId xmlns:a16="http://schemas.microsoft.com/office/drawing/2014/main" id="{95CA1FB4-60C8-9F53-30F0-463BF76C3555}"/>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grpSp>
        <p:nvGrpSpPr>
          <p:cNvPr id="240653" name="Group 13">
            <a:extLst>
              <a:ext uri="{FF2B5EF4-FFF2-40B4-BE49-F238E27FC236}">
                <a16:creationId xmlns:a16="http://schemas.microsoft.com/office/drawing/2014/main" id="{EF14501D-46E4-79DE-47DB-ABBF426D2417}"/>
              </a:ext>
            </a:extLst>
          </p:cNvPr>
          <p:cNvGrpSpPr>
            <a:grpSpLocks/>
          </p:cNvGrpSpPr>
          <p:nvPr/>
        </p:nvGrpSpPr>
        <p:grpSpPr bwMode="auto">
          <a:xfrm>
            <a:off x="5324475" y="4181475"/>
            <a:ext cx="520700" cy="152400"/>
            <a:chOff x="990" y="2694"/>
            <a:chExt cx="328" cy="96"/>
          </a:xfrm>
        </p:grpSpPr>
        <p:sp>
          <p:nvSpPr>
            <p:cNvPr id="416782" name="Oval 14">
              <a:extLst>
                <a:ext uri="{FF2B5EF4-FFF2-40B4-BE49-F238E27FC236}">
                  <a16:creationId xmlns:a16="http://schemas.microsoft.com/office/drawing/2014/main" id="{3F0297CA-9C2A-093C-5DD5-4CA83B9E102D}"/>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6783" name="Oval 15">
              <a:extLst>
                <a:ext uri="{FF2B5EF4-FFF2-40B4-BE49-F238E27FC236}">
                  <a16:creationId xmlns:a16="http://schemas.microsoft.com/office/drawing/2014/main" id="{C867CB12-22C8-7487-BA74-79B28B8B6710}"/>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0654" name="Group 16">
            <a:extLst>
              <a:ext uri="{FF2B5EF4-FFF2-40B4-BE49-F238E27FC236}">
                <a16:creationId xmlns:a16="http://schemas.microsoft.com/office/drawing/2014/main" id="{98C6CDB3-B135-D76A-38AF-1F7344AE1CA0}"/>
              </a:ext>
            </a:extLst>
          </p:cNvPr>
          <p:cNvGrpSpPr>
            <a:grpSpLocks/>
          </p:cNvGrpSpPr>
          <p:nvPr/>
        </p:nvGrpSpPr>
        <p:grpSpPr bwMode="auto">
          <a:xfrm rot="-5400000">
            <a:off x="5922963" y="3660775"/>
            <a:ext cx="520700" cy="152400"/>
            <a:chOff x="990" y="2694"/>
            <a:chExt cx="328" cy="96"/>
          </a:xfrm>
        </p:grpSpPr>
        <p:sp>
          <p:nvSpPr>
            <p:cNvPr id="416785" name="Oval 17">
              <a:extLst>
                <a:ext uri="{FF2B5EF4-FFF2-40B4-BE49-F238E27FC236}">
                  <a16:creationId xmlns:a16="http://schemas.microsoft.com/office/drawing/2014/main" id="{BE87C48D-AA48-28DB-87BA-77CCAFFD932C}"/>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6786" name="Oval 18">
              <a:extLst>
                <a:ext uri="{FF2B5EF4-FFF2-40B4-BE49-F238E27FC236}">
                  <a16:creationId xmlns:a16="http://schemas.microsoft.com/office/drawing/2014/main" id="{FD7E45DD-015F-DCB8-D2AA-4A428E2665CD}"/>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0655" name="Group 19">
            <a:extLst>
              <a:ext uri="{FF2B5EF4-FFF2-40B4-BE49-F238E27FC236}">
                <a16:creationId xmlns:a16="http://schemas.microsoft.com/office/drawing/2014/main" id="{AAF08478-8FE7-D235-8525-F8F63019DB7E}"/>
              </a:ext>
            </a:extLst>
          </p:cNvPr>
          <p:cNvGrpSpPr>
            <a:grpSpLocks/>
          </p:cNvGrpSpPr>
          <p:nvPr/>
        </p:nvGrpSpPr>
        <p:grpSpPr bwMode="auto">
          <a:xfrm>
            <a:off x="5326063" y="3063875"/>
            <a:ext cx="520700" cy="152400"/>
            <a:chOff x="990" y="2694"/>
            <a:chExt cx="328" cy="96"/>
          </a:xfrm>
        </p:grpSpPr>
        <p:sp>
          <p:nvSpPr>
            <p:cNvPr id="416788" name="Oval 20">
              <a:extLst>
                <a:ext uri="{FF2B5EF4-FFF2-40B4-BE49-F238E27FC236}">
                  <a16:creationId xmlns:a16="http://schemas.microsoft.com/office/drawing/2014/main" id="{E4D67C7C-75F4-701F-FD7B-08A169D3B1F6}"/>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6789" name="Oval 21">
              <a:extLst>
                <a:ext uri="{FF2B5EF4-FFF2-40B4-BE49-F238E27FC236}">
                  <a16:creationId xmlns:a16="http://schemas.microsoft.com/office/drawing/2014/main" id="{A8C18139-F278-D537-0646-E5029325E070}"/>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0656" name="Group 22">
            <a:extLst>
              <a:ext uri="{FF2B5EF4-FFF2-40B4-BE49-F238E27FC236}">
                <a16:creationId xmlns:a16="http://schemas.microsoft.com/office/drawing/2014/main" id="{2F2298DD-8735-4065-EAC3-4E1C64B2A747}"/>
              </a:ext>
            </a:extLst>
          </p:cNvPr>
          <p:cNvGrpSpPr>
            <a:grpSpLocks/>
          </p:cNvGrpSpPr>
          <p:nvPr/>
        </p:nvGrpSpPr>
        <p:grpSpPr bwMode="auto">
          <a:xfrm>
            <a:off x="3986213" y="1811338"/>
            <a:ext cx="520700" cy="152400"/>
            <a:chOff x="990" y="2694"/>
            <a:chExt cx="328" cy="96"/>
          </a:xfrm>
        </p:grpSpPr>
        <p:sp>
          <p:nvSpPr>
            <p:cNvPr id="416791" name="Oval 23">
              <a:extLst>
                <a:ext uri="{FF2B5EF4-FFF2-40B4-BE49-F238E27FC236}">
                  <a16:creationId xmlns:a16="http://schemas.microsoft.com/office/drawing/2014/main" id="{ECB64731-477F-4CE2-B1AA-0D3113E9FE27}"/>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6792" name="Oval 24">
              <a:extLst>
                <a:ext uri="{FF2B5EF4-FFF2-40B4-BE49-F238E27FC236}">
                  <a16:creationId xmlns:a16="http://schemas.microsoft.com/office/drawing/2014/main" id="{A1A9A8E8-21C2-2C67-1F6A-DD57599D464D}"/>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0657" name="Group 25">
            <a:extLst>
              <a:ext uri="{FF2B5EF4-FFF2-40B4-BE49-F238E27FC236}">
                <a16:creationId xmlns:a16="http://schemas.microsoft.com/office/drawing/2014/main" id="{43967B50-2258-33C8-D56C-DDAEDF4039D1}"/>
              </a:ext>
            </a:extLst>
          </p:cNvPr>
          <p:cNvGrpSpPr>
            <a:grpSpLocks/>
          </p:cNvGrpSpPr>
          <p:nvPr/>
        </p:nvGrpSpPr>
        <p:grpSpPr bwMode="auto">
          <a:xfrm rot="-5400000">
            <a:off x="4521200" y="2344738"/>
            <a:ext cx="520700" cy="152400"/>
            <a:chOff x="990" y="2694"/>
            <a:chExt cx="328" cy="96"/>
          </a:xfrm>
        </p:grpSpPr>
        <p:sp>
          <p:nvSpPr>
            <p:cNvPr id="416794" name="Oval 26">
              <a:extLst>
                <a:ext uri="{FF2B5EF4-FFF2-40B4-BE49-F238E27FC236}">
                  <a16:creationId xmlns:a16="http://schemas.microsoft.com/office/drawing/2014/main" id="{D22CBDE4-FA31-66D5-F896-F08D976B8D14}"/>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6795" name="Oval 27">
              <a:extLst>
                <a:ext uri="{FF2B5EF4-FFF2-40B4-BE49-F238E27FC236}">
                  <a16:creationId xmlns:a16="http://schemas.microsoft.com/office/drawing/2014/main" id="{AA7459D8-897D-FD26-A9AE-540D7EF3C473}"/>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0658" name="Group 28">
            <a:extLst>
              <a:ext uri="{FF2B5EF4-FFF2-40B4-BE49-F238E27FC236}">
                <a16:creationId xmlns:a16="http://schemas.microsoft.com/office/drawing/2014/main" id="{E533E97B-A6C7-FDFA-CD60-39075AE8567D}"/>
              </a:ext>
            </a:extLst>
          </p:cNvPr>
          <p:cNvGrpSpPr>
            <a:grpSpLocks/>
          </p:cNvGrpSpPr>
          <p:nvPr/>
        </p:nvGrpSpPr>
        <p:grpSpPr bwMode="auto">
          <a:xfrm rot="-5400000">
            <a:off x="3470275" y="2363788"/>
            <a:ext cx="520700" cy="152400"/>
            <a:chOff x="990" y="2694"/>
            <a:chExt cx="328" cy="96"/>
          </a:xfrm>
        </p:grpSpPr>
        <p:sp>
          <p:nvSpPr>
            <p:cNvPr id="416797" name="Oval 29">
              <a:extLst>
                <a:ext uri="{FF2B5EF4-FFF2-40B4-BE49-F238E27FC236}">
                  <a16:creationId xmlns:a16="http://schemas.microsoft.com/office/drawing/2014/main" id="{634831CD-AAE5-FBF4-F94D-054D26ECEF04}"/>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6798" name="Oval 30">
              <a:extLst>
                <a:ext uri="{FF2B5EF4-FFF2-40B4-BE49-F238E27FC236}">
                  <a16:creationId xmlns:a16="http://schemas.microsoft.com/office/drawing/2014/main" id="{EFB712B4-9DF1-AB6E-B00B-E7636D75F1DC}"/>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0659" name="Group 31">
            <a:extLst>
              <a:ext uri="{FF2B5EF4-FFF2-40B4-BE49-F238E27FC236}">
                <a16:creationId xmlns:a16="http://schemas.microsoft.com/office/drawing/2014/main" id="{1A0F4958-70CD-1DC0-3394-4E6E6D6DFBC7}"/>
              </a:ext>
            </a:extLst>
          </p:cNvPr>
          <p:cNvGrpSpPr>
            <a:grpSpLocks/>
          </p:cNvGrpSpPr>
          <p:nvPr/>
        </p:nvGrpSpPr>
        <p:grpSpPr bwMode="auto">
          <a:xfrm>
            <a:off x="3921125" y="5524500"/>
            <a:ext cx="520700" cy="152400"/>
            <a:chOff x="990" y="2694"/>
            <a:chExt cx="328" cy="96"/>
          </a:xfrm>
        </p:grpSpPr>
        <p:sp>
          <p:nvSpPr>
            <p:cNvPr id="416800" name="Oval 32">
              <a:extLst>
                <a:ext uri="{FF2B5EF4-FFF2-40B4-BE49-F238E27FC236}">
                  <a16:creationId xmlns:a16="http://schemas.microsoft.com/office/drawing/2014/main" id="{DBA55760-2BF7-EF57-932A-A7ED9D7A689C}"/>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6801" name="Oval 33">
              <a:extLst>
                <a:ext uri="{FF2B5EF4-FFF2-40B4-BE49-F238E27FC236}">
                  <a16:creationId xmlns:a16="http://schemas.microsoft.com/office/drawing/2014/main" id="{5C7BC300-94D5-3E68-B368-867CD763AE79}"/>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0660" name="Group 34">
            <a:extLst>
              <a:ext uri="{FF2B5EF4-FFF2-40B4-BE49-F238E27FC236}">
                <a16:creationId xmlns:a16="http://schemas.microsoft.com/office/drawing/2014/main" id="{0C625E2E-16AE-245E-517D-D69222F82925}"/>
              </a:ext>
            </a:extLst>
          </p:cNvPr>
          <p:cNvGrpSpPr>
            <a:grpSpLocks/>
          </p:cNvGrpSpPr>
          <p:nvPr/>
        </p:nvGrpSpPr>
        <p:grpSpPr bwMode="auto">
          <a:xfrm rot="-5400000">
            <a:off x="4473575" y="4987925"/>
            <a:ext cx="520700" cy="152400"/>
            <a:chOff x="990" y="2694"/>
            <a:chExt cx="328" cy="96"/>
          </a:xfrm>
        </p:grpSpPr>
        <p:sp>
          <p:nvSpPr>
            <p:cNvPr id="416803" name="Oval 35">
              <a:extLst>
                <a:ext uri="{FF2B5EF4-FFF2-40B4-BE49-F238E27FC236}">
                  <a16:creationId xmlns:a16="http://schemas.microsoft.com/office/drawing/2014/main" id="{4445159D-83DD-0F83-2BE3-93FAFE6FA439}"/>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6804" name="Oval 36">
              <a:extLst>
                <a:ext uri="{FF2B5EF4-FFF2-40B4-BE49-F238E27FC236}">
                  <a16:creationId xmlns:a16="http://schemas.microsoft.com/office/drawing/2014/main" id="{891FBB4C-6F0D-8B43-07E6-2646F75F015E}"/>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0661" name="Group 37">
            <a:extLst>
              <a:ext uri="{FF2B5EF4-FFF2-40B4-BE49-F238E27FC236}">
                <a16:creationId xmlns:a16="http://schemas.microsoft.com/office/drawing/2014/main" id="{232B230D-C0FF-421A-C3F9-22D9AC4961EC}"/>
              </a:ext>
            </a:extLst>
          </p:cNvPr>
          <p:cNvGrpSpPr>
            <a:grpSpLocks/>
          </p:cNvGrpSpPr>
          <p:nvPr/>
        </p:nvGrpSpPr>
        <p:grpSpPr bwMode="auto">
          <a:xfrm rot="-5400000">
            <a:off x="3422650" y="4989513"/>
            <a:ext cx="520700" cy="152400"/>
            <a:chOff x="990" y="2694"/>
            <a:chExt cx="328" cy="96"/>
          </a:xfrm>
        </p:grpSpPr>
        <p:sp>
          <p:nvSpPr>
            <p:cNvPr id="416806" name="Oval 38">
              <a:extLst>
                <a:ext uri="{FF2B5EF4-FFF2-40B4-BE49-F238E27FC236}">
                  <a16:creationId xmlns:a16="http://schemas.microsoft.com/office/drawing/2014/main" id="{7B479055-FEBC-ABC0-89E6-EE99BFD62BD2}"/>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6807" name="Oval 39">
              <a:extLst>
                <a:ext uri="{FF2B5EF4-FFF2-40B4-BE49-F238E27FC236}">
                  <a16:creationId xmlns:a16="http://schemas.microsoft.com/office/drawing/2014/main" id="{E5177E51-BF45-A349-5E4C-E0FA38B62974}"/>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0662" name="Group 40">
            <a:extLst>
              <a:ext uri="{FF2B5EF4-FFF2-40B4-BE49-F238E27FC236}">
                <a16:creationId xmlns:a16="http://schemas.microsoft.com/office/drawing/2014/main" id="{7E08BE93-4D42-1B2E-87FE-1335A73C3BDB}"/>
              </a:ext>
            </a:extLst>
          </p:cNvPr>
          <p:cNvGrpSpPr>
            <a:grpSpLocks/>
          </p:cNvGrpSpPr>
          <p:nvPr/>
        </p:nvGrpSpPr>
        <p:grpSpPr bwMode="auto">
          <a:xfrm>
            <a:off x="2535238" y="4132263"/>
            <a:ext cx="520700" cy="152400"/>
            <a:chOff x="990" y="2694"/>
            <a:chExt cx="328" cy="96"/>
          </a:xfrm>
        </p:grpSpPr>
        <p:sp>
          <p:nvSpPr>
            <p:cNvPr id="416809" name="Oval 41">
              <a:extLst>
                <a:ext uri="{FF2B5EF4-FFF2-40B4-BE49-F238E27FC236}">
                  <a16:creationId xmlns:a16="http://schemas.microsoft.com/office/drawing/2014/main" id="{75E13E4D-393F-CDB1-420B-6D7ED97B2CD3}"/>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6810" name="Oval 42">
              <a:extLst>
                <a:ext uri="{FF2B5EF4-FFF2-40B4-BE49-F238E27FC236}">
                  <a16:creationId xmlns:a16="http://schemas.microsoft.com/office/drawing/2014/main" id="{31F84CC9-2406-475B-CBD5-D2F7ADDDD72F}"/>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0663" name="Group 43">
            <a:extLst>
              <a:ext uri="{FF2B5EF4-FFF2-40B4-BE49-F238E27FC236}">
                <a16:creationId xmlns:a16="http://schemas.microsoft.com/office/drawing/2014/main" id="{1CDEF8D2-9618-BC8E-AB06-FA1AE8EDB398}"/>
              </a:ext>
            </a:extLst>
          </p:cNvPr>
          <p:cNvGrpSpPr>
            <a:grpSpLocks/>
          </p:cNvGrpSpPr>
          <p:nvPr/>
        </p:nvGrpSpPr>
        <p:grpSpPr bwMode="auto">
          <a:xfrm rot="-5400000">
            <a:off x="2035175" y="3584575"/>
            <a:ext cx="520700" cy="152400"/>
            <a:chOff x="990" y="2694"/>
            <a:chExt cx="328" cy="96"/>
          </a:xfrm>
        </p:grpSpPr>
        <p:sp>
          <p:nvSpPr>
            <p:cNvPr id="416812" name="Oval 44">
              <a:extLst>
                <a:ext uri="{FF2B5EF4-FFF2-40B4-BE49-F238E27FC236}">
                  <a16:creationId xmlns:a16="http://schemas.microsoft.com/office/drawing/2014/main" id="{C9BC6967-4434-531D-A7BC-D645001EE651}"/>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6813" name="Oval 45">
              <a:extLst>
                <a:ext uri="{FF2B5EF4-FFF2-40B4-BE49-F238E27FC236}">
                  <a16:creationId xmlns:a16="http://schemas.microsoft.com/office/drawing/2014/main" id="{56AA3B38-3A35-3EEF-FCA7-2F2F754B2D98}"/>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0664" name="Group 46">
            <a:extLst>
              <a:ext uri="{FF2B5EF4-FFF2-40B4-BE49-F238E27FC236}">
                <a16:creationId xmlns:a16="http://schemas.microsoft.com/office/drawing/2014/main" id="{39D3F237-7673-F584-1F5A-B128DCB26948}"/>
              </a:ext>
            </a:extLst>
          </p:cNvPr>
          <p:cNvGrpSpPr>
            <a:grpSpLocks/>
          </p:cNvGrpSpPr>
          <p:nvPr/>
        </p:nvGrpSpPr>
        <p:grpSpPr bwMode="auto">
          <a:xfrm>
            <a:off x="2554288" y="2998788"/>
            <a:ext cx="520700" cy="152400"/>
            <a:chOff x="990" y="2694"/>
            <a:chExt cx="328" cy="96"/>
          </a:xfrm>
        </p:grpSpPr>
        <p:sp>
          <p:nvSpPr>
            <p:cNvPr id="416815" name="Oval 47">
              <a:extLst>
                <a:ext uri="{FF2B5EF4-FFF2-40B4-BE49-F238E27FC236}">
                  <a16:creationId xmlns:a16="http://schemas.microsoft.com/office/drawing/2014/main" id="{BD4587D9-B02C-A1E7-9476-E58BB7C17BD5}"/>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6816" name="Oval 48">
              <a:extLst>
                <a:ext uri="{FF2B5EF4-FFF2-40B4-BE49-F238E27FC236}">
                  <a16:creationId xmlns:a16="http://schemas.microsoft.com/office/drawing/2014/main" id="{493871ED-71C1-72F9-61C0-7140ECEBFE20}"/>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16817" name="Text Box 49">
            <a:extLst>
              <a:ext uri="{FF2B5EF4-FFF2-40B4-BE49-F238E27FC236}">
                <a16:creationId xmlns:a16="http://schemas.microsoft.com/office/drawing/2014/main" id="{3553A38C-AB63-9901-916A-37D60911B66F}"/>
              </a:ext>
            </a:extLst>
          </p:cNvPr>
          <p:cNvSpPr txBox="1">
            <a:spLocks noChangeArrowheads="1"/>
          </p:cNvSpPr>
          <p:nvPr/>
        </p:nvSpPr>
        <p:spPr bwMode="auto">
          <a:xfrm>
            <a:off x="6051550" y="1922463"/>
            <a:ext cx="2840038" cy="1801812"/>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0 + 32 = 32 e</a:t>
            </a:r>
            <a:r>
              <a:rPr lang="en-US" sz="2800" baseline="30000">
                <a:solidFill>
                  <a:srgbClr val="FAFD00"/>
                </a:solidFill>
                <a:effectLst>
                  <a:outerShdw blurRad="38100" dist="38100" dir="2700000" algn="tl">
                    <a:srgbClr val="000000"/>
                  </a:outerShdw>
                </a:effectLst>
                <a:latin typeface="Times New Roman" pitchFamily="18" charset="0"/>
                <a:ea typeface="+mn-ea"/>
              </a:rPr>
              <a:t>-</a:t>
            </a:r>
            <a:r>
              <a:rPr lang="en-US" sz="2800">
                <a:solidFill>
                  <a:srgbClr val="FAFD00"/>
                </a:solidFill>
                <a:effectLst>
                  <a:outerShdw blurRad="38100" dist="38100" dir="2700000" algn="tl">
                    <a:srgbClr val="000000"/>
                  </a:outerShdw>
                </a:effectLst>
                <a:latin typeface="Times New Roman" pitchFamily="18" charset="0"/>
                <a:ea typeface="+mn-ea"/>
              </a:rPr>
              <a:t>’s  </a:t>
            </a:r>
          </a:p>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middle octet okay</a:t>
            </a:r>
          </a:p>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but...</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6818" name="Oval 50">
            <a:extLst>
              <a:ext uri="{FF2B5EF4-FFF2-40B4-BE49-F238E27FC236}">
                <a16:creationId xmlns:a16="http://schemas.microsoft.com/office/drawing/2014/main" id="{3CE3C3C6-3186-8C87-8EBD-1952CBF9961E}"/>
              </a:ext>
            </a:extLst>
          </p:cNvPr>
          <p:cNvSpPr>
            <a:spLocks noChangeArrowheads="1"/>
          </p:cNvSpPr>
          <p:nvPr/>
        </p:nvSpPr>
        <p:spPr bwMode="auto">
          <a:xfrm>
            <a:off x="3394075" y="2806700"/>
            <a:ext cx="1687513" cy="1771650"/>
          </a:xfrm>
          <a:prstGeom prst="ellipse">
            <a:avLst/>
          </a:prstGeom>
          <a:noFill/>
          <a:ln w="28575">
            <a:solidFill>
              <a:schemeClr val="accent2"/>
            </a:solidFill>
            <a:prstDash val="dash"/>
            <a:round/>
            <a:headEnd/>
            <a:tailEnd/>
          </a:ln>
          <a:effectLst/>
        </p:spPr>
        <p:txBody>
          <a:bodyPr wrap="none" anchor="ctr"/>
          <a:lstStyle/>
          <a:p>
            <a:pPr algn="ctr">
              <a:defRPr/>
            </a:pP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6819" name="Text Box 51">
            <a:extLst>
              <a:ext uri="{FF2B5EF4-FFF2-40B4-BE49-F238E27FC236}">
                <a16:creationId xmlns:a16="http://schemas.microsoft.com/office/drawing/2014/main" id="{1AECF35C-1127-2E81-1184-BEDE269481DC}"/>
              </a:ext>
            </a:extLst>
          </p:cNvPr>
          <p:cNvSpPr txBox="1">
            <a:spLocks noChangeArrowheads="1"/>
          </p:cNvSpPr>
          <p:nvPr/>
        </p:nvSpPr>
        <p:spPr bwMode="auto">
          <a:xfrm>
            <a:off x="592138" y="5667375"/>
            <a:ext cx="1236662"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36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a:extLst>
              <a:ext uri="{FF2B5EF4-FFF2-40B4-BE49-F238E27FC236}">
                <a16:creationId xmlns:a16="http://schemas.microsoft.com/office/drawing/2014/main" id="{27053647-94B8-D05B-60C9-ED7AFD31AB28}"/>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17795" name="Rectangle 3">
            <a:extLst>
              <a:ext uri="{FF2B5EF4-FFF2-40B4-BE49-F238E27FC236}">
                <a16:creationId xmlns:a16="http://schemas.microsoft.com/office/drawing/2014/main" id="{95E37EFD-E9CC-2789-0149-E0ED01B1DE01}"/>
              </a:ext>
            </a:extLst>
          </p:cNvPr>
          <p:cNvSpPr>
            <a:spLocks noChangeArrowheads="1"/>
          </p:cNvSpPr>
          <p:nvPr/>
        </p:nvSpPr>
        <p:spPr bwMode="auto">
          <a:xfrm>
            <a:off x="1306513" y="1116013"/>
            <a:ext cx="6732587"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3a.  Check to see how many e</a:t>
            </a:r>
            <a:r>
              <a:rPr lang="en-US" baseline="30000">
                <a:solidFill>
                  <a:srgbClr val="FFFFFF"/>
                </a:solidFill>
                <a:effectLst>
                  <a:outerShdw blurRad="38100" dist="38100" dir="2700000" algn="tl">
                    <a:srgbClr val="000000"/>
                  </a:outerShdw>
                </a:effectLst>
                <a:latin typeface="Times New Roman" pitchFamily="18" charset="0"/>
                <a:ea typeface="+mn-ea"/>
              </a:rPr>
              <a:t>-</a:t>
            </a:r>
            <a:r>
              <a:rPr lang="en-US">
                <a:solidFill>
                  <a:srgbClr val="FFFFFF"/>
                </a:solidFill>
                <a:effectLst>
                  <a:outerShdw blurRad="38100" dist="38100" dir="2700000" algn="tl">
                    <a:srgbClr val="000000"/>
                  </a:outerShdw>
                </a:effectLst>
                <a:latin typeface="Times New Roman" pitchFamily="18" charset="0"/>
                <a:ea typeface="+mn-ea"/>
              </a:rPr>
              <a:t>’s are left and all octets</a:t>
            </a:r>
          </a:p>
        </p:txBody>
      </p:sp>
      <p:sp>
        <p:nvSpPr>
          <p:cNvPr id="417796" name="Text Box 4">
            <a:extLst>
              <a:ext uri="{FF2B5EF4-FFF2-40B4-BE49-F238E27FC236}">
                <a16:creationId xmlns:a16="http://schemas.microsoft.com/office/drawing/2014/main" id="{5E06013F-C862-4A1D-A81D-0B6851386A19}"/>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17797" name="Text Box 5">
            <a:extLst>
              <a:ext uri="{FF2B5EF4-FFF2-40B4-BE49-F238E27FC236}">
                <a16:creationId xmlns:a16="http://schemas.microsoft.com/office/drawing/2014/main" id="{618111D2-ADC9-C5E3-77CD-FE358BDC123D}"/>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7798" name="Text Box 6">
            <a:extLst>
              <a:ext uri="{FF2B5EF4-FFF2-40B4-BE49-F238E27FC236}">
                <a16:creationId xmlns:a16="http://schemas.microsoft.com/office/drawing/2014/main" id="{3AD1C914-2B9A-8072-B0F8-1A6F6FD54444}"/>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7799" name="Line 7">
            <a:extLst>
              <a:ext uri="{FF2B5EF4-FFF2-40B4-BE49-F238E27FC236}">
                <a16:creationId xmlns:a16="http://schemas.microsoft.com/office/drawing/2014/main" id="{1C52F8AD-1908-FAFE-CD2D-66872D9F2A99}"/>
              </a:ext>
            </a:extLst>
          </p:cNvPr>
          <p:cNvSpPr>
            <a:spLocks noChangeShapeType="1"/>
          </p:cNvSpPr>
          <p:nvPr/>
        </p:nvSpPr>
        <p:spPr bwMode="auto">
          <a:xfrm>
            <a:off x="3309938" y="3694113"/>
            <a:ext cx="433387"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7800" name="Line 8">
            <a:extLst>
              <a:ext uri="{FF2B5EF4-FFF2-40B4-BE49-F238E27FC236}">
                <a16:creationId xmlns:a16="http://schemas.microsoft.com/office/drawing/2014/main" id="{7F0B405E-91F2-F290-7189-96142DE8A840}"/>
              </a:ext>
            </a:extLst>
          </p:cNvPr>
          <p:cNvSpPr>
            <a:spLocks noChangeShapeType="1"/>
          </p:cNvSpPr>
          <p:nvPr/>
        </p:nvSpPr>
        <p:spPr bwMode="auto">
          <a:xfrm>
            <a:off x="4799013" y="3695700"/>
            <a:ext cx="434975"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7801" name="Text Box 9">
            <a:extLst>
              <a:ext uri="{FF2B5EF4-FFF2-40B4-BE49-F238E27FC236}">
                <a16:creationId xmlns:a16="http://schemas.microsoft.com/office/drawing/2014/main" id="{3F859D7D-8192-581B-58E6-9BA06AF82277}"/>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7802" name="Line 10">
            <a:extLst>
              <a:ext uri="{FF2B5EF4-FFF2-40B4-BE49-F238E27FC236}">
                <a16:creationId xmlns:a16="http://schemas.microsoft.com/office/drawing/2014/main" id="{7B91CD38-0E12-556A-02A7-17EA032DFCB9}"/>
              </a:ext>
            </a:extLst>
          </p:cNvPr>
          <p:cNvSpPr>
            <a:spLocks noChangeShapeType="1"/>
          </p:cNvSpPr>
          <p:nvPr/>
        </p:nvSpPr>
        <p:spPr bwMode="auto">
          <a:xfrm flipV="1">
            <a:off x="4227513" y="2874963"/>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7803" name="Line 11">
            <a:extLst>
              <a:ext uri="{FF2B5EF4-FFF2-40B4-BE49-F238E27FC236}">
                <a16:creationId xmlns:a16="http://schemas.microsoft.com/office/drawing/2014/main" id="{D7CD31BC-940C-6589-748D-92B7AC25B3B5}"/>
              </a:ext>
            </a:extLst>
          </p:cNvPr>
          <p:cNvSpPr>
            <a:spLocks noChangeShapeType="1"/>
          </p:cNvSpPr>
          <p:nvPr/>
        </p:nvSpPr>
        <p:spPr bwMode="auto">
          <a:xfrm flipV="1">
            <a:off x="4213225" y="4214813"/>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7804" name="Text Box 12">
            <a:extLst>
              <a:ext uri="{FF2B5EF4-FFF2-40B4-BE49-F238E27FC236}">
                <a16:creationId xmlns:a16="http://schemas.microsoft.com/office/drawing/2014/main" id="{CAD6103B-83F9-F790-6D91-B3FBD462CBB7}"/>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grpSp>
        <p:nvGrpSpPr>
          <p:cNvPr id="242701" name="Group 13">
            <a:extLst>
              <a:ext uri="{FF2B5EF4-FFF2-40B4-BE49-F238E27FC236}">
                <a16:creationId xmlns:a16="http://schemas.microsoft.com/office/drawing/2014/main" id="{B30C44AC-2C0F-40F2-B25C-2A55B914C363}"/>
              </a:ext>
            </a:extLst>
          </p:cNvPr>
          <p:cNvGrpSpPr>
            <a:grpSpLocks/>
          </p:cNvGrpSpPr>
          <p:nvPr/>
        </p:nvGrpSpPr>
        <p:grpSpPr bwMode="auto">
          <a:xfrm>
            <a:off x="5324475" y="4181475"/>
            <a:ext cx="520700" cy="152400"/>
            <a:chOff x="990" y="2694"/>
            <a:chExt cx="328" cy="96"/>
          </a:xfrm>
        </p:grpSpPr>
        <p:sp>
          <p:nvSpPr>
            <p:cNvPr id="417806" name="Oval 14">
              <a:extLst>
                <a:ext uri="{FF2B5EF4-FFF2-40B4-BE49-F238E27FC236}">
                  <a16:creationId xmlns:a16="http://schemas.microsoft.com/office/drawing/2014/main" id="{CFC13EC4-ED8A-E960-6DB7-AC5B2FA599A1}"/>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7807" name="Oval 15">
              <a:extLst>
                <a:ext uri="{FF2B5EF4-FFF2-40B4-BE49-F238E27FC236}">
                  <a16:creationId xmlns:a16="http://schemas.microsoft.com/office/drawing/2014/main" id="{33AF477B-014D-57F0-7271-48E64ADD75D2}"/>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2702" name="Group 16">
            <a:extLst>
              <a:ext uri="{FF2B5EF4-FFF2-40B4-BE49-F238E27FC236}">
                <a16:creationId xmlns:a16="http://schemas.microsoft.com/office/drawing/2014/main" id="{A31C65CA-0F62-647B-1CE9-265246898188}"/>
              </a:ext>
            </a:extLst>
          </p:cNvPr>
          <p:cNvGrpSpPr>
            <a:grpSpLocks/>
          </p:cNvGrpSpPr>
          <p:nvPr/>
        </p:nvGrpSpPr>
        <p:grpSpPr bwMode="auto">
          <a:xfrm rot="-5400000">
            <a:off x="5922963" y="3660775"/>
            <a:ext cx="520700" cy="152400"/>
            <a:chOff x="990" y="2694"/>
            <a:chExt cx="328" cy="96"/>
          </a:xfrm>
        </p:grpSpPr>
        <p:sp>
          <p:nvSpPr>
            <p:cNvPr id="417809" name="Oval 17">
              <a:extLst>
                <a:ext uri="{FF2B5EF4-FFF2-40B4-BE49-F238E27FC236}">
                  <a16:creationId xmlns:a16="http://schemas.microsoft.com/office/drawing/2014/main" id="{D980DE50-3F82-17FE-134E-4D080A4933FF}"/>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7810" name="Oval 18">
              <a:extLst>
                <a:ext uri="{FF2B5EF4-FFF2-40B4-BE49-F238E27FC236}">
                  <a16:creationId xmlns:a16="http://schemas.microsoft.com/office/drawing/2014/main" id="{86798CC1-239F-0AD6-92F8-E50738784762}"/>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2703" name="Group 19">
            <a:extLst>
              <a:ext uri="{FF2B5EF4-FFF2-40B4-BE49-F238E27FC236}">
                <a16:creationId xmlns:a16="http://schemas.microsoft.com/office/drawing/2014/main" id="{48554995-4FBF-BCD3-8F0A-646DD9CDB4DE}"/>
              </a:ext>
            </a:extLst>
          </p:cNvPr>
          <p:cNvGrpSpPr>
            <a:grpSpLocks/>
          </p:cNvGrpSpPr>
          <p:nvPr/>
        </p:nvGrpSpPr>
        <p:grpSpPr bwMode="auto">
          <a:xfrm>
            <a:off x="5326063" y="3063875"/>
            <a:ext cx="520700" cy="152400"/>
            <a:chOff x="990" y="2694"/>
            <a:chExt cx="328" cy="96"/>
          </a:xfrm>
        </p:grpSpPr>
        <p:sp>
          <p:nvSpPr>
            <p:cNvPr id="417812" name="Oval 20">
              <a:extLst>
                <a:ext uri="{FF2B5EF4-FFF2-40B4-BE49-F238E27FC236}">
                  <a16:creationId xmlns:a16="http://schemas.microsoft.com/office/drawing/2014/main" id="{877CC723-3000-CCB3-30D0-C8AEFD3A29A0}"/>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7813" name="Oval 21">
              <a:extLst>
                <a:ext uri="{FF2B5EF4-FFF2-40B4-BE49-F238E27FC236}">
                  <a16:creationId xmlns:a16="http://schemas.microsoft.com/office/drawing/2014/main" id="{7691B2C7-87F3-D8E8-7CF8-1D5A48DBC724}"/>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2704" name="Group 22">
            <a:extLst>
              <a:ext uri="{FF2B5EF4-FFF2-40B4-BE49-F238E27FC236}">
                <a16:creationId xmlns:a16="http://schemas.microsoft.com/office/drawing/2014/main" id="{336EEFCE-3096-C351-663D-029BAA1E6FE7}"/>
              </a:ext>
            </a:extLst>
          </p:cNvPr>
          <p:cNvGrpSpPr>
            <a:grpSpLocks/>
          </p:cNvGrpSpPr>
          <p:nvPr/>
        </p:nvGrpSpPr>
        <p:grpSpPr bwMode="auto">
          <a:xfrm>
            <a:off x="3986213" y="1811338"/>
            <a:ext cx="520700" cy="152400"/>
            <a:chOff x="990" y="2694"/>
            <a:chExt cx="328" cy="96"/>
          </a:xfrm>
        </p:grpSpPr>
        <p:sp>
          <p:nvSpPr>
            <p:cNvPr id="417815" name="Oval 23">
              <a:extLst>
                <a:ext uri="{FF2B5EF4-FFF2-40B4-BE49-F238E27FC236}">
                  <a16:creationId xmlns:a16="http://schemas.microsoft.com/office/drawing/2014/main" id="{625E93CE-10E9-D5EF-74E5-A47AFA9BEAF6}"/>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7816" name="Oval 24">
              <a:extLst>
                <a:ext uri="{FF2B5EF4-FFF2-40B4-BE49-F238E27FC236}">
                  <a16:creationId xmlns:a16="http://schemas.microsoft.com/office/drawing/2014/main" id="{61C87F8D-9814-61AB-63B7-1FDEAAA5CE75}"/>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2705" name="Group 25">
            <a:extLst>
              <a:ext uri="{FF2B5EF4-FFF2-40B4-BE49-F238E27FC236}">
                <a16:creationId xmlns:a16="http://schemas.microsoft.com/office/drawing/2014/main" id="{7BFC4158-A5D1-B478-D11A-72EC4FDA5900}"/>
              </a:ext>
            </a:extLst>
          </p:cNvPr>
          <p:cNvGrpSpPr>
            <a:grpSpLocks/>
          </p:cNvGrpSpPr>
          <p:nvPr/>
        </p:nvGrpSpPr>
        <p:grpSpPr bwMode="auto">
          <a:xfrm rot="-5400000">
            <a:off x="4521200" y="2344738"/>
            <a:ext cx="520700" cy="152400"/>
            <a:chOff x="990" y="2694"/>
            <a:chExt cx="328" cy="96"/>
          </a:xfrm>
        </p:grpSpPr>
        <p:sp>
          <p:nvSpPr>
            <p:cNvPr id="417818" name="Oval 26">
              <a:extLst>
                <a:ext uri="{FF2B5EF4-FFF2-40B4-BE49-F238E27FC236}">
                  <a16:creationId xmlns:a16="http://schemas.microsoft.com/office/drawing/2014/main" id="{98E2B48F-F305-9FDC-B5D0-D68F6B3C3240}"/>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7819" name="Oval 27">
              <a:extLst>
                <a:ext uri="{FF2B5EF4-FFF2-40B4-BE49-F238E27FC236}">
                  <a16:creationId xmlns:a16="http://schemas.microsoft.com/office/drawing/2014/main" id="{BF9C3E1F-89B2-29A0-B370-50345741562A}"/>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2706" name="Group 28">
            <a:extLst>
              <a:ext uri="{FF2B5EF4-FFF2-40B4-BE49-F238E27FC236}">
                <a16:creationId xmlns:a16="http://schemas.microsoft.com/office/drawing/2014/main" id="{8E5208A6-428F-E968-59DB-36A8CA044830}"/>
              </a:ext>
            </a:extLst>
          </p:cNvPr>
          <p:cNvGrpSpPr>
            <a:grpSpLocks/>
          </p:cNvGrpSpPr>
          <p:nvPr/>
        </p:nvGrpSpPr>
        <p:grpSpPr bwMode="auto">
          <a:xfrm rot="-5400000">
            <a:off x="3470275" y="2363788"/>
            <a:ext cx="520700" cy="152400"/>
            <a:chOff x="990" y="2694"/>
            <a:chExt cx="328" cy="96"/>
          </a:xfrm>
        </p:grpSpPr>
        <p:sp>
          <p:nvSpPr>
            <p:cNvPr id="417821" name="Oval 29">
              <a:extLst>
                <a:ext uri="{FF2B5EF4-FFF2-40B4-BE49-F238E27FC236}">
                  <a16:creationId xmlns:a16="http://schemas.microsoft.com/office/drawing/2014/main" id="{F9C1DDD1-84CB-7B39-7536-AA5A209D2DDC}"/>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7822" name="Oval 30">
              <a:extLst>
                <a:ext uri="{FF2B5EF4-FFF2-40B4-BE49-F238E27FC236}">
                  <a16:creationId xmlns:a16="http://schemas.microsoft.com/office/drawing/2014/main" id="{B216CF5A-1BBD-486D-D78C-114355B909AB}"/>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2707" name="Group 31">
            <a:extLst>
              <a:ext uri="{FF2B5EF4-FFF2-40B4-BE49-F238E27FC236}">
                <a16:creationId xmlns:a16="http://schemas.microsoft.com/office/drawing/2014/main" id="{30334730-AC51-E78B-E6C1-613110ECC6FF}"/>
              </a:ext>
            </a:extLst>
          </p:cNvPr>
          <p:cNvGrpSpPr>
            <a:grpSpLocks/>
          </p:cNvGrpSpPr>
          <p:nvPr/>
        </p:nvGrpSpPr>
        <p:grpSpPr bwMode="auto">
          <a:xfrm>
            <a:off x="3921125" y="5524500"/>
            <a:ext cx="520700" cy="152400"/>
            <a:chOff x="990" y="2694"/>
            <a:chExt cx="328" cy="96"/>
          </a:xfrm>
        </p:grpSpPr>
        <p:sp>
          <p:nvSpPr>
            <p:cNvPr id="417824" name="Oval 32">
              <a:extLst>
                <a:ext uri="{FF2B5EF4-FFF2-40B4-BE49-F238E27FC236}">
                  <a16:creationId xmlns:a16="http://schemas.microsoft.com/office/drawing/2014/main" id="{31D2F761-82C6-56CC-8B1E-6DF4848BFCA6}"/>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7825" name="Oval 33">
              <a:extLst>
                <a:ext uri="{FF2B5EF4-FFF2-40B4-BE49-F238E27FC236}">
                  <a16:creationId xmlns:a16="http://schemas.microsoft.com/office/drawing/2014/main" id="{842BB8B5-1580-8AB4-F196-95F16A8B7405}"/>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2708" name="Group 34">
            <a:extLst>
              <a:ext uri="{FF2B5EF4-FFF2-40B4-BE49-F238E27FC236}">
                <a16:creationId xmlns:a16="http://schemas.microsoft.com/office/drawing/2014/main" id="{0AAAF3AE-9B94-FDF9-D3C2-BC73CBDDE696}"/>
              </a:ext>
            </a:extLst>
          </p:cNvPr>
          <p:cNvGrpSpPr>
            <a:grpSpLocks/>
          </p:cNvGrpSpPr>
          <p:nvPr/>
        </p:nvGrpSpPr>
        <p:grpSpPr bwMode="auto">
          <a:xfrm rot="-5400000">
            <a:off x="4473575" y="4987925"/>
            <a:ext cx="520700" cy="152400"/>
            <a:chOff x="990" y="2694"/>
            <a:chExt cx="328" cy="96"/>
          </a:xfrm>
        </p:grpSpPr>
        <p:sp>
          <p:nvSpPr>
            <p:cNvPr id="417827" name="Oval 35">
              <a:extLst>
                <a:ext uri="{FF2B5EF4-FFF2-40B4-BE49-F238E27FC236}">
                  <a16:creationId xmlns:a16="http://schemas.microsoft.com/office/drawing/2014/main" id="{329022A1-4371-E689-B553-F0FE178FBADB}"/>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7828" name="Oval 36">
              <a:extLst>
                <a:ext uri="{FF2B5EF4-FFF2-40B4-BE49-F238E27FC236}">
                  <a16:creationId xmlns:a16="http://schemas.microsoft.com/office/drawing/2014/main" id="{30D553F2-C11F-C854-629C-5034D93E0631}"/>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2709" name="Group 37">
            <a:extLst>
              <a:ext uri="{FF2B5EF4-FFF2-40B4-BE49-F238E27FC236}">
                <a16:creationId xmlns:a16="http://schemas.microsoft.com/office/drawing/2014/main" id="{82CBC566-9B7F-DA14-7634-E76563FD1367}"/>
              </a:ext>
            </a:extLst>
          </p:cNvPr>
          <p:cNvGrpSpPr>
            <a:grpSpLocks/>
          </p:cNvGrpSpPr>
          <p:nvPr/>
        </p:nvGrpSpPr>
        <p:grpSpPr bwMode="auto">
          <a:xfrm rot="-5400000">
            <a:off x="3422650" y="4989513"/>
            <a:ext cx="520700" cy="152400"/>
            <a:chOff x="990" y="2694"/>
            <a:chExt cx="328" cy="96"/>
          </a:xfrm>
        </p:grpSpPr>
        <p:sp>
          <p:nvSpPr>
            <p:cNvPr id="417830" name="Oval 38">
              <a:extLst>
                <a:ext uri="{FF2B5EF4-FFF2-40B4-BE49-F238E27FC236}">
                  <a16:creationId xmlns:a16="http://schemas.microsoft.com/office/drawing/2014/main" id="{97D758F1-C009-CE89-EE0D-BD6DB72FD484}"/>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7831" name="Oval 39">
              <a:extLst>
                <a:ext uri="{FF2B5EF4-FFF2-40B4-BE49-F238E27FC236}">
                  <a16:creationId xmlns:a16="http://schemas.microsoft.com/office/drawing/2014/main" id="{7FCD31C1-F21C-6F6D-37EF-4AAD40EB7C7C}"/>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2710" name="Group 40">
            <a:extLst>
              <a:ext uri="{FF2B5EF4-FFF2-40B4-BE49-F238E27FC236}">
                <a16:creationId xmlns:a16="http://schemas.microsoft.com/office/drawing/2014/main" id="{3487F11A-6BE4-C643-4FE5-6066CCCFCF19}"/>
              </a:ext>
            </a:extLst>
          </p:cNvPr>
          <p:cNvGrpSpPr>
            <a:grpSpLocks/>
          </p:cNvGrpSpPr>
          <p:nvPr/>
        </p:nvGrpSpPr>
        <p:grpSpPr bwMode="auto">
          <a:xfrm>
            <a:off x="2535238" y="4132263"/>
            <a:ext cx="520700" cy="152400"/>
            <a:chOff x="990" y="2694"/>
            <a:chExt cx="328" cy="96"/>
          </a:xfrm>
        </p:grpSpPr>
        <p:sp>
          <p:nvSpPr>
            <p:cNvPr id="417833" name="Oval 41">
              <a:extLst>
                <a:ext uri="{FF2B5EF4-FFF2-40B4-BE49-F238E27FC236}">
                  <a16:creationId xmlns:a16="http://schemas.microsoft.com/office/drawing/2014/main" id="{3250FD92-D434-1F3D-BE41-DE6BB5B4D85B}"/>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7834" name="Oval 42">
              <a:extLst>
                <a:ext uri="{FF2B5EF4-FFF2-40B4-BE49-F238E27FC236}">
                  <a16:creationId xmlns:a16="http://schemas.microsoft.com/office/drawing/2014/main" id="{5D1CE52B-F2E5-1D26-139F-0BCD3C5132B0}"/>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2711" name="Group 43">
            <a:extLst>
              <a:ext uri="{FF2B5EF4-FFF2-40B4-BE49-F238E27FC236}">
                <a16:creationId xmlns:a16="http://schemas.microsoft.com/office/drawing/2014/main" id="{AA7D2A5C-AC1E-63E6-5EBB-65F4116B7055}"/>
              </a:ext>
            </a:extLst>
          </p:cNvPr>
          <p:cNvGrpSpPr>
            <a:grpSpLocks/>
          </p:cNvGrpSpPr>
          <p:nvPr/>
        </p:nvGrpSpPr>
        <p:grpSpPr bwMode="auto">
          <a:xfrm rot="-5400000">
            <a:off x="2035175" y="3584575"/>
            <a:ext cx="520700" cy="152400"/>
            <a:chOff x="990" y="2694"/>
            <a:chExt cx="328" cy="96"/>
          </a:xfrm>
        </p:grpSpPr>
        <p:sp>
          <p:nvSpPr>
            <p:cNvPr id="417836" name="Oval 44">
              <a:extLst>
                <a:ext uri="{FF2B5EF4-FFF2-40B4-BE49-F238E27FC236}">
                  <a16:creationId xmlns:a16="http://schemas.microsoft.com/office/drawing/2014/main" id="{741FEBC4-0DA8-6AEE-420C-9F70E4F1EDA1}"/>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7837" name="Oval 45">
              <a:extLst>
                <a:ext uri="{FF2B5EF4-FFF2-40B4-BE49-F238E27FC236}">
                  <a16:creationId xmlns:a16="http://schemas.microsoft.com/office/drawing/2014/main" id="{73B37FD6-15C4-2095-0D24-E2306D749A1E}"/>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2712" name="Group 46">
            <a:extLst>
              <a:ext uri="{FF2B5EF4-FFF2-40B4-BE49-F238E27FC236}">
                <a16:creationId xmlns:a16="http://schemas.microsoft.com/office/drawing/2014/main" id="{0C69E0E5-3810-53BB-713E-068AD482D62D}"/>
              </a:ext>
            </a:extLst>
          </p:cNvPr>
          <p:cNvGrpSpPr>
            <a:grpSpLocks/>
          </p:cNvGrpSpPr>
          <p:nvPr/>
        </p:nvGrpSpPr>
        <p:grpSpPr bwMode="auto">
          <a:xfrm>
            <a:off x="2554288" y="2998788"/>
            <a:ext cx="520700" cy="152400"/>
            <a:chOff x="990" y="2694"/>
            <a:chExt cx="328" cy="96"/>
          </a:xfrm>
        </p:grpSpPr>
        <p:sp>
          <p:nvSpPr>
            <p:cNvPr id="417839" name="Oval 47">
              <a:extLst>
                <a:ext uri="{FF2B5EF4-FFF2-40B4-BE49-F238E27FC236}">
                  <a16:creationId xmlns:a16="http://schemas.microsoft.com/office/drawing/2014/main" id="{0FFC61E5-D026-962C-0604-293F2A37C57D}"/>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7840" name="Oval 48">
              <a:extLst>
                <a:ext uri="{FF2B5EF4-FFF2-40B4-BE49-F238E27FC236}">
                  <a16:creationId xmlns:a16="http://schemas.microsoft.com/office/drawing/2014/main" id="{64E113B5-29D1-8377-82D1-8B3558B99A0E}"/>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17841" name="Text Box 49">
            <a:extLst>
              <a:ext uri="{FF2B5EF4-FFF2-40B4-BE49-F238E27FC236}">
                <a16:creationId xmlns:a16="http://schemas.microsoft.com/office/drawing/2014/main" id="{3BBA04C2-0905-F613-FF3F-30FDA552C176}"/>
              </a:ext>
            </a:extLst>
          </p:cNvPr>
          <p:cNvSpPr txBox="1">
            <a:spLocks noChangeArrowheads="1"/>
          </p:cNvSpPr>
          <p:nvPr/>
        </p:nvSpPr>
        <p:spPr bwMode="auto">
          <a:xfrm>
            <a:off x="6051550" y="1922463"/>
            <a:ext cx="2840038" cy="1801812"/>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0 + 32 = 32 e</a:t>
            </a:r>
            <a:r>
              <a:rPr lang="en-US" sz="2800" baseline="30000">
                <a:solidFill>
                  <a:srgbClr val="FAFD00"/>
                </a:solidFill>
                <a:effectLst>
                  <a:outerShdw blurRad="38100" dist="38100" dir="2700000" algn="tl">
                    <a:srgbClr val="000000"/>
                  </a:outerShdw>
                </a:effectLst>
                <a:latin typeface="Times New Roman" pitchFamily="18" charset="0"/>
                <a:ea typeface="+mn-ea"/>
              </a:rPr>
              <a:t>-</a:t>
            </a:r>
            <a:r>
              <a:rPr lang="en-US" sz="2800">
                <a:solidFill>
                  <a:srgbClr val="FAFD00"/>
                </a:solidFill>
                <a:effectLst>
                  <a:outerShdw blurRad="38100" dist="38100" dir="2700000" algn="tl">
                    <a:srgbClr val="000000"/>
                  </a:outerShdw>
                </a:effectLst>
                <a:latin typeface="Times New Roman" pitchFamily="18" charset="0"/>
                <a:ea typeface="+mn-ea"/>
              </a:rPr>
              <a:t>’s  </a:t>
            </a:r>
          </a:p>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I haven’t used</a:t>
            </a:r>
          </a:p>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all 36 e</a:t>
            </a:r>
            <a:r>
              <a:rPr lang="en-US" sz="2800" baseline="30000">
                <a:solidFill>
                  <a:srgbClr val="FAFD00"/>
                </a:solidFill>
                <a:effectLst>
                  <a:outerShdw blurRad="38100" dist="38100" dir="2700000" algn="tl">
                    <a:srgbClr val="000000"/>
                  </a:outerShdw>
                </a:effectLst>
                <a:latin typeface="Times New Roman" pitchFamily="18" charset="0"/>
                <a:ea typeface="+mn-ea"/>
              </a:rPr>
              <a:t>-</a:t>
            </a:r>
            <a:r>
              <a:rPr lang="en-US" sz="2800">
                <a:solidFill>
                  <a:srgbClr val="FAFD00"/>
                </a:solidFill>
                <a:effectLst>
                  <a:outerShdw blurRad="38100" dist="38100" dir="2700000" algn="tl">
                    <a:srgbClr val="000000"/>
                  </a:outerShdw>
                </a:effectLst>
                <a:latin typeface="Times New Roman" pitchFamily="18" charset="0"/>
                <a:ea typeface="+mn-ea"/>
              </a:rPr>
              <a:t>’s!</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7842" name="Oval 50">
            <a:extLst>
              <a:ext uri="{FF2B5EF4-FFF2-40B4-BE49-F238E27FC236}">
                <a16:creationId xmlns:a16="http://schemas.microsoft.com/office/drawing/2014/main" id="{A2FF5053-1982-2334-FFB1-8CA073B378E5}"/>
              </a:ext>
            </a:extLst>
          </p:cNvPr>
          <p:cNvSpPr>
            <a:spLocks noChangeArrowheads="1"/>
          </p:cNvSpPr>
          <p:nvPr/>
        </p:nvSpPr>
        <p:spPr bwMode="auto">
          <a:xfrm>
            <a:off x="3394075" y="2806700"/>
            <a:ext cx="1687513" cy="1771650"/>
          </a:xfrm>
          <a:prstGeom prst="ellipse">
            <a:avLst/>
          </a:prstGeom>
          <a:noFill/>
          <a:ln w="28575">
            <a:solidFill>
              <a:schemeClr val="accent2"/>
            </a:solidFill>
            <a:prstDash val="dash"/>
            <a:round/>
            <a:headEnd/>
            <a:tailEnd/>
          </a:ln>
          <a:effectLst/>
        </p:spPr>
        <p:txBody>
          <a:bodyPr wrap="none" anchor="ctr"/>
          <a:lstStyle/>
          <a:p>
            <a:pPr algn="ctr">
              <a:defRPr/>
            </a:pP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7843" name="Text Box 51">
            <a:extLst>
              <a:ext uri="{FF2B5EF4-FFF2-40B4-BE49-F238E27FC236}">
                <a16:creationId xmlns:a16="http://schemas.microsoft.com/office/drawing/2014/main" id="{6F21E151-6144-0133-616E-6FE5EF6037DD}"/>
              </a:ext>
            </a:extLst>
          </p:cNvPr>
          <p:cNvSpPr txBox="1">
            <a:spLocks noChangeArrowheads="1"/>
          </p:cNvSpPr>
          <p:nvPr/>
        </p:nvSpPr>
        <p:spPr bwMode="auto">
          <a:xfrm>
            <a:off x="592138" y="5667375"/>
            <a:ext cx="1236662"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36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a:extLst>
              <a:ext uri="{FF2B5EF4-FFF2-40B4-BE49-F238E27FC236}">
                <a16:creationId xmlns:a16="http://schemas.microsoft.com/office/drawing/2014/main" id="{21C62AAB-D8F1-12E0-D2C4-605EF3C9404F}"/>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18819" name="Rectangle 3">
            <a:extLst>
              <a:ext uri="{FF2B5EF4-FFF2-40B4-BE49-F238E27FC236}">
                <a16:creationId xmlns:a16="http://schemas.microsoft.com/office/drawing/2014/main" id="{733315DA-BBA1-0FA2-6739-2706A7806734}"/>
              </a:ext>
            </a:extLst>
          </p:cNvPr>
          <p:cNvSpPr>
            <a:spLocks noChangeArrowheads="1"/>
          </p:cNvSpPr>
          <p:nvPr/>
        </p:nvSpPr>
        <p:spPr bwMode="auto">
          <a:xfrm>
            <a:off x="1306513" y="1116013"/>
            <a:ext cx="2911475"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If e</a:t>
            </a:r>
            <a:r>
              <a:rPr lang="en-US" baseline="30000">
                <a:solidFill>
                  <a:srgbClr val="FFFFFF"/>
                </a:solidFill>
                <a:effectLst>
                  <a:outerShdw blurRad="38100" dist="38100" dir="2700000" algn="tl">
                    <a:srgbClr val="000000"/>
                  </a:outerShdw>
                </a:effectLst>
                <a:latin typeface="Times New Roman" pitchFamily="18" charset="0"/>
                <a:ea typeface="+mn-ea"/>
              </a:rPr>
              <a:t>-</a:t>
            </a:r>
            <a:r>
              <a:rPr lang="en-US">
                <a:solidFill>
                  <a:srgbClr val="FFFFFF"/>
                </a:solidFill>
                <a:effectLst>
                  <a:outerShdw blurRad="38100" dist="38100" dir="2700000" algn="tl">
                    <a:srgbClr val="000000"/>
                  </a:outerShdw>
                </a:effectLst>
                <a:latin typeface="Times New Roman" pitchFamily="18" charset="0"/>
                <a:ea typeface="+mn-ea"/>
              </a:rPr>
              <a:t>’s still left, go to 4</a:t>
            </a:r>
          </a:p>
        </p:txBody>
      </p:sp>
      <p:sp>
        <p:nvSpPr>
          <p:cNvPr id="418820" name="Text Box 4">
            <a:extLst>
              <a:ext uri="{FF2B5EF4-FFF2-40B4-BE49-F238E27FC236}">
                <a16:creationId xmlns:a16="http://schemas.microsoft.com/office/drawing/2014/main" id="{711CAD73-E20D-24AA-DD28-49395EAF20BB}"/>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18821" name="Text Box 5">
            <a:extLst>
              <a:ext uri="{FF2B5EF4-FFF2-40B4-BE49-F238E27FC236}">
                <a16:creationId xmlns:a16="http://schemas.microsoft.com/office/drawing/2014/main" id="{81D3262C-881D-CF28-AF69-AF5479B55BD7}"/>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8822" name="Text Box 6">
            <a:extLst>
              <a:ext uri="{FF2B5EF4-FFF2-40B4-BE49-F238E27FC236}">
                <a16:creationId xmlns:a16="http://schemas.microsoft.com/office/drawing/2014/main" id="{9308BFD8-5208-40B5-583E-B070269761A7}"/>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8823" name="Line 7">
            <a:extLst>
              <a:ext uri="{FF2B5EF4-FFF2-40B4-BE49-F238E27FC236}">
                <a16:creationId xmlns:a16="http://schemas.microsoft.com/office/drawing/2014/main" id="{638D8195-78B0-450E-17A1-83759C696DD0}"/>
              </a:ext>
            </a:extLst>
          </p:cNvPr>
          <p:cNvSpPr>
            <a:spLocks noChangeShapeType="1"/>
          </p:cNvSpPr>
          <p:nvPr/>
        </p:nvSpPr>
        <p:spPr bwMode="auto">
          <a:xfrm>
            <a:off x="3309938" y="3694113"/>
            <a:ext cx="433387"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8824" name="Line 8">
            <a:extLst>
              <a:ext uri="{FF2B5EF4-FFF2-40B4-BE49-F238E27FC236}">
                <a16:creationId xmlns:a16="http://schemas.microsoft.com/office/drawing/2014/main" id="{26396CB7-6EA8-05A0-C2E8-4B3AD38825F8}"/>
              </a:ext>
            </a:extLst>
          </p:cNvPr>
          <p:cNvSpPr>
            <a:spLocks noChangeShapeType="1"/>
          </p:cNvSpPr>
          <p:nvPr/>
        </p:nvSpPr>
        <p:spPr bwMode="auto">
          <a:xfrm>
            <a:off x="4799013" y="3695700"/>
            <a:ext cx="434975"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8825" name="Text Box 9">
            <a:extLst>
              <a:ext uri="{FF2B5EF4-FFF2-40B4-BE49-F238E27FC236}">
                <a16:creationId xmlns:a16="http://schemas.microsoft.com/office/drawing/2014/main" id="{92BFB495-C97A-386A-EA4B-602C1B93CFAA}"/>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8826" name="Line 10">
            <a:extLst>
              <a:ext uri="{FF2B5EF4-FFF2-40B4-BE49-F238E27FC236}">
                <a16:creationId xmlns:a16="http://schemas.microsoft.com/office/drawing/2014/main" id="{9CE59F92-987D-D3B7-DC8A-046DA2822542}"/>
              </a:ext>
            </a:extLst>
          </p:cNvPr>
          <p:cNvSpPr>
            <a:spLocks noChangeShapeType="1"/>
          </p:cNvSpPr>
          <p:nvPr/>
        </p:nvSpPr>
        <p:spPr bwMode="auto">
          <a:xfrm flipV="1">
            <a:off x="4227513" y="2874963"/>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8827" name="Line 11">
            <a:extLst>
              <a:ext uri="{FF2B5EF4-FFF2-40B4-BE49-F238E27FC236}">
                <a16:creationId xmlns:a16="http://schemas.microsoft.com/office/drawing/2014/main" id="{62A2BE44-6FEE-E89A-D8D4-67CEB42574B4}"/>
              </a:ext>
            </a:extLst>
          </p:cNvPr>
          <p:cNvSpPr>
            <a:spLocks noChangeShapeType="1"/>
          </p:cNvSpPr>
          <p:nvPr/>
        </p:nvSpPr>
        <p:spPr bwMode="auto">
          <a:xfrm flipV="1">
            <a:off x="4213225" y="4214813"/>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8828" name="Text Box 12">
            <a:extLst>
              <a:ext uri="{FF2B5EF4-FFF2-40B4-BE49-F238E27FC236}">
                <a16:creationId xmlns:a16="http://schemas.microsoft.com/office/drawing/2014/main" id="{20F00701-ABBA-9AD8-A6E9-20DD1008DEE0}"/>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grpSp>
        <p:nvGrpSpPr>
          <p:cNvPr id="244749" name="Group 13">
            <a:extLst>
              <a:ext uri="{FF2B5EF4-FFF2-40B4-BE49-F238E27FC236}">
                <a16:creationId xmlns:a16="http://schemas.microsoft.com/office/drawing/2014/main" id="{9DE2B7F5-0F98-DEF1-C2FC-E955E853FC8E}"/>
              </a:ext>
            </a:extLst>
          </p:cNvPr>
          <p:cNvGrpSpPr>
            <a:grpSpLocks/>
          </p:cNvGrpSpPr>
          <p:nvPr/>
        </p:nvGrpSpPr>
        <p:grpSpPr bwMode="auto">
          <a:xfrm>
            <a:off x="5324475" y="4181475"/>
            <a:ext cx="520700" cy="152400"/>
            <a:chOff x="990" y="2694"/>
            <a:chExt cx="328" cy="96"/>
          </a:xfrm>
        </p:grpSpPr>
        <p:sp>
          <p:nvSpPr>
            <p:cNvPr id="418830" name="Oval 14">
              <a:extLst>
                <a:ext uri="{FF2B5EF4-FFF2-40B4-BE49-F238E27FC236}">
                  <a16:creationId xmlns:a16="http://schemas.microsoft.com/office/drawing/2014/main" id="{0F8E1F0E-9909-72B4-E31C-73B87DAB029D}"/>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8831" name="Oval 15">
              <a:extLst>
                <a:ext uri="{FF2B5EF4-FFF2-40B4-BE49-F238E27FC236}">
                  <a16:creationId xmlns:a16="http://schemas.microsoft.com/office/drawing/2014/main" id="{A6FC83D9-DAEE-F60C-5D06-0879845AA8F5}"/>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4750" name="Group 16">
            <a:extLst>
              <a:ext uri="{FF2B5EF4-FFF2-40B4-BE49-F238E27FC236}">
                <a16:creationId xmlns:a16="http://schemas.microsoft.com/office/drawing/2014/main" id="{312551E9-FE9E-BE81-087D-99C91105A504}"/>
              </a:ext>
            </a:extLst>
          </p:cNvPr>
          <p:cNvGrpSpPr>
            <a:grpSpLocks/>
          </p:cNvGrpSpPr>
          <p:nvPr/>
        </p:nvGrpSpPr>
        <p:grpSpPr bwMode="auto">
          <a:xfrm rot="-5400000">
            <a:off x="5922963" y="3660775"/>
            <a:ext cx="520700" cy="152400"/>
            <a:chOff x="990" y="2694"/>
            <a:chExt cx="328" cy="96"/>
          </a:xfrm>
        </p:grpSpPr>
        <p:sp>
          <p:nvSpPr>
            <p:cNvPr id="418833" name="Oval 17">
              <a:extLst>
                <a:ext uri="{FF2B5EF4-FFF2-40B4-BE49-F238E27FC236}">
                  <a16:creationId xmlns:a16="http://schemas.microsoft.com/office/drawing/2014/main" id="{E4B38A34-EC96-8F1F-2974-F124211067A0}"/>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8834" name="Oval 18">
              <a:extLst>
                <a:ext uri="{FF2B5EF4-FFF2-40B4-BE49-F238E27FC236}">
                  <a16:creationId xmlns:a16="http://schemas.microsoft.com/office/drawing/2014/main" id="{358BF908-A2B6-5187-93BE-2A09E3C06FC2}"/>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4751" name="Group 19">
            <a:extLst>
              <a:ext uri="{FF2B5EF4-FFF2-40B4-BE49-F238E27FC236}">
                <a16:creationId xmlns:a16="http://schemas.microsoft.com/office/drawing/2014/main" id="{430CF2FE-EB78-81FF-CD01-58CA81991DE1}"/>
              </a:ext>
            </a:extLst>
          </p:cNvPr>
          <p:cNvGrpSpPr>
            <a:grpSpLocks/>
          </p:cNvGrpSpPr>
          <p:nvPr/>
        </p:nvGrpSpPr>
        <p:grpSpPr bwMode="auto">
          <a:xfrm>
            <a:off x="5326063" y="3063875"/>
            <a:ext cx="520700" cy="152400"/>
            <a:chOff x="990" y="2694"/>
            <a:chExt cx="328" cy="96"/>
          </a:xfrm>
        </p:grpSpPr>
        <p:sp>
          <p:nvSpPr>
            <p:cNvPr id="418836" name="Oval 20">
              <a:extLst>
                <a:ext uri="{FF2B5EF4-FFF2-40B4-BE49-F238E27FC236}">
                  <a16:creationId xmlns:a16="http://schemas.microsoft.com/office/drawing/2014/main" id="{AD0AAB53-822E-B323-3EE8-DEC5AE53B425}"/>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8837" name="Oval 21">
              <a:extLst>
                <a:ext uri="{FF2B5EF4-FFF2-40B4-BE49-F238E27FC236}">
                  <a16:creationId xmlns:a16="http://schemas.microsoft.com/office/drawing/2014/main" id="{DC705C66-A805-8DF2-DD36-FA3F2F143CB8}"/>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4752" name="Group 22">
            <a:extLst>
              <a:ext uri="{FF2B5EF4-FFF2-40B4-BE49-F238E27FC236}">
                <a16:creationId xmlns:a16="http://schemas.microsoft.com/office/drawing/2014/main" id="{550471D2-F141-316D-C6C2-B89B6A9D669C}"/>
              </a:ext>
            </a:extLst>
          </p:cNvPr>
          <p:cNvGrpSpPr>
            <a:grpSpLocks/>
          </p:cNvGrpSpPr>
          <p:nvPr/>
        </p:nvGrpSpPr>
        <p:grpSpPr bwMode="auto">
          <a:xfrm>
            <a:off x="3986213" y="1811338"/>
            <a:ext cx="520700" cy="152400"/>
            <a:chOff x="990" y="2694"/>
            <a:chExt cx="328" cy="96"/>
          </a:xfrm>
        </p:grpSpPr>
        <p:sp>
          <p:nvSpPr>
            <p:cNvPr id="418839" name="Oval 23">
              <a:extLst>
                <a:ext uri="{FF2B5EF4-FFF2-40B4-BE49-F238E27FC236}">
                  <a16:creationId xmlns:a16="http://schemas.microsoft.com/office/drawing/2014/main" id="{6D3CBDCC-1BB3-F64B-BCB4-0DF328075748}"/>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8840" name="Oval 24">
              <a:extLst>
                <a:ext uri="{FF2B5EF4-FFF2-40B4-BE49-F238E27FC236}">
                  <a16:creationId xmlns:a16="http://schemas.microsoft.com/office/drawing/2014/main" id="{FCAC6A08-4699-3B00-D306-F4DE37D4901B}"/>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4753" name="Group 25">
            <a:extLst>
              <a:ext uri="{FF2B5EF4-FFF2-40B4-BE49-F238E27FC236}">
                <a16:creationId xmlns:a16="http://schemas.microsoft.com/office/drawing/2014/main" id="{62907C43-99E0-07B8-BEAB-1960F0482926}"/>
              </a:ext>
            </a:extLst>
          </p:cNvPr>
          <p:cNvGrpSpPr>
            <a:grpSpLocks/>
          </p:cNvGrpSpPr>
          <p:nvPr/>
        </p:nvGrpSpPr>
        <p:grpSpPr bwMode="auto">
          <a:xfrm rot="-5400000">
            <a:off x="4521200" y="2344738"/>
            <a:ext cx="520700" cy="152400"/>
            <a:chOff x="990" y="2694"/>
            <a:chExt cx="328" cy="96"/>
          </a:xfrm>
        </p:grpSpPr>
        <p:sp>
          <p:nvSpPr>
            <p:cNvPr id="418842" name="Oval 26">
              <a:extLst>
                <a:ext uri="{FF2B5EF4-FFF2-40B4-BE49-F238E27FC236}">
                  <a16:creationId xmlns:a16="http://schemas.microsoft.com/office/drawing/2014/main" id="{BCA72264-E4D7-75C1-58FC-1BA7C3CEE9DC}"/>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8843" name="Oval 27">
              <a:extLst>
                <a:ext uri="{FF2B5EF4-FFF2-40B4-BE49-F238E27FC236}">
                  <a16:creationId xmlns:a16="http://schemas.microsoft.com/office/drawing/2014/main" id="{89AEB529-4D57-73DA-3DB3-8421EAF04E46}"/>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4754" name="Group 28">
            <a:extLst>
              <a:ext uri="{FF2B5EF4-FFF2-40B4-BE49-F238E27FC236}">
                <a16:creationId xmlns:a16="http://schemas.microsoft.com/office/drawing/2014/main" id="{D2A58089-5D7C-6165-DC7D-8D3287200A46}"/>
              </a:ext>
            </a:extLst>
          </p:cNvPr>
          <p:cNvGrpSpPr>
            <a:grpSpLocks/>
          </p:cNvGrpSpPr>
          <p:nvPr/>
        </p:nvGrpSpPr>
        <p:grpSpPr bwMode="auto">
          <a:xfrm rot="-5400000">
            <a:off x="3470275" y="2363788"/>
            <a:ext cx="520700" cy="152400"/>
            <a:chOff x="990" y="2694"/>
            <a:chExt cx="328" cy="96"/>
          </a:xfrm>
        </p:grpSpPr>
        <p:sp>
          <p:nvSpPr>
            <p:cNvPr id="418845" name="Oval 29">
              <a:extLst>
                <a:ext uri="{FF2B5EF4-FFF2-40B4-BE49-F238E27FC236}">
                  <a16:creationId xmlns:a16="http://schemas.microsoft.com/office/drawing/2014/main" id="{C88BAD84-D35E-333F-B1B4-201A8E6277C3}"/>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8846" name="Oval 30">
              <a:extLst>
                <a:ext uri="{FF2B5EF4-FFF2-40B4-BE49-F238E27FC236}">
                  <a16:creationId xmlns:a16="http://schemas.microsoft.com/office/drawing/2014/main" id="{D0CC2408-0386-1A91-3124-AC4902F33A06}"/>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4755" name="Group 31">
            <a:extLst>
              <a:ext uri="{FF2B5EF4-FFF2-40B4-BE49-F238E27FC236}">
                <a16:creationId xmlns:a16="http://schemas.microsoft.com/office/drawing/2014/main" id="{B06EE255-7FF9-0D3F-702B-4C7E19893227}"/>
              </a:ext>
            </a:extLst>
          </p:cNvPr>
          <p:cNvGrpSpPr>
            <a:grpSpLocks/>
          </p:cNvGrpSpPr>
          <p:nvPr/>
        </p:nvGrpSpPr>
        <p:grpSpPr bwMode="auto">
          <a:xfrm>
            <a:off x="3921125" y="5524500"/>
            <a:ext cx="520700" cy="152400"/>
            <a:chOff x="990" y="2694"/>
            <a:chExt cx="328" cy="96"/>
          </a:xfrm>
        </p:grpSpPr>
        <p:sp>
          <p:nvSpPr>
            <p:cNvPr id="418848" name="Oval 32">
              <a:extLst>
                <a:ext uri="{FF2B5EF4-FFF2-40B4-BE49-F238E27FC236}">
                  <a16:creationId xmlns:a16="http://schemas.microsoft.com/office/drawing/2014/main" id="{0EB25E81-EFE7-2F69-DE5C-027DD738CAE7}"/>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8849" name="Oval 33">
              <a:extLst>
                <a:ext uri="{FF2B5EF4-FFF2-40B4-BE49-F238E27FC236}">
                  <a16:creationId xmlns:a16="http://schemas.microsoft.com/office/drawing/2014/main" id="{4444F284-F80D-53B3-9399-9ACFC4AAD01D}"/>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4756" name="Group 34">
            <a:extLst>
              <a:ext uri="{FF2B5EF4-FFF2-40B4-BE49-F238E27FC236}">
                <a16:creationId xmlns:a16="http://schemas.microsoft.com/office/drawing/2014/main" id="{5988E3A6-2EE3-86F9-ED32-14C44F14A707}"/>
              </a:ext>
            </a:extLst>
          </p:cNvPr>
          <p:cNvGrpSpPr>
            <a:grpSpLocks/>
          </p:cNvGrpSpPr>
          <p:nvPr/>
        </p:nvGrpSpPr>
        <p:grpSpPr bwMode="auto">
          <a:xfrm rot="-5400000">
            <a:off x="4473575" y="4987925"/>
            <a:ext cx="520700" cy="152400"/>
            <a:chOff x="990" y="2694"/>
            <a:chExt cx="328" cy="96"/>
          </a:xfrm>
        </p:grpSpPr>
        <p:sp>
          <p:nvSpPr>
            <p:cNvPr id="418851" name="Oval 35">
              <a:extLst>
                <a:ext uri="{FF2B5EF4-FFF2-40B4-BE49-F238E27FC236}">
                  <a16:creationId xmlns:a16="http://schemas.microsoft.com/office/drawing/2014/main" id="{AB9D5C81-C9AD-BACB-8E12-3D636C43B7B6}"/>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8852" name="Oval 36">
              <a:extLst>
                <a:ext uri="{FF2B5EF4-FFF2-40B4-BE49-F238E27FC236}">
                  <a16:creationId xmlns:a16="http://schemas.microsoft.com/office/drawing/2014/main" id="{B790B19C-8263-C9C4-AE0E-8CC123B200C4}"/>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4757" name="Group 37">
            <a:extLst>
              <a:ext uri="{FF2B5EF4-FFF2-40B4-BE49-F238E27FC236}">
                <a16:creationId xmlns:a16="http://schemas.microsoft.com/office/drawing/2014/main" id="{C199CA1B-9601-172A-4004-5B60EFA0AA3A}"/>
              </a:ext>
            </a:extLst>
          </p:cNvPr>
          <p:cNvGrpSpPr>
            <a:grpSpLocks/>
          </p:cNvGrpSpPr>
          <p:nvPr/>
        </p:nvGrpSpPr>
        <p:grpSpPr bwMode="auto">
          <a:xfrm rot="-5400000">
            <a:off x="3422650" y="4989513"/>
            <a:ext cx="520700" cy="152400"/>
            <a:chOff x="990" y="2694"/>
            <a:chExt cx="328" cy="96"/>
          </a:xfrm>
        </p:grpSpPr>
        <p:sp>
          <p:nvSpPr>
            <p:cNvPr id="418854" name="Oval 38">
              <a:extLst>
                <a:ext uri="{FF2B5EF4-FFF2-40B4-BE49-F238E27FC236}">
                  <a16:creationId xmlns:a16="http://schemas.microsoft.com/office/drawing/2014/main" id="{4A652CE5-8C33-9E40-959C-A32B238BCD2A}"/>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8855" name="Oval 39">
              <a:extLst>
                <a:ext uri="{FF2B5EF4-FFF2-40B4-BE49-F238E27FC236}">
                  <a16:creationId xmlns:a16="http://schemas.microsoft.com/office/drawing/2014/main" id="{9BB8E62A-4387-F394-C776-7E86FB14C2DE}"/>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4758" name="Group 40">
            <a:extLst>
              <a:ext uri="{FF2B5EF4-FFF2-40B4-BE49-F238E27FC236}">
                <a16:creationId xmlns:a16="http://schemas.microsoft.com/office/drawing/2014/main" id="{95C98F15-D633-2DE2-628C-0FE29F4EF09D}"/>
              </a:ext>
            </a:extLst>
          </p:cNvPr>
          <p:cNvGrpSpPr>
            <a:grpSpLocks/>
          </p:cNvGrpSpPr>
          <p:nvPr/>
        </p:nvGrpSpPr>
        <p:grpSpPr bwMode="auto">
          <a:xfrm>
            <a:off x="2535238" y="4132263"/>
            <a:ext cx="520700" cy="152400"/>
            <a:chOff x="990" y="2694"/>
            <a:chExt cx="328" cy="96"/>
          </a:xfrm>
        </p:grpSpPr>
        <p:sp>
          <p:nvSpPr>
            <p:cNvPr id="418857" name="Oval 41">
              <a:extLst>
                <a:ext uri="{FF2B5EF4-FFF2-40B4-BE49-F238E27FC236}">
                  <a16:creationId xmlns:a16="http://schemas.microsoft.com/office/drawing/2014/main" id="{402A99B2-D2B8-565B-B92C-702FAE2FB267}"/>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8858" name="Oval 42">
              <a:extLst>
                <a:ext uri="{FF2B5EF4-FFF2-40B4-BE49-F238E27FC236}">
                  <a16:creationId xmlns:a16="http://schemas.microsoft.com/office/drawing/2014/main" id="{87A94161-C75E-02B0-0C5D-875836D4710B}"/>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4759" name="Group 43">
            <a:extLst>
              <a:ext uri="{FF2B5EF4-FFF2-40B4-BE49-F238E27FC236}">
                <a16:creationId xmlns:a16="http://schemas.microsoft.com/office/drawing/2014/main" id="{21FFA216-ECA7-8885-0E09-1674EE3F49E1}"/>
              </a:ext>
            </a:extLst>
          </p:cNvPr>
          <p:cNvGrpSpPr>
            <a:grpSpLocks/>
          </p:cNvGrpSpPr>
          <p:nvPr/>
        </p:nvGrpSpPr>
        <p:grpSpPr bwMode="auto">
          <a:xfrm rot="-5400000">
            <a:off x="2035175" y="3584575"/>
            <a:ext cx="520700" cy="152400"/>
            <a:chOff x="990" y="2694"/>
            <a:chExt cx="328" cy="96"/>
          </a:xfrm>
        </p:grpSpPr>
        <p:sp>
          <p:nvSpPr>
            <p:cNvPr id="418860" name="Oval 44">
              <a:extLst>
                <a:ext uri="{FF2B5EF4-FFF2-40B4-BE49-F238E27FC236}">
                  <a16:creationId xmlns:a16="http://schemas.microsoft.com/office/drawing/2014/main" id="{5FB32172-2B91-45B1-C2CD-10637457AD71}"/>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8861" name="Oval 45">
              <a:extLst>
                <a:ext uri="{FF2B5EF4-FFF2-40B4-BE49-F238E27FC236}">
                  <a16:creationId xmlns:a16="http://schemas.microsoft.com/office/drawing/2014/main" id="{BB0181D0-90A5-DAB5-598C-7E47FF992B69}"/>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4760" name="Group 46">
            <a:extLst>
              <a:ext uri="{FF2B5EF4-FFF2-40B4-BE49-F238E27FC236}">
                <a16:creationId xmlns:a16="http://schemas.microsoft.com/office/drawing/2014/main" id="{38144758-5A38-29E4-5C5A-D08C1DBFD3C7}"/>
              </a:ext>
            </a:extLst>
          </p:cNvPr>
          <p:cNvGrpSpPr>
            <a:grpSpLocks/>
          </p:cNvGrpSpPr>
          <p:nvPr/>
        </p:nvGrpSpPr>
        <p:grpSpPr bwMode="auto">
          <a:xfrm>
            <a:off x="2554288" y="2998788"/>
            <a:ext cx="520700" cy="152400"/>
            <a:chOff x="990" y="2694"/>
            <a:chExt cx="328" cy="96"/>
          </a:xfrm>
        </p:grpSpPr>
        <p:sp>
          <p:nvSpPr>
            <p:cNvPr id="418863" name="Oval 47">
              <a:extLst>
                <a:ext uri="{FF2B5EF4-FFF2-40B4-BE49-F238E27FC236}">
                  <a16:creationId xmlns:a16="http://schemas.microsoft.com/office/drawing/2014/main" id="{7FDB5AB9-5E46-E017-971B-E9261EEA8A14}"/>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8864" name="Oval 48">
              <a:extLst>
                <a:ext uri="{FF2B5EF4-FFF2-40B4-BE49-F238E27FC236}">
                  <a16:creationId xmlns:a16="http://schemas.microsoft.com/office/drawing/2014/main" id="{C2054406-6F47-A585-86DB-E213435FC424}"/>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18865" name="Text Box 49">
            <a:extLst>
              <a:ext uri="{FF2B5EF4-FFF2-40B4-BE49-F238E27FC236}">
                <a16:creationId xmlns:a16="http://schemas.microsoft.com/office/drawing/2014/main" id="{77F53E7B-2EC3-3F52-9A4B-243B450C0B32}"/>
              </a:ext>
            </a:extLst>
          </p:cNvPr>
          <p:cNvSpPr txBox="1">
            <a:spLocks noChangeArrowheads="1"/>
          </p:cNvSpPr>
          <p:nvPr/>
        </p:nvSpPr>
        <p:spPr bwMode="auto">
          <a:xfrm>
            <a:off x="6051550" y="1922463"/>
            <a:ext cx="2840038" cy="1801812"/>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0 + 32 = 32 e</a:t>
            </a:r>
            <a:r>
              <a:rPr lang="en-US" sz="2800" baseline="30000">
                <a:solidFill>
                  <a:srgbClr val="FAFD00"/>
                </a:solidFill>
                <a:effectLst>
                  <a:outerShdw blurRad="38100" dist="38100" dir="2700000" algn="tl">
                    <a:srgbClr val="000000"/>
                  </a:outerShdw>
                </a:effectLst>
                <a:latin typeface="Times New Roman" pitchFamily="18" charset="0"/>
                <a:ea typeface="+mn-ea"/>
              </a:rPr>
              <a:t>-</a:t>
            </a:r>
            <a:r>
              <a:rPr lang="en-US" sz="2800">
                <a:solidFill>
                  <a:srgbClr val="FAFD00"/>
                </a:solidFill>
                <a:effectLst>
                  <a:outerShdw blurRad="38100" dist="38100" dir="2700000" algn="tl">
                    <a:srgbClr val="000000"/>
                  </a:outerShdw>
                </a:effectLst>
                <a:latin typeface="Times New Roman" pitchFamily="18" charset="0"/>
                <a:ea typeface="+mn-ea"/>
              </a:rPr>
              <a:t>’s  </a:t>
            </a:r>
          </a:p>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I haven’t used</a:t>
            </a:r>
          </a:p>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all 36 e</a:t>
            </a:r>
            <a:r>
              <a:rPr lang="en-US" sz="2800" baseline="30000">
                <a:solidFill>
                  <a:srgbClr val="FAFD00"/>
                </a:solidFill>
                <a:effectLst>
                  <a:outerShdw blurRad="38100" dist="38100" dir="2700000" algn="tl">
                    <a:srgbClr val="000000"/>
                  </a:outerShdw>
                </a:effectLst>
                <a:latin typeface="Times New Roman" pitchFamily="18" charset="0"/>
                <a:ea typeface="+mn-ea"/>
              </a:rPr>
              <a:t>-</a:t>
            </a:r>
            <a:r>
              <a:rPr lang="en-US" sz="2800">
                <a:solidFill>
                  <a:srgbClr val="FAFD00"/>
                </a:solidFill>
                <a:effectLst>
                  <a:outerShdw blurRad="38100" dist="38100" dir="2700000" algn="tl">
                    <a:srgbClr val="000000"/>
                  </a:outerShdw>
                </a:effectLst>
                <a:latin typeface="Times New Roman" pitchFamily="18" charset="0"/>
                <a:ea typeface="+mn-ea"/>
              </a:rPr>
              <a:t>’s!</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8866" name="Oval 50">
            <a:extLst>
              <a:ext uri="{FF2B5EF4-FFF2-40B4-BE49-F238E27FC236}">
                <a16:creationId xmlns:a16="http://schemas.microsoft.com/office/drawing/2014/main" id="{07A319ED-9820-F164-697B-A8D64998CCBD}"/>
              </a:ext>
            </a:extLst>
          </p:cNvPr>
          <p:cNvSpPr>
            <a:spLocks noChangeArrowheads="1"/>
          </p:cNvSpPr>
          <p:nvPr/>
        </p:nvSpPr>
        <p:spPr bwMode="auto">
          <a:xfrm>
            <a:off x="3394075" y="2806700"/>
            <a:ext cx="1687513" cy="1771650"/>
          </a:xfrm>
          <a:prstGeom prst="ellipse">
            <a:avLst/>
          </a:prstGeom>
          <a:noFill/>
          <a:ln w="28575">
            <a:solidFill>
              <a:schemeClr val="accent2"/>
            </a:solidFill>
            <a:prstDash val="dash"/>
            <a:round/>
            <a:headEnd/>
            <a:tailEnd/>
          </a:ln>
          <a:effectLst/>
        </p:spPr>
        <p:txBody>
          <a:bodyPr wrap="none" anchor="ctr"/>
          <a:lstStyle/>
          <a:p>
            <a:pPr algn="ctr">
              <a:defRPr/>
            </a:pP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8867" name="Text Box 51">
            <a:extLst>
              <a:ext uri="{FF2B5EF4-FFF2-40B4-BE49-F238E27FC236}">
                <a16:creationId xmlns:a16="http://schemas.microsoft.com/office/drawing/2014/main" id="{294A74F0-64C9-9344-0B9B-39C690B3BC25}"/>
              </a:ext>
            </a:extLst>
          </p:cNvPr>
          <p:cNvSpPr txBox="1">
            <a:spLocks noChangeArrowheads="1"/>
          </p:cNvSpPr>
          <p:nvPr/>
        </p:nvSpPr>
        <p:spPr bwMode="auto">
          <a:xfrm>
            <a:off x="592138" y="5667375"/>
            <a:ext cx="1236662"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36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a:extLst>
              <a:ext uri="{FF2B5EF4-FFF2-40B4-BE49-F238E27FC236}">
                <a16:creationId xmlns:a16="http://schemas.microsoft.com/office/drawing/2014/main" id="{53171D46-9D5A-3C8A-82ED-628EF62489C5}"/>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19843" name="Rectangle 3">
            <a:extLst>
              <a:ext uri="{FF2B5EF4-FFF2-40B4-BE49-F238E27FC236}">
                <a16:creationId xmlns:a16="http://schemas.microsoft.com/office/drawing/2014/main" id="{541EEF91-2695-09DA-1165-826BDB674928}"/>
              </a:ext>
            </a:extLst>
          </p:cNvPr>
          <p:cNvSpPr>
            <a:spLocks noChangeArrowheads="1"/>
          </p:cNvSpPr>
          <p:nvPr/>
        </p:nvSpPr>
        <p:spPr bwMode="auto">
          <a:xfrm>
            <a:off x="1306513" y="1116013"/>
            <a:ext cx="6088062"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Place remaining e</a:t>
            </a:r>
            <a:r>
              <a:rPr lang="en-US" baseline="30000">
                <a:solidFill>
                  <a:srgbClr val="FFFFFF"/>
                </a:solidFill>
                <a:effectLst>
                  <a:outerShdw blurRad="38100" dist="38100" dir="2700000" algn="tl">
                    <a:srgbClr val="000000"/>
                  </a:outerShdw>
                </a:effectLst>
                <a:latin typeface="Times New Roman" pitchFamily="18" charset="0"/>
                <a:ea typeface="+mn-ea"/>
              </a:rPr>
              <a:t>-</a:t>
            </a:r>
            <a:r>
              <a:rPr lang="en-US">
                <a:solidFill>
                  <a:srgbClr val="FFFFFF"/>
                </a:solidFill>
                <a:effectLst>
                  <a:outerShdw blurRad="38100" dist="38100" dir="2700000" algn="tl">
                    <a:srgbClr val="000000"/>
                  </a:outerShdw>
                </a:effectLst>
                <a:latin typeface="Times New Roman" pitchFamily="18" charset="0"/>
                <a:ea typeface="+mn-ea"/>
              </a:rPr>
              <a:t>’s on central atom (but check)</a:t>
            </a:r>
          </a:p>
        </p:txBody>
      </p:sp>
      <p:sp>
        <p:nvSpPr>
          <p:cNvPr id="419844" name="Text Box 4">
            <a:extLst>
              <a:ext uri="{FF2B5EF4-FFF2-40B4-BE49-F238E27FC236}">
                <a16:creationId xmlns:a16="http://schemas.microsoft.com/office/drawing/2014/main" id="{6D8970B5-D537-55A6-C39B-69CE456C5933}"/>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19845" name="Text Box 5">
            <a:extLst>
              <a:ext uri="{FF2B5EF4-FFF2-40B4-BE49-F238E27FC236}">
                <a16:creationId xmlns:a16="http://schemas.microsoft.com/office/drawing/2014/main" id="{9027AA2A-AE3F-34B4-868B-77BBA3B60191}"/>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9846" name="Text Box 6">
            <a:extLst>
              <a:ext uri="{FF2B5EF4-FFF2-40B4-BE49-F238E27FC236}">
                <a16:creationId xmlns:a16="http://schemas.microsoft.com/office/drawing/2014/main" id="{39F147C7-597D-2E8E-D88C-082B750545F4}"/>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9847" name="Line 7">
            <a:extLst>
              <a:ext uri="{FF2B5EF4-FFF2-40B4-BE49-F238E27FC236}">
                <a16:creationId xmlns:a16="http://schemas.microsoft.com/office/drawing/2014/main" id="{25D5FF35-23B5-8948-AD55-242AFE600530}"/>
              </a:ext>
            </a:extLst>
          </p:cNvPr>
          <p:cNvSpPr>
            <a:spLocks noChangeShapeType="1"/>
          </p:cNvSpPr>
          <p:nvPr/>
        </p:nvSpPr>
        <p:spPr bwMode="auto">
          <a:xfrm>
            <a:off x="3309938" y="3694113"/>
            <a:ext cx="433387"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9848" name="Line 8">
            <a:extLst>
              <a:ext uri="{FF2B5EF4-FFF2-40B4-BE49-F238E27FC236}">
                <a16:creationId xmlns:a16="http://schemas.microsoft.com/office/drawing/2014/main" id="{85FBFCD9-E422-2996-10B5-7A935D8F39B5}"/>
              </a:ext>
            </a:extLst>
          </p:cNvPr>
          <p:cNvSpPr>
            <a:spLocks noChangeShapeType="1"/>
          </p:cNvSpPr>
          <p:nvPr/>
        </p:nvSpPr>
        <p:spPr bwMode="auto">
          <a:xfrm>
            <a:off x="4799013" y="3695700"/>
            <a:ext cx="434975"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9849" name="Text Box 9">
            <a:extLst>
              <a:ext uri="{FF2B5EF4-FFF2-40B4-BE49-F238E27FC236}">
                <a16:creationId xmlns:a16="http://schemas.microsoft.com/office/drawing/2014/main" id="{86A1E44A-17AA-8244-BF33-A0E929C79277}"/>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9850" name="Line 10">
            <a:extLst>
              <a:ext uri="{FF2B5EF4-FFF2-40B4-BE49-F238E27FC236}">
                <a16:creationId xmlns:a16="http://schemas.microsoft.com/office/drawing/2014/main" id="{92C4110F-6681-482F-EBCE-639483B69C39}"/>
              </a:ext>
            </a:extLst>
          </p:cNvPr>
          <p:cNvSpPr>
            <a:spLocks noChangeShapeType="1"/>
          </p:cNvSpPr>
          <p:nvPr/>
        </p:nvSpPr>
        <p:spPr bwMode="auto">
          <a:xfrm flipV="1">
            <a:off x="4227513" y="2874963"/>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9851" name="Line 11">
            <a:extLst>
              <a:ext uri="{FF2B5EF4-FFF2-40B4-BE49-F238E27FC236}">
                <a16:creationId xmlns:a16="http://schemas.microsoft.com/office/drawing/2014/main" id="{B18D0976-5EBD-8D3D-051A-C59D9B58F21E}"/>
              </a:ext>
            </a:extLst>
          </p:cNvPr>
          <p:cNvSpPr>
            <a:spLocks noChangeShapeType="1"/>
          </p:cNvSpPr>
          <p:nvPr/>
        </p:nvSpPr>
        <p:spPr bwMode="auto">
          <a:xfrm flipV="1">
            <a:off x="4213225" y="4214813"/>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9852" name="Text Box 12">
            <a:extLst>
              <a:ext uri="{FF2B5EF4-FFF2-40B4-BE49-F238E27FC236}">
                <a16:creationId xmlns:a16="http://schemas.microsoft.com/office/drawing/2014/main" id="{CD3752B6-0E8E-BD14-B7B4-206CC1841DA2}"/>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grpSp>
        <p:nvGrpSpPr>
          <p:cNvPr id="246797" name="Group 13">
            <a:extLst>
              <a:ext uri="{FF2B5EF4-FFF2-40B4-BE49-F238E27FC236}">
                <a16:creationId xmlns:a16="http://schemas.microsoft.com/office/drawing/2014/main" id="{5CBE9B36-3007-9B69-9F09-0DE21559ADA7}"/>
              </a:ext>
            </a:extLst>
          </p:cNvPr>
          <p:cNvGrpSpPr>
            <a:grpSpLocks/>
          </p:cNvGrpSpPr>
          <p:nvPr/>
        </p:nvGrpSpPr>
        <p:grpSpPr bwMode="auto">
          <a:xfrm>
            <a:off x="5324475" y="4181475"/>
            <a:ext cx="520700" cy="152400"/>
            <a:chOff x="990" y="2694"/>
            <a:chExt cx="328" cy="96"/>
          </a:xfrm>
        </p:grpSpPr>
        <p:sp>
          <p:nvSpPr>
            <p:cNvPr id="419854" name="Oval 14">
              <a:extLst>
                <a:ext uri="{FF2B5EF4-FFF2-40B4-BE49-F238E27FC236}">
                  <a16:creationId xmlns:a16="http://schemas.microsoft.com/office/drawing/2014/main" id="{C5D091FA-2FA7-DFA2-DB77-2F042828E429}"/>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9855" name="Oval 15">
              <a:extLst>
                <a:ext uri="{FF2B5EF4-FFF2-40B4-BE49-F238E27FC236}">
                  <a16:creationId xmlns:a16="http://schemas.microsoft.com/office/drawing/2014/main" id="{64F1E69F-952A-5C4F-720D-32E3F17E4892}"/>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6798" name="Group 16">
            <a:extLst>
              <a:ext uri="{FF2B5EF4-FFF2-40B4-BE49-F238E27FC236}">
                <a16:creationId xmlns:a16="http://schemas.microsoft.com/office/drawing/2014/main" id="{8874A45C-49AC-A01B-29ED-8805895582B3}"/>
              </a:ext>
            </a:extLst>
          </p:cNvPr>
          <p:cNvGrpSpPr>
            <a:grpSpLocks/>
          </p:cNvGrpSpPr>
          <p:nvPr/>
        </p:nvGrpSpPr>
        <p:grpSpPr bwMode="auto">
          <a:xfrm rot="-5400000">
            <a:off x="5922963" y="3660775"/>
            <a:ext cx="520700" cy="152400"/>
            <a:chOff x="990" y="2694"/>
            <a:chExt cx="328" cy="96"/>
          </a:xfrm>
        </p:grpSpPr>
        <p:sp>
          <p:nvSpPr>
            <p:cNvPr id="419857" name="Oval 17">
              <a:extLst>
                <a:ext uri="{FF2B5EF4-FFF2-40B4-BE49-F238E27FC236}">
                  <a16:creationId xmlns:a16="http://schemas.microsoft.com/office/drawing/2014/main" id="{27460ADA-AE88-9BA9-3055-45C65E3963EA}"/>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9858" name="Oval 18">
              <a:extLst>
                <a:ext uri="{FF2B5EF4-FFF2-40B4-BE49-F238E27FC236}">
                  <a16:creationId xmlns:a16="http://schemas.microsoft.com/office/drawing/2014/main" id="{534CEFD7-283A-174A-2817-FD5D35C35048}"/>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6799" name="Group 19">
            <a:extLst>
              <a:ext uri="{FF2B5EF4-FFF2-40B4-BE49-F238E27FC236}">
                <a16:creationId xmlns:a16="http://schemas.microsoft.com/office/drawing/2014/main" id="{CDAF2867-F88C-1AFF-D8D9-31F1902FB86E}"/>
              </a:ext>
            </a:extLst>
          </p:cNvPr>
          <p:cNvGrpSpPr>
            <a:grpSpLocks/>
          </p:cNvGrpSpPr>
          <p:nvPr/>
        </p:nvGrpSpPr>
        <p:grpSpPr bwMode="auto">
          <a:xfrm>
            <a:off x="5326063" y="3063875"/>
            <a:ext cx="520700" cy="152400"/>
            <a:chOff x="990" y="2694"/>
            <a:chExt cx="328" cy="96"/>
          </a:xfrm>
        </p:grpSpPr>
        <p:sp>
          <p:nvSpPr>
            <p:cNvPr id="419860" name="Oval 20">
              <a:extLst>
                <a:ext uri="{FF2B5EF4-FFF2-40B4-BE49-F238E27FC236}">
                  <a16:creationId xmlns:a16="http://schemas.microsoft.com/office/drawing/2014/main" id="{4F5EC4FD-6A52-E5C1-D39B-3DD259DF5ACF}"/>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9861" name="Oval 21">
              <a:extLst>
                <a:ext uri="{FF2B5EF4-FFF2-40B4-BE49-F238E27FC236}">
                  <a16:creationId xmlns:a16="http://schemas.microsoft.com/office/drawing/2014/main" id="{05D1E675-676E-2A7D-6CBF-251C3034BA89}"/>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6800" name="Group 22">
            <a:extLst>
              <a:ext uri="{FF2B5EF4-FFF2-40B4-BE49-F238E27FC236}">
                <a16:creationId xmlns:a16="http://schemas.microsoft.com/office/drawing/2014/main" id="{F7AB39BB-0660-AB6C-60B5-7F3C81307D9E}"/>
              </a:ext>
            </a:extLst>
          </p:cNvPr>
          <p:cNvGrpSpPr>
            <a:grpSpLocks/>
          </p:cNvGrpSpPr>
          <p:nvPr/>
        </p:nvGrpSpPr>
        <p:grpSpPr bwMode="auto">
          <a:xfrm>
            <a:off x="3986213" y="1811338"/>
            <a:ext cx="520700" cy="152400"/>
            <a:chOff x="990" y="2694"/>
            <a:chExt cx="328" cy="96"/>
          </a:xfrm>
        </p:grpSpPr>
        <p:sp>
          <p:nvSpPr>
            <p:cNvPr id="419863" name="Oval 23">
              <a:extLst>
                <a:ext uri="{FF2B5EF4-FFF2-40B4-BE49-F238E27FC236}">
                  <a16:creationId xmlns:a16="http://schemas.microsoft.com/office/drawing/2014/main" id="{45E8B630-5040-33B0-101F-607906ACDAB0}"/>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9864" name="Oval 24">
              <a:extLst>
                <a:ext uri="{FF2B5EF4-FFF2-40B4-BE49-F238E27FC236}">
                  <a16:creationId xmlns:a16="http://schemas.microsoft.com/office/drawing/2014/main" id="{8381AEEC-4573-6769-194C-BCA163167B59}"/>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6801" name="Group 25">
            <a:extLst>
              <a:ext uri="{FF2B5EF4-FFF2-40B4-BE49-F238E27FC236}">
                <a16:creationId xmlns:a16="http://schemas.microsoft.com/office/drawing/2014/main" id="{697FA434-E5C0-87FE-4D8A-EAF493089B0B}"/>
              </a:ext>
            </a:extLst>
          </p:cNvPr>
          <p:cNvGrpSpPr>
            <a:grpSpLocks/>
          </p:cNvGrpSpPr>
          <p:nvPr/>
        </p:nvGrpSpPr>
        <p:grpSpPr bwMode="auto">
          <a:xfrm rot="-5400000">
            <a:off x="4521200" y="2344738"/>
            <a:ext cx="520700" cy="152400"/>
            <a:chOff x="990" y="2694"/>
            <a:chExt cx="328" cy="96"/>
          </a:xfrm>
        </p:grpSpPr>
        <p:sp>
          <p:nvSpPr>
            <p:cNvPr id="419866" name="Oval 26">
              <a:extLst>
                <a:ext uri="{FF2B5EF4-FFF2-40B4-BE49-F238E27FC236}">
                  <a16:creationId xmlns:a16="http://schemas.microsoft.com/office/drawing/2014/main" id="{0BC6C1B0-AED4-9086-E8A8-B28DBDE2D293}"/>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9867" name="Oval 27">
              <a:extLst>
                <a:ext uri="{FF2B5EF4-FFF2-40B4-BE49-F238E27FC236}">
                  <a16:creationId xmlns:a16="http://schemas.microsoft.com/office/drawing/2014/main" id="{4DE2FB6D-2AAC-3323-CD05-6D701815FB59}"/>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6802" name="Group 28">
            <a:extLst>
              <a:ext uri="{FF2B5EF4-FFF2-40B4-BE49-F238E27FC236}">
                <a16:creationId xmlns:a16="http://schemas.microsoft.com/office/drawing/2014/main" id="{CD5A5D34-6C88-A176-D64F-AD33A9F7513D}"/>
              </a:ext>
            </a:extLst>
          </p:cNvPr>
          <p:cNvGrpSpPr>
            <a:grpSpLocks/>
          </p:cNvGrpSpPr>
          <p:nvPr/>
        </p:nvGrpSpPr>
        <p:grpSpPr bwMode="auto">
          <a:xfrm rot="-5400000">
            <a:off x="3470275" y="2363788"/>
            <a:ext cx="520700" cy="152400"/>
            <a:chOff x="990" y="2694"/>
            <a:chExt cx="328" cy="96"/>
          </a:xfrm>
        </p:grpSpPr>
        <p:sp>
          <p:nvSpPr>
            <p:cNvPr id="419869" name="Oval 29">
              <a:extLst>
                <a:ext uri="{FF2B5EF4-FFF2-40B4-BE49-F238E27FC236}">
                  <a16:creationId xmlns:a16="http://schemas.microsoft.com/office/drawing/2014/main" id="{835C93B6-1CBD-1A34-964E-932CB7FA1366}"/>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9870" name="Oval 30">
              <a:extLst>
                <a:ext uri="{FF2B5EF4-FFF2-40B4-BE49-F238E27FC236}">
                  <a16:creationId xmlns:a16="http://schemas.microsoft.com/office/drawing/2014/main" id="{60C6AF82-EE13-6D88-0BB3-33FCA48E1A61}"/>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6803" name="Group 31">
            <a:extLst>
              <a:ext uri="{FF2B5EF4-FFF2-40B4-BE49-F238E27FC236}">
                <a16:creationId xmlns:a16="http://schemas.microsoft.com/office/drawing/2014/main" id="{CE6AC2C9-4B38-E690-0C58-63E449350870}"/>
              </a:ext>
            </a:extLst>
          </p:cNvPr>
          <p:cNvGrpSpPr>
            <a:grpSpLocks/>
          </p:cNvGrpSpPr>
          <p:nvPr/>
        </p:nvGrpSpPr>
        <p:grpSpPr bwMode="auto">
          <a:xfrm>
            <a:off x="3921125" y="5524500"/>
            <a:ext cx="520700" cy="152400"/>
            <a:chOff x="990" y="2694"/>
            <a:chExt cx="328" cy="96"/>
          </a:xfrm>
        </p:grpSpPr>
        <p:sp>
          <p:nvSpPr>
            <p:cNvPr id="419872" name="Oval 32">
              <a:extLst>
                <a:ext uri="{FF2B5EF4-FFF2-40B4-BE49-F238E27FC236}">
                  <a16:creationId xmlns:a16="http://schemas.microsoft.com/office/drawing/2014/main" id="{64B73BF0-BB40-4FAE-24BF-ED0C3174458C}"/>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9873" name="Oval 33">
              <a:extLst>
                <a:ext uri="{FF2B5EF4-FFF2-40B4-BE49-F238E27FC236}">
                  <a16:creationId xmlns:a16="http://schemas.microsoft.com/office/drawing/2014/main" id="{45EF3208-4B1B-7312-3AF9-450A20C64EB9}"/>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6804" name="Group 34">
            <a:extLst>
              <a:ext uri="{FF2B5EF4-FFF2-40B4-BE49-F238E27FC236}">
                <a16:creationId xmlns:a16="http://schemas.microsoft.com/office/drawing/2014/main" id="{8445F8FC-944D-69F3-0FB9-7DBD4E69BA51}"/>
              </a:ext>
            </a:extLst>
          </p:cNvPr>
          <p:cNvGrpSpPr>
            <a:grpSpLocks/>
          </p:cNvGrpSpPr>
          <p:nvPr/>
        </p:nvGrpSpPr>
        <p:grpSpPr bwMode="auto">
          <a:xfrm rot="-5400000">
            <a:off x="4473575" y="4987925"/>
            <a:ext cx="520700" cy="152400"/>
            <a:chOff x="990" y="2694"/>
            <a:chExt cx="328" cy="96"/>
          </a:xfrm>
        </p:grpSpPr>
        <p:sp>
          <p:nvSpPr>
            <p:cNvPr id="419875" name="Oval 35">
              <a:extLst>
                <a:ext uri="{FF2B5EF4-FFF2-40B4-BE49-F238E27FC236}">
                  <a16:creationId xmlns:a16="http://schemas.microsoft.com/office/drawing/2014/main" id="{61ECA7F0-58DD-0AC5-93AE-69733EDEF45C}"/>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9876" name="Oval 36">
              <a:extLst>
                <a:ext uri="{FF2B5EF4-FFF2-40B4-BE49-F238E27FC236}">
                  <a16:creationId xmlns:a16="http://schemas.microsoft.com/office/drawing/2014/main" id="{25D177E0-5227-6748-0956-DA19ED768B6B}"/>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6805" name="Group 37">
            <a:extLst>
              <a:ext uri="{FF2B5EF4-FFF2-40B4-BE49-F238E27FC236}">
                <a16:creationId xmlns:a16="http://schemas.microsoft.com/office/drawing/2014/main" id="{0B0B881F-134D-3EB3-75E0-A55B15A953BB}"/>
              </a:ext>
            </a:extLst>
          </p:cNvPr>
          <p:cNvGrpSpPr>
            <a:grpSpLocks/>
          </p:cNvGrpSpPr>
          <p:nvPr/>
        </p:nvGrpSpPr>
        <p:grpSpPr bwMode="auto">
          <a:xfrm rot="-5400000">
            <a:off x="3422650" y="4989513"/>
            <a:ext cx="520700" cy="152400"/>
            <a:chOff x="990" y="2694"/>
            <a:chExt cx="328" cy="96"/>
          </a:xfrm>
        </p:grpSpPr>
        <p:sp>
          <p:nvSpPr>
            <p:cNvPr id="419878" name="Oval 38">
              <a:extLst>
                <a:ext uri="{FF2B5EF4-FFF2-40B4-BE49-F238E27FC236}">
                  <a16:creationId xmlns:a16="http://schemas.microsoft.com/office/drawing/2014/main" id="{158C52E2-174E-2FA9-A088-696A58F6167D}"/>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9879" name="Oval 39">
              <a:extLst>
                <a:ext uri="{FF2B5EF4-FFF2-40B4-BE49-F238E27FC236}">
                  <a16:creationId xmlns:a16="http://schemas.microsoft.com/office/drawing/2014/main" id="{08FF4672-5F49-E778-AB05-DCA5E8AF9038}"/>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6806" name="Group 40">
            <a:extLst>
              <a:ext uri="{FF2B5EF4-FFF2-40B4-BE49-F238E27FC236}">
                <a16:creationId xmlns:a16="http://schemas.microsoft.com/office/drawing/2014/main" id="{7ADB267F-6675-C9FF-D413-372A22D2205B}"/>
              </a:ext>
            </a:extLst>
          </p:cNvPr>
          <p:cNvGrpSpPr>
            <a:grpSpLocks/>
          </p:cNvGrpSpPr>
          <p:nvPr/>
        </p:nvGrpSpPr>
        <p:grpSpPr bwMode="auto">
          <a:xfrm>
            <a:off x="2535238" y="4132263"/>
            <a:ext cx="520700" cy="152400"/>
            <a:chOff x="990" y="2694"/>
            <a:chExt cx="328" cy="96"/>
          </a:xfrm>
        </p:grpSpPr>
        <p:sp>
          <p:nvSpPr>
            <p:cNvPr id="419881" name="Oval 41">
              <a:extLst>
                <a:ext uri="{FF2B5EF4-FFF2-40B4-BE49-F238E27FC236}">
                  <a16:creationId xmlns:a16="http://schemas.microsoft.com/office/drawing/2014/main" id="{6507EB6B-370F-52B3-0DCD-3AB230DAEA1E}"/>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9882" name="Oval 42">
              <a:extLst>
                <a:ext uri="{FF2B5EF4-FFF2-40B4-BE49-F238E27FC236}">
                  <a16:creationId xmlns:a16="http://schemas.microsoft.com/office/drawing/2014/main" id="{639EEB53-EDBE-E264-90C4-D9B504AC6942}"/>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6807" name="Group 43">
            <a:extLst>
              <a:ext uri="{FF2B5EF4-FFF2-40B4-BE49-F238E27FC236}">
                <a16:creationId xmlns:a16="http://schemas.microsoft.com/office/drawing/2014/main" id="{838F9790-EF3B-B3F9-F464-788C1E7C2559}"/>
              </a:ext>
            </a:extLst>
          </p:cNvPr>
          <p:cNvGrpSpPr>
            <a:grpSpLocks/>
          </p:cNvGrpSpPr>
          <p:nvPr/>
        </p:nvGrpSpPr>
        <p:grpSpPr bwMode="auto">
          <a:xfrm rot="-5400000">
            <a:off x="2035175" y="3584575"/>
            <a:ext cx="520700" cy="152400"/>
            <a:chOff x="990" y="2694"/>
            <a:chExt cx="328" cy="96"/>
          </a:xfrm>
        </p:grpSpPr>
        <p:sp>
          <p:nvSpPr>
            <p:cNvPr id="419884" name="Oval 44">
              <a:extLst>
                <a:ext uri="{FF2B5EF4-FFF2-40B4-BE49-F238E27FC236}">
                  <a16:creationId xmlns:a16="http://schemas.microsoft.com/office/drawing/2014/main" id="{495F451A-EB00-0126-26CD-DE772B5D8066}"/>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9885" name="Oval 45">
              <a:extLst>
                <a:ext uri="{FF2B5EF4-FFF2-40B4-BE49-F238E27FC236}">
                  <a16:creationId xmlns:a16="http://schemas.microsoft.com/office/drawing/2014/main" id="{15C2E99D-E772-09A4-B64A-6BE075308EAA}"/>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6808" name="Group 46">
            <a:extLst>
              <a:ext uri="{FF2B5EF4-FFF2-40B4-BE49-F238E27FC236}">
                <a16:creationId xmlns:a16="http://schemas.microsoft.com/office/drawing/2014/main" id="{58FED25F-9DFE-D781-6634-9B50BAFF1010}"/>
              </a:ext>
            </a:extLst>
          </p:cNvPr>
          <p:cNvGrpSpPr>
            <a:grpSpLocks/>
          </p:cNvGrpSpPr>
          <p:nvPr/>
        </p:nvGrpSpPr>
        <p:grpSpPr bwMode="auto">
          <a:xfrm>
            <a:off x="2554288" y="2998788"/>
            <a:ext cx="520700" cy="152400"/>
            <a:chOff x="990" y="2694"/>
            <a:chExt cx="328" cy="96"/>
          </a:xfrm>
        </p:grpSpPr>
        <p:sp>
          <p:nvSpPr>
            <p:cNvPr id="419887" name="Oval 47">
              <a:extLst>
                <a:ext uri="{FF2B5EF4-FFF2-40B4-BE49-F238E27FC236}">
                  <a16:creationId xmlns:a16="http://schemas.microsoft.com/office/drawing/2014/main" id="{97E7B2C1-421C-8024-D7C9-7FBEFA3C7CE5}"/>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19888" name="Oval 48">
              <a:extLst>
                <a:ext uri="{FF2B5EF4-FFF2-40B4-BE49-F238E27FC236}">
                  <a16:creationId xmlns:a16="http://schemas.microsoft.com/office/drawing/2014/main" id="{39DCA1F2-FAF4-0EC4-AC81-AF7FF28E9FB4}"/>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19889" name="Text Box 49">
            <a:extLst>
              <a:ext uri="{FF2B5EF4-FFF2-40B4-BE49-F238E27FC236}">
                <a16:creationId xmlns:a16="http://schemas.microsoft.com/office/drawing/2014/main" id="{7F0298F2-1422-A6B2-79C9-A97680204C3E}"/>
              </a:ext>
            </a:extLst>
          </p:cNvPr>
          <p:cNvSpPr txBox="1">
            <a:spLocks noChangeArrowheads="1"/>
          </p:cNvSpPr>
          <p:nvPr/>
        </p:nvSpPr>
        <p:spPr bwMode="auto">
          <a:xfrm>
            <a:off x="6051550" y="1922463"/>
            <a:ext cx="2840038" cy="1801812"/>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0 + 32 = 32 e</a:t>
            </a:r>
            <a:r>
              <a:rPr lang="en-US" sz="2800" baseline="30000">
                <a:solidFill>
                  <a:srgbClr val="FAFD00"/>
                </a:solidFill>
                <a:effectLst>
                  <a:outerShdw blurRad="38100" dist="38100" dir="2700000" algn="tl">
                    <a:srgbClr val="000000"/>
                  </a:outerShdw>
                </a:effectLst>
                <a:latin typeface="Times New Roman" pitchFamily="18" charset="0"/>
                <a:ea typeface="+mn-ea"/>
              </a:rPr>
              <a:t>-</a:t>
            </a:r>
            <a:r>
              <a:rPr lang="en-US" sz="2800">
                <a:solidFill>
                  <a:srgbClr val="FAFD00"/>
                </a:solidFill>
                <a:effectLst>
                  <a:outerShdw blurRad="38100" dist="38100" dir="2700000" algn="tl">
                    <a:srgbClr val="000000"/>
                  </a:outerShdw>
                </a:effectLst>
                <a:latin typeface="Times New Roman" pitchFamily="18" charset="0"/>
                <a:ea typeface="+mn-ea"/>
              </a:rPr>
              <a:t>’s  </a:t>
            </a:r>
          </a:p>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I haven’t used</a:t>
            </a:r>
          </a:p>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all 36 e</a:t>
            </a:r>
            <a:r>
              <a:rPr lang="en-US" sz="2800" baseline="30000">
                <a:solidFill>
                  <a:srgbClr val="FAFD00"/>
                </a:solidFill>
                <a:effectLst>
                  <a:outerShdw blurRad="38100" dist="38100" dir="2700000" algn="tl">
                    <a:srgbClr val="000000"/>
                  </a:outerShdw>
                </a:effectLst>
                <a:latin typeface="Times New Roman" pitchFamily="18" charset="0"/>
                <a:ea typeface="+mn-ea"/>
              </a:rPr>
              <a:t>-</a:t>
            </a:r>
            <a:r>
              <a:rPr lang="en-US" sz="2800">
                <a:solidFill>
                  <a:srgbClr val="FAFD00"/>
                </a:solidFill>
                <a:effectLst>
                  <a:outerShdw blurRad="38100" dist="38100" dir="2700000" algn="tl">
                    <a:srgbClr val="000000"/>
                  </a:outerShdw>
                </a:effectLst>
                <a:latin typeface="Times New Roman" pitchFamily="18" charset="0"/>
                <a:ea typeface="+mn-ea"/>
              </a:rPr>
              <a:t>’s!</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9890" name="Oval 50">
            <a:extLst>
              <a:ext uri="{FF2B5EF4-FFF2-40B4-BE49-F238E27FC236}">
                <a16:creationId xmlns:a16="http://schemas.microsoft.com/office/drawing/2014/main" id="{F1A390E9-6038-F0BA-EBFB-D910FF7BF97A}"/>
              </a:ext>
            </a:extLst>
          </p:cNvPr>
          <p:cNvSpPr>
            <a:spLocks noChangeArrowheads="1"/>
          </p:cNvSpPr>
          <p:nvPr/>
        </p:nvSpPr>
        <p:spPr bwMode="auto">
          <a:xfrm>
            <a:off x="3394075" y="2806700"/>
            <a:ext cx="1687513" cy="1771650"/>
          </a:xfrm>
          <a:prstGeom prst="ellipse">
            <a:avLst/>
          </a:prstGeom>
          <a:noFill/>
          <a:ln w="28575">
            <a:solidFill>
              <a:schemeClr val="accent2"/>
            </a:solidFill>
            <a:prstDash val="dash"/>
            <a:round/>
            <a:headEnd/>
            <a:tailEnd/>
          </a:ln>
          <a:effectLst/>
        </p:spPr>
        <p:txBody>
          <a:bodyPr wrap="none" anchor="ctr"/>
          <a:lstStyle/>
          <a:p>
            <a:pPr algn="ctr">
              <a:defRPr/>
            </a:pP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19891" name="Text Box 51">
            <a:extLst>
              <a:ext uri="{FF2B5EF4-FFF2-40B4-BE49-F238E27FC236}">
                <a16:creationId xmlns:a16="http://schemas.microsoft.com/office/drawing/2014/main" id="{940A35F5-A073-65A6-44AD-73C977EF965F}"/>
              </a:ext>
            </a:extLst>
          </p:cNvPr>
          <p:cNvSpPr txBox="1">
            <a:spLocks noChangeArrowheads="1"/>
          </p:cNvSpPr>
          <p:nvPr/>
        </p:nvSpPr>
        <p:spPr bwMode="auto">
          <a:xfrm>
            <a:off x="592138" y="5667375"/>
            <a:ext cx="1236662"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36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a:extLst>
              <a:ext uri="{FF2B5EF4-FFF2-40B4-BE49-F238E27FC236}">
                <a16:creationId xmlns:a16="http://schemas.microsoft.com/office/drawing/2014/main" id="{F4FC3490-2F3F-EF28-0E84-9BFCC4C17C1F}"/>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20867" name="Rectangle 3">
            <a:extLst>
              <a:ext uri="{FF2B5EF4-FFF2-40B4-BE49-F238E27FC236}">
                <a16:creationId xmlns:a16="http://schemas.microsoft.com/office/drawing/2014/main" id="{C540C2C3-E61C-6CD8-D95D-3159B0964248}"/>
              </a:ext>
            </a:extLst>
          </p:cNvPr>
          <p:cNvSpPr>
            <a:spLocks noChangeArrowheads="1"/>
          </p:cNvSpPr>
          <p:nvPr/>
        </p:nvSpPr>
        <p:spPr bwMode="auto">
          <a:xfrm>
            <a:off x="1306513" y="1116013"/>
            <a:ext cx="6088062"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Place remaining e</a:t>
            </a:r>
            <a:r>
              <a:rPr lang="en-US" baseline="30000">
                <a:solidFill>
                  <a:srgbClr val="FFFFFF"/>
                </a:solidFill>
                <a:effectLst>
                  <a:outerShdw blurRad="38100" dist="38100" dir="2700000" algn="tl">
                    <a:srgbClr val="000000"/>
                  </a:outerShdw>
                </a:effectLst>
                <a:latin typeface="Times New Roman" pitchFamily="18" charset="0"/>
                <a:ea typeface="+mn-ea"/>
              </a:rPr>
              <a:t>-</a:t>
            </a:r>
            <a:r>
              <a:rPr lang="en-US">
                <a:solidFill>
                  <a:srgbClr val="FFFFFF"/>
                </a:solidFill>
                <a:effectLst>
                  <a:outerShdw blurRad="38100" dist="38100" dir="2700000" algn="tl">
                    <a:srgbClr val="000000"/>
                  </a:outerShdw>
                </a:effectLst>
                <a:latin typeface="Times New Roman" pitchFamily="18" charset="0"/>
                <a:ea typeface="+mn-ea"/>
              </a:rPr>
              <a:t>’s on central atom (but check)</a:t>
            </a:r>
          </a:p>
        </p:txBody>
      </p:sp>
      <p:sp>
        <p:nvSpPr>
          <p:cNvPr id="420868" name="Text Box 4">
            <a:extLst>
              <a:ext uri="{FF2B5EF4-FFF2-40B4-BE49-F238E27FC236}">
                <a16:creationId xmlns:a16="http://schemas.microsoft.com/office/drawing/2014/main" id="{1196D73A-E241-AC8D-AD76-8339E0A1B127}"/>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Xe</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20869" name="Text Box 5">
            <a:extLst>
              <a:ext uri="{FF2B5EF4-FFF2-40B4-BE49-F238E27FC236}">
                <a16:creationId xmlns:a16="http://schemas.microsoft.com/office/drawing/2014/main" id="{8256C1B3-B30B-C5A4-D477-A3FF7AF1ADB7}"/>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20870" name="Text Box 6">
            <a:extLst>
              <a:ext uri="{FF2B5EF4-FFF2-40B4-BE49-F238E27FC236}">
                <a16:creationId xmlns:a16="http://schemas.microsoft.com/office/drawing/2014/main" id="{9752012C-9CD1-3788-3682-6E9594C2507D}"/>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20871" name="Line 7">
            <a:extLst>
              <a:ext uri="{FF2B5EF4-FFF2-40B4-BE49-F238E27FC236}">
                <a16:creationId xmlns:a16="http://schemas.microsoft.com/office/drawing/2014/main" id="{A4C6E4EF-4E2D-5723-F6E7-D40B1277C388}"/>
              </a:ext>
            </a:extLst>
          </p:cNvPr>
          <p:cNvSpPr>
            <a:spLocks noChangeShapeType="1"/>
          </p:cNvSpPr>
          <p:nvPr/>
        </p:nvSpPr>
        <p:spPr bwMode="auto">
          <a:xfrm>
            <a:off x="3309938" y="3694113"/>
            <a:ext cx="433387"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0872" name="Line 8">
            <a:extLst>
              <a:ext uri="{FF2B5EF4-FFF2-40B4-BE49-F238E27FC236}">
                <a16:creationId xmlns:a16="http://schemas.microsoft.com/office/drawing/2014/main" id="{2AC79EB8-E338-0EF6-F35D-3AECA5452414}"/>
              </a:ext>
            </a:extLst>
          </p:cNvPr>
          <p:cNvSpPr>
            <a:spLocks noChangeShapeType="1"/>
          </p:cNvSpPr>
          <p:nvPr/>
        </p:nvSpPr>
        <p:spPr bwMode="auto">
          <a:xfrm>
            <a:off x="4799013" y="3695700"/>
            <a:ext cx="434975"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0873" name="Text Box 9">
            <a:extLst>
              <a:ext uri="{FF2B5EF4-FFF2-40B4-BE49-F238E27FC236}">
                <a16:creationId xmlns:a16="http://schemas.microsoft.com/office/drawing/2014/main" id="{AF5235DC-5751-9E67-7368-045A506BCF5D}"/>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20874" name="Line 10">
            <a:extLst>
              <a:ext uri="{FF2B5EF4-FFF2-40B4-BE49-F238E27FC236}">
                <a16:creationId xmlns:a16="http://schemas.microsoft.com/office/drawing/2014/main" id="{140D3B14-5668-7874-3789-C9C91D9C9A92}"/>
              </a:ext>
            </a:extLst>
          </p:cNvPr>
          <p:cNvSpPr>
            <a:spLocks noChangeShapeType="1"/>
          </p:cNvSpPr>
          <p:nvPr/>
        </p:nvSpPr>
        <p:spPr bwMode="auto">
          <a:xfrm flipV="1">
            <a:off x="4227513" y="2874963"/>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0875" name="Line 11">
            <a:extLst>
              <a:ext uri="{FF2B5EF4-FFF2-40B4-BE49-F238E27FC236}">
                <a16:creationId xmlns:a16="http://schemas.microsoft.com/office/drawing/2014/main" id="{B94E4648-4A3A-8424-3AD8-9CB6CAF7BC6A}"/>
              </a:ext>
            </a:extLst>
          </p:cNvPr>
          <p:cNvSpPr>
            <a:spLocks noChangeShapeType="1"/>
          </p:cNvSpPr>
          <p:nvPr/>
        </p:nvSpPr>
        <p:spPr bwMode="auto">
          <a:xfrm flipV="1">
            <a:off x="4213225" y="4214813"/>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0876" name="Text Box 12">
            <a:extLst>
              <a:ext uri="{FF2B5EF4-FFF2-40B4-BE49-F238E27FC236}">
                <a16:creationId xmlns:a16="http://schemas.microsoft.com/office/drawing/2014/main" id="{317063B0-BEA9-2872-2430-6B07486BB499}"/>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grpSp>
        <p:nvGrpSpPr>
          <p:cNvPr id="248845" name="Group 13">
            <a:extLst>
              <a:ext uri="{FF2B5EF4-FFF2-40B4-BE49-F238E27FC236}">
                <a16:creationId xmlns:a16="http://schemas.microsoft.com/office/drawing/2014/main" id="{9D0B74E0-22C9-8733-97BD-0A99EBBC2772}"/>
              </a:ext>
            </a:extLst>
          </p:cNvPr>
          <p:cNvGrpSpPr>
            <a:grpSpLocks/>
          </p:cNvGrpSpPr>
          <p:nvPr/>
        </p:nvGrpSpPr>
        <p:grpSpPr bwMode="auto">
          <a:xfrm>
            <a:off x="5324475" y="4181475"/>
            <a:ext cx="520700" cy="152400"/>
            <a:chOff x="990" y="2694"/>
            <a:chExt cx="328" cy="96"/>
          </a:xfrm>
        </p:grpSpPr>
        <p:sp>
          <p:nvSpPr>
            <p:cNvPr id="420878" name="Oval 14">
              <a:extLst>
                <a:ext uri="{FF2B5EF4-FFF2-40B4-BE49-F238E27FC236}">
                  <a16:creationId xmlns:a16="http://schemas.microsoft.com/office/drawing/2014/main" id="{CC4A16D2-1FFA-6A61-3226-9004D614C506}"/>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0879" name="Oval 15">
              <a:extLst>
                <a:ext uri="{FF2B5EF4-FFF2-40B4-BE49-F238E27FC236}">
                  <a16:creationId xmlns:a16="http://schemas.microsoft.com/office/drawing/2014/main" id="{95087EC5-04D6-1E3C-1513-A9DE9CB31E3E}"/>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8846" name="Group 16">
            <a:extLst>
              <a:ext uri="{FF2B5EF4-FFF2-40B4-BE49-F238E27FC236}">
                <a16:creationId xmlns:a16="http://schemas.microsoft.com/office/drawing/2014/main" id="{BBDF5190-E1B2-B637-7A36-1EB572F37952}"/>
              </a:ext>
            </a:extLst>
          </p:cNvPr>
          <p:cNvGrpSpPr>
            <a:grpSpLocks/>
          </p:cNvGrpSpPr>
          <p:nvPr/>
        </p:nvGrpSpPr>
        <p:grpSpPr bwMode="auto">
          <a:xfrm rot="-5400000">
            <a:off x="5922963" y="3660775"/>
            <a:ext cx="520700" cy="152400"/>
            <a:chOff x="990" y="2694"/>
            <a:chExt cx="328" cy="96"/>
          </a:xfrm>
        </p:grpSpPr>
        <p:sp>
          <p:nvSpPr>
            <p:cNvPr id="420881" name="Oval 17">
              <a:extLst>
                <a:ext uri="{FF2B5EF4-FFF2-40B4-BE49-F238E27FC236}">
                  <a16:creationId xmlns:a16="http://schemas.microsoft.com/office/drawing/2014/main" id="{9F9BDFD6-BD3A-A25F-A47D-B97C138B8760}"/>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0882" name="Oval 18">
              <a:extLst>
                <a:ext uri="{FF2B5EF4-FFF2-40B4-BE49-F238E27FC236}">
                  <a16:creationId xmlns:a16="http://schemas.microsoft.com/office/drawing/2014/main" id="{6EA96457-172C-1078-DD32-F2ECB768105E}"/>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8847" name="Group 19">
            <a:extLst>
              <a:ext uri="{FF2B5EF4-FFF2-40B4-BE49-F238E27FC236}">
                <a16:creationId xmlns:a16="http://schemas.microsoft.com/office/drawing/2014/main" id="{AA9C87B6-A52D-4646-FFC9-9863DEFB01D4}"/>
              </a:ext>
            </a:extLst>
          </p:cNvPr>
          <p:cNvGrpSpPr>
            <a:grpSpLocks/>
          </p:cNvGrpSpPr>
          <p:nvPr/>
        </p:nvGrpSpPr>
        <p:grpSpPr bwMode="auto">
          <a:xfrm>
            <a:off x="5326063" y="3063875"/>
            <a:ext cx="520700" cy="152400"/>
            <a:chOff x="990" y="2694"/>
            <a:chExt cx="328" cy="96"/>
          </a:xfrm>
        </p:grpSpPr>
        <p:sp>
          <p:nvSpPr>
            <p:cNvPr id="420884" name="Oval 20">
              <a:extLst>
                <a:ext uri="{FF2B5EF4-FFF2-40B4-BE49-F238E27FC236}">
                  <a16:creationId xmlns:a16="http://schemas.microsoft.com/office/drawing/2014/main" id="{C6DE7669-268E-BC9E-4EF1-E95A68830E1F}"/>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0885" name="Oval 21">
              <a:extLst>
                <a:ext uri="{FF2B5EF4-FFF2-40B4-BE49-F238E27FC236}">
                  <a16:creationId xmlns:a16="http://schemas.microsoft.com/office/drawing/2014/main" id="{ADD697B3-AE79-6E1A-D92D-DAA08D0D3B8C}"/>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8848" name="Group 22">
            <a:extLst>
              <a:ext uri="{FF2B5EF4-FFF2-40B4-BE49-F238E27FC236}">
                <a16:creationId xmlns:a16="http://schemas.microsoft.com/office/drawing/2014/main" id="{2126A6D6-DA28-8A54-81CE-A3D2AF3DA2AC}"/>
              </a:ext>
            </a:extLst>
          </p:cNvPr>
          <p:cNvGrpSpPr>
            <a:grpSpLocks/>
          </p:cNvGrpSpPr>
          <p:nvPr/>
        </p:nvGrpSpPr>
        <p:grpSpPr bwMode="auto">
          <a:xfrm>
            <a:off x="3986213" y="1811338"/>
            <a:ext cx="520700" cy="152400"/>
            <a:chOff x="990" y="2694"/>
            <a:chExt cx="328" cy="96"/>
          </a:xfrm>
        </p:grpSpPr>
        <p:sp>
          <p:nvSpPr>
            <p:cNvPr id="420887" name="Oval 23">
              <a:extLst>
                <a:ext uri="{FF2B5EF4-FFF2-40B4-BE49-F238E27FC236}">
                  <a16:creationId xmlns:a16="http://schemas.microsoft.com/office/drawing/2014/main" id="{356FEC0A-9558-7269-3435-6F35D4B5283C}"/>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0888" name="Oval 24">
              <a:extLst>
                <a:ext uri="{FF2B5EF4-FFF2-40B4-BE49-F238E27FC236}">
                  <a16:creationId xmlns:a16="http://schemas.microsoft.com/office/drawing/2014/main" id="{9A5E5708-5461-2D14-F29B-2E663F34D494}"/>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8849" name="Group 25">
            <a:extLst>
              <a:ext uri="{FF2B5EF4-FFF2-40B4-BE49-F238E27FC236}">
                <a16:creationId xmlns:a16="http://schemas.microsoft.com/office/drawing/2014/main" id="{3C284EC8-15DA-9FD0-61BD-E4A9C257CDA3}"/>
              </a:ext>
            </a:extLst>
          </p:cNvPr>
          <p:cNvGrpSpPr>
            <a:grpSpLocks/>
          </p:cNvGrpSpPr>
          <p:nvPr/>
        </p:nvGrpSpPr>
        <p:grpSpPr bwMode="auto">
          <a:xfrm rot="-5400000">
            <a:off x="4521200" y="2344738"/>
            <a:ext cx="520700" cy="152400"/>
            <a:chOff x="990" y="2694"/>
            <a:chExt cx="328" cy="96"/>
          </a:xfrm>
        </p:grpSpPr>
        <p:sp>
          <p:nvSpPr>
            <p:cNvPr id="420890" name="Oval 26">
              <a:extLst>
                <a:ext uri="{FF2B5EF4-FFF2-40B4-BE49-F238E27FC236}">
                  <a16:creationId xmlns:a16="http://schemas.microsoft.com/office/drawing/2014/main" id="{2349C2B6-1659-BB19-B19F-4DFFE465A5CB}"/>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0891" name="Oval 27">
              <a:extLst>
                <a:ext uri="{FF2B5EF4-FFF2-40B4-BE49-F238E27FC236}">
                  <a16:creationId xmlns:a16="http://schemas.microsoft.com/office/drawing/2014/main" id="{EC712630-3119-90EC-9CE3-4204898A1040}"/>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8850" name="Group 28">
            <a:extLst>
              <a:ext uri="{FF2B5EF4-FFF2-40B4-BE49-F238E27FC236}">
                <a16:creationId xmlns:a16="http://schemas.microsoft.com/office/drawing/2014/main" id="{0A57E711-5458-0F6E-16CF-A19240104971}"/>
              </a:ext>
            </a:extLst>
          </p:cNvPr>
          <p:cNvGrpSpPr>
            <a:grpSpLocks/>
          </p:cNvGrpSpPr>
          <p:nvPr/>
        </p:nvGrpSpPr>
        <p:grpSpPr bwMode="auto">
          <a:xfrm rot="-5400000">
            <a:off x="3470275" y="2363788"/>
            <a:ext cx="520700" cy="152400"/>
            <a:chOff x="990" y="2694"/>
            <a:chExt cx="328" cy="96"/>
          </a:xfrm>
        </p:grpSpPr>
        <p:sp>
          <p:nvSpPr>
            <p:cNvPr id="420893" name="Oval 29">
              <a:extLst>
                <a:ext uri="{FF2B5EF4-FFF2-40B4-BE49-F238E27FC236}">
                  <a16:creationId xmlns:a16="http://schemas.microsoft.com/office/drawing/2014/main" id="{FE83F17A-51A0-04BB-5AA1-37B6E7769275}"/>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0894" name="Oval 30">
              <a:extLst>
                <a:ext uri="{FF2B5EF4-FFF2-40B4-BE49-F238E27FC236}">
                  <a16:creationId xmlns:a16="http://schemas.microsoft.com/office/drawing/2014/main" id="{A008CD8C-BA2E-6E63-F1EE-03966E191467}"/>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8851" name="Group 31">
            <a:extLst>
              <a:ext uri="{FF2B5EF4-FFF2-40B4-BE49-F238E27FC236}">
                <a16:creationId xmlns:a16="http://schemas.microsoft.com/office/drawing/2014/main" id="{E00E4EE9-281E-1ADE-C68D-EC8AF37BDE10}"/>
              </a:ext>
            </a:extLst>
          </p:cNvPr>
          <p:cNvGrpSpPr>
            <a:grpSpLocks/>
          </p:cNvGrpSpPr>
          <p:nvPr/>
        </p:nvGrpSpPr>
        <p:grpSpPr bwMode="auto">
          <a:xfrm>
            <a:off x="3921125" y="5524500"/>
            <a:ext cx="520700" cy="152400"/>
            <a:chOff x="990" y="2694"/>
            <a:chExt cx="328" cy="96"/>
          </a:xfrm>
        </p:grpSpPr>
        <p:sp>
          <p:nvSpPr>
            <p:cNvPr id="420896" name="Oval 32">
              <a:extLst>
                <a:ext uri="{FF2B5EF4-FFF2-40B4-BE49-F238E27FC236}">
                  <a16:creationId xmlns:a16="http://schemas.microsoft.com/office/drawing/2014/main" id="{5A4955C7-895C-DFCA-EFFE-D83E62CAA58E}"/>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0897" name="Oval 33">
              <a:extLst>
                <a:ext uri="{FF2B5EF4-FFF2-40B4-BE49-F238E27FC236}">
                  <a16:creationId xmlns:a16="http://schemas.microsoft.com/office/drawing/2014/main" id="{A6A75BCD-4E16-2987-2F6D-92A837833185}"/>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8852" name="Group 34">
            <a:extLst>
              <a:ext uri="{FF2B5EF4-FFF2-40B4-BE49-F238E27FC236}">
                <a16:creationId xmlns:a16="http://schemas.microsoft.com/office/drawing/2014/main" id="{B3578CEA-B4F0-0EFC-4FBB-334AC571B5A7}"/>
              </a:ext>
            </a:extLst>
          </p:cNvPr>
          <p:cNvGrpSpPr>
            <a:grpSpLocks/>
          </p:cNvGrpSpPr>
          <p:nvPr/>
        </p:nvGrpSpPr>
        <p:grpSpPr bwMode="auto">
          <a:xfrm rot="-5400000">
            <a:off x="4473575" y="4987925"/>
            <a:ext cx="520700" cy="152400"/>
            <a:chOff x="990" y="2694"/>
            <a:chExt cx="328" cy="96"/>
          </a:xfrm>
        </p:grpSpPr>
        <p:sp>
          <p:nvSpPr>
            <p:cNvPr id="420899" name="Oval 35">
              <a:extLst>
                <a:ext uri="{FF2B5EF4-FFF2-40B4-BE49-F238E27FC236}">
                  <a16:creationId xmlns:a16="http://schemas.microsoft.com/office/drawing/2014/main" id="{F3FF5F75-9565-4E07-8363-B635F0EC96D9}"/>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0900" name="Oval 36">
              <a:extLst>
                <a:ext uri="{FF2B5EF4-FFF2-40B4-BE49-F238E27FC236}">
                  <a16:creationId xmlns:a16="http://schemas.microsoft.com/office/drawing/2014/main" id="{E25E3271-6176-946D-8B1A-50D614E63152}"/>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8853" name="Group 37">
            <a:extLst>
              <a:ext uri="{FF2B5EF4-FFF2-40B4-BE49-F238E27FC236}">
                <a16:creationId xmlns:a16="http://schemas.microsoft.com/office/drawing/2014/main" id="{5D1F24AD-59F3-965A-99E8-2A0E2A211A6F}"/>
              </a:ext>
            </a:extLst>
          </p:cNvPr>
          <p:cNvGrpSpPr>
            <a:grpSpLocks/>
          </p:cNvGrpSpPr>
          <p:nvPr/>
        </p:nvGrpSpPr>
        <p:grpSpPr bwMode="auto">
          <a:xfrm rot="-5400000">
            <a:off x="3422650" y="4989513"/>
            <a:ext cx="520700" cy="152400"/>
            <a:chOff x="990" y="2694"/>
            <a:chExt cx="328" cy="96"/>
          </a:xfrm>
        </p:grpSpPr>
        <p:sp>
          <p:nvSpPr>
            <p:cNvPr id="420902" name="Oval 38">
              <a:extLst>
                <a:ext uri="{FF2B5EF4-FFF2-40B4-BE49-F238E27FC236}">
                  <a16:creationId xmlns:a16="http://schemas.microsoft.com/office/drawing/2014/main" id="{DA77A6A9-8C9E-F48D-484D-DF0D6C2AE55E}"/>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0903" name="Oval 39">
              <a:extLst>
                <a:ext uri="{FF2B5EF4-FFF2-40B4-BE49-F238E27FC236}">
                  <a16:creationId xmlns:a16="http://schemas.microsoft.com/office/drawing/2014/main" id="{9DE1CCC5-BE65-3136-8A8D-34C71D986D1C}"/>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8854" name="Group 40">
            <a:extLst>
              <a:ext uri="{FF2B5EF4-FFF2-40B4-BE49-F238E27FC236}">
                <a16:creationId xmlns:a16="http://schemas.microsoft.com/office/drawing/2014/main" id="{5DBF939C-7BE1-E5EC-0558-DFA86D5454AA}"/>
              </a:ext>
            </a:extLst>
          </p:cNvPr>
          <p:cNvGrpSpPr>
            <a:grpSpLocks/>
          </p:cNvGrpSpPr>
          <p:nvPr/>
        </p:nvGrpSpPr>
        <p:grpSpPr bwMode="auto">
          <a:xfrm>
            <a:off x="2535238" y="4132263"/>
            <a:ext cx="520700" cy="152400"/>
            <a:chOff x="990" y="2694"/>
            <a:chExt cx="328" cy="96"/>
          </a:xfrm>
        </p:grpSpPr>
        <p:sp>
          <p:nvSpPr>
            <p:cNvPr id="420905" name="Oval 41">
              <a:extLst>
                <a:ext uri="{FF2B5EF4-FFF2-40B4-BE49-F238E27FC236}">
                  <a16:creationId xmlns:a16="http://schemas.microsoft.com/office/drawing/2014/main" id="{498D853A-1111-A956-B1A3-61E8DA2F4CFD}"/>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0906" name="Oval 42">
              <a:extLst>
                <a:ext uri="{FF2B5EF4-FFF2-40B4-BE49-F238E27FC236}">
                  <a16:creationId xmlns:a16="http://schemas.microsoft.com/office/drawing/2014/main" id="{1944250A-4174-8F72-002C-5309C88EF1EB}"/>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8855" name="Group 43">
            <a:extLst>
              <a:ext uri="{FF2B5EF4-FFF2-40B4-BE49-F238E27FC236}">
                <a16:creationId xmlns:a16="http://schemas.microsoft.com/office/drawing/2014/main" id="{C242A4A3-BE48-3830-9EE2-0FC24AD6026E}"/>
              </a:ext>
            </a:extLst>
          </p:cNvPr>
          <p:cNvGrpSpPr>
            <a:grpSpLocks/>
          </p:cNvGrpSpPr>
          <p:nvPr/>
        </p:nvGrpSpPr>
        <p:grpSpPr bwMode="auto">
          <a:xfrm rot="-5400000">
            <a:off x="2035175" y="3584575"/>
            <a:ext cx="520700" cy="152400"/>
            <a:chOff x="990" y="2694"/>
            <a:chExt cx="328" cy="96"/>
          </a:xfrm>
        </p:grpSpPr>
        <p:sp>
          <p:nvSpPr>
            <p:cNvPr id="420908" name="Oval 44">
              <a:extLst>
                <a:ext uri="{FF2B5EF4-FFF2-40B4-BE49-F238E27FC236}">
                  <a16:creationId xmlns:a16="http://schemas.microsoft.com/office/drawing/2014/main" id="{D4AC3931-21C5-8D46-1391-E538F517FF0D}"/>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0909" name="Oval 45">
              <a:extLst>
                <a:ext uri="{FF2B5EF4-FFF2-40B4-BE49-F238E27FC236}">
                  <a16:creationId xmlns:a16="http://schemas.microsoft.com/office/drawing/2014/main" id="{B56D4203-6D08-4EF5-36C0-98FFF0505255}"/>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8856" name="Group 46">
            <a:extLst>
              <a:ext uri="{FF2B5EF4-FFF2-40B4-BE49-F238E27FC236}">
                <a16:creationId xmlns:a16="http://schemas.microsoft.com/office/drawing/2014/main" id="{F65C6510-954C-0D49-F2D5-8F84ACD0B7E0}"/>
              </a:ext>
            </a:extLst>
          </p:cNvPr>
          <p:cNvGrpSpPr>
            <a:grpSpLocks/>
          </p:cNvGrpSpPr>
          <p:nvPr/>
        </p:nvGrpSpPr>
        <p:grpSpPr bwMode="auto">
          <a:xfrm>
            <a:off x="2554288" y="2998788"/>
            <a:ext cx="520700" cy="152400"/>
            <a:chOff x="990" y="2694"/>
            <a:chExt cx="328" cy="96"/>
          </a:xfrm>
        </p:grpSpPr>
        <p:sp>
          <p:nvSpPr>
            <p:cNvPr id="420911" name="Oval 47">
              <a:extLst>
                <a:ext uri="{FF2B5EF4-FFF2-40B4-BE49-F238E27FC236}">
                  <a16:creationId xmlns:a16="http://schemas.microsoft.com/office/drawing/2014/main" id="{B40424DD-2433-E7D8-6C02-4389CA607B39}"/>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0912" name="Oval 48">
              <a:extLst>
                <a:ext uri="{FF2B5EF4-FFF2-40B4-BE49-F238E27FC236}">
                  <a16:creationId xmlns:a16="http://schemas.microsoft.com/office/drawing/2014/main" id="{F4881A90-55A8-8C21-C58F-BDA7511F672A}"/>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20913" name="Text Box 49">
            <a:extLst>
              <a:ext uri="{FF2B5EF4-FFF2-40B4-BE49-F238E27FC236}">
                <a16:creationId xmlns:a16="http://schemas.microsoft.com/office/drawing/2014/main" id="{0543A3DD-D49D-5292-62C7-66B4484B418F}"/>
              </a:ext>
            </a:extLst>
          </p:cNvPr>
          <p:cNvSpPr txBox="1">
            <a:spLocks noChangeArrowheads="1"/>
          </p:cNvSpPr>
          <p:nvPr/>
        </p:nvSpPr>
        <p:spPr bwMode="auto">
          <a:xfrm>
            <a:off x="6051550" y="1922463"/>
            <a:ext cx="2840038" cy="1801812"/>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4 + 32 = 36 e</a:t>
            </a:r>
            <a:r>
              <a:rPr lang="en-US" sz="2800" baseline="30000">
                <a:solidFill>
                  <a:srgbClr val="FAFD00"/>
                </a:solidFill>
                <a:effectLst>
                  <a:outerShdw blurRad="38100" dist="38100" dir="2700000" algn="tl">
                    <a:srgbClr val="000000"/>
                  </a:outerShdw>
                </a:effectLst>
                <a:latin typeface="Times New Roman" pitchFamily="18" charset="0"/>
                <a:ea typeface="+mn-ea"/>
              </a:rPr>
              <a:t>-</a:t>
            </a:r>
            <a:r>
              <a:rPr lang="en-US" sz="2800">
                <a:solidFill>
                  <a:srgbClr val="FAFD00"/>
                </a:solidFill>
                <a:effectLst>
                  <a:outerShdw blurRad="38100" dist="38100" dir="2700000" algn="tl">
                    <a:srgbClr val="000000"/>
                  </a:outerShdw>
                </a:effectLst>
                <a:latin typeface="Times New Roman" pitchFamily="18" charset="0"/>
                <a:ea typeface="+mn-ea"/>
              </a:rPr>
              <a:t>’s  </a:t>
            </a:r>
          </a:p>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I’ve used</a:t>
            </a:r>
          </a:p>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all 36 e</a:t>
            </a:r>
            <a:r>
              <a:rPr lang="en-US" sz="2800" baseline="30000">
                <a:solidFill>
                  <a:srgbClr val="FAFD00"/>
                </a:solidFill>
                <a:effectLst>
                  <a:outerShdw blurRad="38100" dist="38100" dir="2700000" algn="tl">
                    <a:srgbClr val="000000"/>
                  </a:outerShdw>
                </a:effectLst>
                <a:latin typeface="Times New Roman" pitchFamily="18" charset="0"/>
                <a:ea typeface="+mn-ea"/>
              </a:rPr>
              <a:t>-</a:t>
            </a:r>
            <a:r>
              <a:rPr lang="en-US" sz="2800">
                <a:solidFill>
                  <a:srgbClr val="FAFD00"/>
                </a:solidFill>
                <a:effectLst>
                  <a:outerShdw blurRad="38100" dist="38100" dir="2700000" algn="tl">
                    <a:srgbClr val="000000"/>
                  </a:outerShdw>
                </a:effectLst>
                <a:latin typeface="Times New Roman" pitchFamily="18" charset="0"/>
                <a:ea typeface="+mn-ea"/>
              </a:rPr>
              <a:t>’s!</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20914" name="Oval 50">
            <a:extLst>
              <a:ext uri="{FF2B5EF4-FFF2-40B4-BE49-F238E27FC236}">
                <a16:creationId xmlns:a16="http://schemas.microsoft.com/office/drawing/2014/main" id="{D3213F90-2B08-3DD2-2934-D793AF6C0888}"/>
              </a:ext>
            </a:extLst>
          </p:cNvPr>
          <p:cNvSpPr>
            <a:spLocks noChangeArrowheads="1"/>
          </p:cNvSpPr>
          <p:nvPr/>
        </p:nvSpPr>
        <p:spPr bwMode="auto">
          <a:xfrm>
            <a:off x="3394075" y="2806700"/>
            <a:ext cx="1687513" cy="1771650"/>
          </a:xfrm>
          <a:prstGeom prst="ellipse">
            <a:avLst/>
          </a:prstGeom>
          <a:noFill/>
          <a:ln w="28575">
            <a:solidFill>
              <a:schemeClr val="accent2"/>
            </a:solidFill>
            <a:prstDash val="dash"/>
            <a:round/>
            <a:headEnd/>
            <a:tailEnd/>
          </a:ln>
          <a:effectLst/>
        </p:spPr>
        <p:txBody>
          <a:bodyPr wrap="none" anchor="ctr"/>
          <a:lstStyle/>
          <a:p>
            <a:pPr algn="ctr">
              <a:defRPr/>
            </a:pPr>
            <a:endParaRPr lang="en-US">
              <a:solidFill>
                <a:srgbClr val="FAFD00"/>
              </a:solidFill>
              <a:effectLst>
                <a:outerShdw blurRad="38100" dist="38100" dir="2700000" algn="tl">
                  <a:srgbClr val="000000"/>
                </a:outerShdw>
              </a:effectLst>
              <a:latin typeface="Times New Roman" pitchFamily="18" charset="0"/>
              <a:ea typeface="+mn-ea"/>
            </a:endParaRPr>
          </a:p>
        </p:txBody>
      </p:sp>
      <p:grpSp>
        <p:nvGrpSpPr>
          <p:cNvPr id="248859" name="Group 51">
            <a:extLst>
              <a:ext uri="{FF2B5EF4-FFF2-40B4-BE49-F238E27FC236}">
                <a16:creationId xmlns:a16="http://schemas.microsoft.com/office/drawing/2014/main" id="{7A0DC449-40F5-C8E0-B7C8-CCC5776EFED2}"/>
              </a:ext>
            </a:extLst>
          </p:cNvPr>
          <p:cNvGrpSpPr>
            <a:grpSpLocks/>
          </p:cNvGrpSpPr>
          <p:nvPr/>
        </p:nvGrpSpPr>
        <p:grpSpPr bwMode="auto">
          <a:xfrm rot="-2653714">
            <a:off x="3451225" y="3211513"/>
            <a:ext cx="520700" cy="152400"/>
            <a:chOff x="990" y="2694"/>
            <a:chExt cx="328" cy="96"/>
          </a:xfrm>
        </p:grpSpPr>
        <p:sp>
          <p:nvSpPr>
            <p:cNvPr id="420916" name="Oval 52">
              <a:extLst>
                <a:ext uri="{FF2B5EF4-FFF2-40B4-BE49-F238E27FC236}">
                  <a16:creationId xmlns:a16="http://schemas.microsoft.com/office/drawing/2014/main" id="{F2442AAA-2A06-0F10-8B9F-B41704040ACF}"/>
                </a:ext>
              </a:extLst>
            </p:cNvPr>
            <p:cNvSpPr>
              <a:spLocks noChangeArrowheads="1"/>
            </p:cNvSpPr>
            <p:nvPr/>
          </p:nvSpPr>
          <p:spPr bwMode="auto">
            <a:xfrm>
              <a:off x="991"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0917" name="Oval 53">
              <a:extLst>
                <a:ext uri="{FF2B5EF4-FFF2-40B4-BE49-F238E27FC236}">
                  <a16:creationId xmlns:a16="http://schemas.microsoft.com/office/drawing/2014/main" id="{10C6AB1C-3C8D-C224-7FB8-41694ABF753D}"/>
                </a:ext>
              </a:extLst>
            </p:cNvPr>
            <p:cNvSpPr>
              <a:spLocks noChangeArrowheads="1"/>
            </p:cNvSpPr>
            <p:nvPr/>
          </p:nvSpPr>
          <p:spPr bwMode="auto">
            <a:xfrm>
              <a:off x="1235" y="2691"/>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48860" name="Group 54">
            <a:extLst>
              <a:ext uri="{FF2B5EF4-FFF2-40B4-BE49-F238E27FC236}">
                <a16:creationId xmlns:a16="http://schemas.microsoft.com/office/drawing/2014/main" id="{EC6D0337-708F-B236-05ED-2547F49F1EF8}"/>
              </a:ext>
            </a:extLst>
          </p:cNvPr>
          <p:cNvGrpSpPr>
            <a:grpSpLocks/>
          </p:cNvGrpSpPr>
          <p:nvPr/>
        </p:nvGrpSpPr>
        <p:grpSpPr bwMode="auto">
          <a:xfrm rot="-2653714">
            <a:off x="4422775" y="4048125"/>
            <a:ext cx="520700" cy="152400"/>
            <a:chOff x="990" y="2694"/>
            <a:chExt cx="328" cy="96"/>
          </a:xfrm>
        </p:grpSpPr>
        <p:sp>
          <p:nvSpPr>
            <p:cNvPr id="420919" name="Oval 55">
              <a:extLst>
                <a:ext uri="{FF2B5EF4-FFF2-40B4-BE49-F238E27FC236}">
                  <a16:creationId xmlns:a16="http://schemas.microsoft.com/office/drawing/2014/main" id="{CA80DF83-19EC-6890-64DA-B440BCED7D62}"/>
                </a:ext>
              </a:extLst>
            </p:cNvPr>
            <p:cNvSpPr>
              <a:spLocks noChangeArrowheads="1"/>
            </p:cNvSpPr>
            <p:nvPr/>
          </p:nvSpPr>
          <p:spPr bwMode="auto">
            <a:xfrm>
              <a:off x="991"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0920" name="Oval 56">
              <a:extLst>
                <a:ext uri="{FF2B5EF4-FFF2-40B4-BE49-F238E27FC236}">
                  <a16:creationId xmlns:a16="http://schemas.microsoft.com/office/drawing/2014/main" id="{F5A7362C-B771-72A8-948A-9FC072944E7D}"/>
                </a:ext>
              </a:extLst>
            </p:cNvPr>
            <p:cNvSpPr>
              <a:spLocks noChangeArrowheads="1"/>
            </p:cNvSpPr>
            <p:nvPr/>
          </p:nvSpPr>
          <p:spPr bwMode="auto">
            <a:xfrm>
              <a:off x="1235" y="2691"/>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20921" name="Text Box 57">
            <a:extLst>
              <a:ext uri="{FF2B5EF4-FFF2-40B4-BE49-F238E27FC236}">
                <a16:creationId xmlns:a16="http://schemas.microsoft.com/office/drawing/2014/main" id="{792DAE70-F285-0063-68E4-DE7B5E40D1E3}"/>
              </a:ext>
            </a:extLst>
          </p:cNvPr>
          <p:cNvSpPr txBox="1">
            <a:spLocks noChangeArrowheads="1"/>
          </p:cNvSpPr>
          <p:nvPr/>
        </p:nvSpPr>
        <p:spPr bwMode="auto">
          <a:xfrm>
            <a:off x="592138" y="5667375"/>
            <a:ext cx="1236662"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36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a:extLst>
              <a:ext uri="{FF2B5EF4-FFF2-40B4-BE49-F238E27FC236}">
                <a16:creationId xmlns:a16="http://schemas.microsoft.com/office/drawing/2014/main" id="{DB7BF5AC-CBA1-2942-25C4-D730C7011640}"/>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21891" name="Rectangle 3">
            <a:extLst>
              <a:ext uri="{FF2B5EF4-FFF2-40B4-BE49-F238E27FC236}">
                <a16:creationId xmlns:a16="http://schemas.microsoft.com/office/drawing/2014/main" id="{A056EA9E-4342-F2E4-754F-F40B8E299592}"/>
              </a:ext>
            </a:extLst>
          </p:cNvPr>
          <p:cNvSpPr>
            <a:spLocks noChangeArrowheads="1"/>
          </p:cNvSpPr>
          <p:nvPr/>
        </p:nvSpPr>
        <p:spPr bwMode="auto">
          <a:xfrm>
            <a:off x="1306513" y="1116013"/>
            <a:ext cx="6088062" cy="469900"/>
          </a:xfrm>
          <a:prstGeom prst="rect">
            <a:avLst/>
          </a:prstGeom>
          <a:solidFill>
            <a:schemeClr val="folHlink"/>
          </a:solidFill>
          <a:ln w="12700">
            <a:solidFill>
              <a:schemeClr val="accent2"/>
            </a:solidFill>
            <a:miter lim="800000"/>
            <a:headEnd/>
            <a:tailEnd/>
          </a:ln>
          <a:effectLst/>
        </p:spPr>
        <p:txBody>
          <a:bodyPr wrap="none">
            <a:spAutoFit/>
          </a:bodyPr>
          <a:lstStyle/>
          <a:p>
            <a:pPr>
              <a:defRPr/>
            </a:pPr>
            <a:r>
              <a:rPr lang="en-US">
                <a:solidFill>
                  <a:srgbClr val="FFFFFF"/>
                </a:solidFill>
                <a:effectLst>
                  <a:outerShdw blurRad="38100" dist="38100" dir="2700000" algn="tl">
                    <a:srgbClr val="000000"/>
                  </a:outerShdw>
                </a:effectLst>
                <a:latin typeface="Times New Roman" pitchFamily="18" charset="0"/>
                <a:ea typeface="+mn-ea"/>
              </a:rPr>
              <a:t>Place remaining e</a:t>
            </a:r>
            <a:r>
              <a:rPr lang="en-US" baseline="30000">
                <a:solidFill>
                  <a:srgbClr val="FFFFFF"/>
                </a:solidFill>
                <a:effectLst>
                  <a:outerShdw blurRad="38100" dist="38100" dir="2700000" algn="tl">
                    <a:srgbClr val="000000"/>
                  </a:outerShdw>
                </a:effectLst>
                <a:latin typeface="Times New Roman" pitchFamily="18" charset="0"/>
                <a:ea typeface="+mn-ea"/>
              </a:rPr>
              <a:t>-</a:t>
            </a:r>
            <a:r>
              <a:rPr lang="en-US">
                <a:solidFill>
                  <a:srgbClr val="FFFFFF"/>
                </a:solidFill>
                <a:effectLst>
                  <a:outerShdw blurRad="38100" dist="38100" dir="2700000" algn="tl">
                    <a:srgbClr val="000000"/>
                  </a:outerShdw>
                </a:effectLst>
                <a:latin typeface="Times New Roman" pitchFamily="18" charset="0"/>
                <a:ea typeface="+mn-ea"/>
              </a:rPr>
              <a:t>’s on central atom (but check)</a:t>
            </a:r>
          </a:p>
        </p:txBody>
      </p:sp>
      <p:sp>
        <p:nvSpPr>
          <p:cNvPr id="421892" name="Text Box 4">
            <a:extLst>
              <a:ext uri="{FF2B5EF4-FFF2-40B4-BE49-F238E27FC236}">
                <a16:creationId xmlns:a16="http://schemas.microsoft.com/office/drawing/2014/main" id="{E8EAA9F7-1496-D4A9-5C95-4739371BC60B}"/>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Xe</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21893" name="Text Box 5">
            <a:extLst>
              <a:ext uri="{FF2B5EF4-FFF2-40B4-BE49-F238E27FC236}">
                <a16:creationId xmlns:a16="http://schemas.microsoft.com/office/drawing/2014/main" id="{10E34569-09D1-E6C9-19F7-606B39390CFC}"/>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21894" name="Text Box 6">
            <a:extLst>
              <a:ext uri="{FF2B5EF4-FFF2-40B4-BE49-F238E27FC236}">
                <a16:creationId xmlns:a16="http://schemas.microsoft.com/office/drawing/2014/main" id="{4CECE980-85E8-7402-9A3D-B8FD886859C0}"/>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21895" name="Line 7">
            <a:extLst>
              <a:ext uri="{FF2B5EF4-FFF2-40B4-BE49-F238E27FC236}">
                <a16:creationId xmlns:a16="http://schemas.microsoft.com/office/drawing/2014/main" id="{8BFBFE5A-E04D-F032-B576-1852AB36175E}"/>
              </a:ext>
            </a:extLst>
          </p:cNvPr>
          <p:cNvSpPr>
            <a:spLocks noChangeShapeType="1"/>
          </p:cNvSpPr>
          <p:nvPr/>
        </p:nvSpPr>
        <p:spPr bwMode="auto">
          <a:xfrm>
            <a:off x="3309938" y="3694113"/>
            <a:ext cx="433387"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1896" name="Line 8">
            <a:extLst>
              <a:ext uri="{FF2B5EF4-FFF2-40B4-BE49-F238E27FC236}">
                <a16:creationId xmlns:a16="http://schemas.microsoft.com/office/drawing/2014/main" id="{9C974430-F5B7-F982-0359-A6CA67E0DCCB}"/>
              </a:ext>
            </a:extLst>
          </p:cNvPr>
          <p:cNvSpPr>
            <a:spLocks noChangeShapeType="1"/>
          </p:cNvSpPr>
          <p:nvPr/>
        </p:nvSpPr>
        <p:spPr bwMode="auto">
          <a:xfrm>
            <a:off x="4799013" y="3695700"/>
            <a:ext cx="434975" cy="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1897" name="Text Box 9">
            <a:extLst>
              <a:ext uri="{FF2B5EF4-FFF2-40B4-BE49-F238E27FC236}">
                <a16:creationId xmlns:a16="http://schemas.microsoft.com/office/drawing/2014/main" id="{DBF6AD8B-B4BC-BA2B-ECC0-27E1D3DCAE0A}"/>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21898" name="Line 10">
            <a:extLst>
              <a:ext uri="{FF2B5EF4-FFF2-40B4-BE49-F238E27FC236}">
                <a16:creationId xmlns:a16="http://schemas.microsoft.com/office/drawing/2014/main" id="{CF42ED6C-F011-DEEB-6FD4-E23B0E2538F5}"/>
              </a:ext>
            </a:extLst>
          </p:cNvPr>
          <p:cNvSpPr>
            <a:spLocks noChangeShapeType="1"/>
          </p:cNvSpPr>
          <p:nvPr/>
        </p:nvSpPr>
        <p:spPr bwMode="auto">
          <a:xfrm flipV="1">
            <a:off x="4227513" y="2874963"/>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1899" name="Line 11">
            <a:extLst>
              <a:ext uri="{FF2B5EF4-FFF2-40B4-BE49-F238E27FC236}">
                <a16:creationId xmlns:a16="http://schemas.microsoft.com/office/drawing/2014/main" id="{35BA423D-AE80-D91A-AA65-420DC30C8ED8}"/>
              </a:ext>
            </a:extLst>
          </p:cNvPr>
          <p:cNvSpPr>
            <a:spLocks noChangeShapeType="1"/>
          </p:cNvSpPr>
          <p:nvPr/>
        </p:nvSpPr>
        <p:spPr bwMode="auto">
          <a:xfrm flipV="1">
            <a:off x="4213225" y="4214813"/>
            <a:ext cx="0" cy="317500"/>
          </a:xfrm>
          <a:prstGeom prst="line">
            <a:avLst/>
          </a:prstGeom>
          <a:noFill/>
          <a:ln w="76200">
            <a:solidFill>
              <a:schemeClr val="accent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1900" name="Text Box 12">
            <a:extLst>
              <a:ext uri="{FF2B5EF4-FFF2-40B4-BE49-F238E27FC236}">
                <a16:creationId xmlns:a16="http://schemas.microsoft.com/office/drawing/2014/main" id="{C9FF3AF3-2749-306F-9947-7BFEEAA92026}"/>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AFD00"/>
                </a:solidFill>
                <a:effectLst>
                  <a:outerShdw blurRad="38100" dist="38100" dir="2700000" algn="tl">
                    <a:srgbClr val="000000"/>
                  </a:outerShdw>
                </a:effectLst>
                <a:latin typeface="Times New Roman" pitchFamily="18" charset="0"/>
                <a:ea typeface="+mn-ea"/>
              </a:rPr>
              <a:t>F</a:t>
            </a:r>
            <a:endParaRPr lang="en-US">
              <a:solidFill>
                <a:srgbClr val="FAFD00"/>
              </a:solidFill>
              <a:effectLst>
                <a:outerShdw blurRad="38100" dist="38100" dir="2700000" algn="tl">
                  <a:srgbClr val="000000"/>
                </a:outerShdw>
              </a:effectLst>
              <a:latin typeface="Times New Roman" pitchFamily="18" charset="0"/>
              <a:ea typeface="+mn-ea"/>
            </a:endParaRPr>
          </a:p>
        </p:txBody>
      </p:sp>
      <p:grpSp>
        <p:nvGrpSpPr>
          <p:cNvPr id="250893" name="Group 13">
            <a:extLst>
              <a:ext uri="{FF2B5EF4-FFF2-40B4-BE49-F238E27FC236}">
                <a16:creationId xmlns:a16="http://schemas.microsoft.com/office/drawing/2014/main" id="{FE115F0D-BCE9-8FC7-BDF5-9D21BE00609D}"/>
              </a:ext>
            </a:extLst>
          </p:cNvPr>
          <p:cNvGrpSpPr>
            <a:grpSpLocks/>
          </p:cNvGrpSpPr>
          <p:nvPr/>
        </p:nvGrpSpPr>
        <p:grpSpPr bwMode="auto">
          <a:xfrm>
            <a:off x="5324475" y="4181475"/>
            <a:ext cx="520700" cy="152400"/>
            <a:chOff x="990" y="2694"/>
            <a:chExt cx="328" cy="96"/>
          </a:xfrm>
        </p:grpSpPr>
        <p:sp>
          <p:nvSpPr>
            <p:cNvPr id="421902" name="Oval 14">
              <a:extLst>
                <a:ext uri="{FF2B5EF4-FFF2-40B4-BE49-F238E27FC236}">
                  <a16:creationId xmlns:a16="http://schemas.microsoft.com/office/drawing/2014/main" id="{537581FB-D2C6-5431-090A-F017F6A3C88B}"/>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1903" name="Oval 15">
              <a:extLst>
                <a:ext uri="{FF2B5EF4-FFF2-40B4-BE49-F238E27FC236}">
                  <a16:creationId xmlns:a16="http://schemas.microsoft.com/office/drawing/2014/main" id="{FE1BEBAF-543E-1D3C-83EB-40D40F39ED14}"/>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0894" name="Group 16">
            <a:extLst>
              <a:ext uri="{FF2B5EF4-FFF2-40B4-BE49-F238E27FC236}">
                <a16:creationId xmlns:a16="http://schemas.microsoft.com/office/drawing/2014/main" id="{51B7B4DB-A1D2-93BE-9867-107CB44FD056}"/>
              </a:ext>
            </a:extLst>
          </p:cNvPr>
          <p:cNvGrpSpPr>
            <a:grpSpLocks/>
          </p:cNvGrpSpPr>
          <p:nvPr/>
        </p:nvGrpSpPr>
        <p:grpSpPr bwMode="auto">
          <a:xfrm rot="-5400000">
            <a:off x="5922963" y="3660775"/>
            <a:ext cx="520700" cy="152400"/>
            <a:chOff x="990" y="2694"/>
            <a:chExt cx="328" cy="96"/>
          </a:xfrm>
        </p:grpSpPr>
        <p:sp>
          <p:nvSpPr>
            <p:cNvPr id="421905" name="Oval 17">
              <a:extLst>
                <a:ext uri="{FF2B5EF4-FFF2-40B4-BE49-F238E27FC236}">
                  <a16:creationId xmlns:a16="http://schemas.microsoft.com/office/drawing/2014/main" id="{28FA15D8-F7A6-00D4-60F0-2B62439ABD22}"/>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1906" name="Oval 18">
              <a:extLst>
                <a:ext uri="{FF2B5EF4-FFF2-40B4-BE49-F238E27FC236}">
                  <a16:creationId xmlns:a16="http://schemas.microsoft.com/office/drawing/2014/main" id="{E742FD24-D072-E20B-5616-DC91D7F49F5B}"/>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0895" name="Group 19">
            <a:extLst>
              <a:ext uri="{FF2B5EF4-FFF2-40B4-BE49-F238E27FC236}">
                <a16:creationId xmlns:a16="http://schemas.microsoft.com/office/drawing/2014/main" id="{8A51A341-499F-E915-2E4D-85561A99CC1D}"/>
              </a:ext>
            </a:extLst>
          </p:cNvPr>
          <p:cNvGrpSpPr>
            <a:grpSpLocks/>
          </p:cNvGrpSpPr>
          <p:nvPr/>
        </p:nvGrpSpPr>
        <p:grpSpPr bwMode="auto">
          <a:xfrm>
            <a:off x="5326063" y="3063875"/>
            <a:ext cx="520700" cy="152400"/>
            <a:chOff x="990" y="2694"/>
            <a:chExt cx="328" cy="96"/>
          </a:xfrm>
        </p:grpSpPr>
        <p:sp>
          <p:nvSpPr>
            <p:cNvPr id="421908" name="Oval 20">
              <a:extLst>
                <a:ext uri="{FF2B5EF4-FFF2-40B4-BE49-F238E27FC236}">
                  <a16:creationId xmlns:a16="http://schemas.microsoft.com/office/drawing/2014/main" id="{0B53AD32-E48A-20FD-852F-5A9438A0F3F3}"/>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1909" name="Oval 21">
              <a:extLst>
                <a:ext uri="{FF2B5EF4-FFF2-40B4-BE49-F238E27FC236}">
                  <a16:creationId xmlns:a16="http://schemas.microsoft.com/office/drawing/2014/main" id="{76A38DA6-13BA-C6D0-ABC5-D19F30E581C2}"/>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0896" name="Group 22">
            <a:extLst>
              <a:ext uri="{FF2B5EF4-FFF2-40B4-BE49-F238E27FC236}">
                <a16:creationId xmlns:a16="http://schemas.microsoft.com/office/drawing/2014/main" id="{1CC1B9DD-C1C4-1A20-BBF9-4A7482BEBAA9}"/>
              </a:ext>
            </a:extLst>
          </p:cNvPr>
          <p:cNvGrpSpPr>
            <a:grpSpLocks/>
          </p:cNvGrpSpPr>
          <p:nvPr/>
        </p:nvGrpSpPr>
        <p:grpSpPr bwMode="auto">
          <a:xfrm>
            <a:off x="3986213" y="1811338"/>
            <a:ext cx="520700" cy="152400"/>
            <a:chOff x="990" y="2694"/>
            <a:chExt cx="328" cy="96"/>
          </a:xfrm>
        </p:grpSpPr>
        <p:sp>
          <p:nvSpPr>
            <p:cNvPr id="421911" name="Oval 23">
              <a:extLst>
                <a:ext uri="{FF2B5EF4-FFF2-40B4-BE49-F238E27FC236}">
                  <a16:creationId xmlns:a16="http://schemas.microsoft.com/office/drawing/2014/main" id="{3C2C63F1-872C-FE6F-E70B-C3541E8B4B4A}"/>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1912" name="Oval 24">
              <a:extLst>
                <a:ext uri="{FF2B5EF4-FFF2-40B4-BE49-F238E27FC236}">
                  <a16:creationId xmlns:a16="http://schemas.microsoft.com/office/drawing/2014/main" id="{03C4F263-386E-757C-4B46-9E07723222DC}"/>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0897" name="Group 25">
            <a:extLst>
              <a:ext uri="{FF2B5EF4-FFF2-40B4-BE49-F238E27FC236}">
                <a16:creationId xmlns:a16="http://schemas.microsoft.com/office/drawing/2014/main" id="{714533E1-3DAC-01AB-3D88-4AAE58FA9C91}"/>
              </a:ext>
            </a:extLst>
          </p:cNvPr>
          <p:cNvGrpSpPr>
            <a:grpSpLocks/>
          </p:cNvGrpSpPr>
          <p:nvPr/>
        </p:nvGrpSpPr>
        <p:grpSpPr bwMode="auto">
          <a:xfrm rot="-5400000">
            <a:off x="4521200" y="2344738"/>
            <a:ext cx="520700" cy="152400"/>
            <a:chOff x="990" y="2694"/>
            <a:chExt cx="328" cy="96"/>
          </a:xfrm>
        </p:grpSpPr>
        <p:sp>
          <p:nvSpPr>
            <p:cNvPr id="421914" name="Oval 26">
              <a:extLst>
                <a:ext uri="{FF2B5EF4-FFF2-40B4-BE49-F238E27FC236}">
                  <a16:creationId xmlns:a16="http://schemas.microsoft.com/office/drawing/2014/main" id="{D1F80FDD-CEDA-FC45-A6EC-25690CF8A7FE}"/>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1915" name="Oval 27">
              <a:extLst>
                <a:ext uri="{FF2B5EF4-FFF2-40B4-BE49-F238E27FC236}">
                  <a16:creationId xmlns:a16="http://schemas.microsoft.com/office/drawing/2014/main" id="{BBC7D2FB-FBFE-707E-F8A9-EFBEB060A149}"/>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0898" name="Group 28">
            <a:extLst>
              <a:ext uri="{FF2B5EF4-FFF2-40B4-BE49-F238E27FC236}">
                <a16:creationId xmlns:a16="http://schemas.microsoft.com/office/drawing/2014/main" id="{E63744BB-B298-A947-6280-489814D9CDCA}"/>
              </a:ext>
            </a:extLst>
          </p:cNvPr>
          <p:cNvGrpSpPr>
            <a:grpSpLocks/>
          </p:cNvGrpSpPr>
          <p:nvPr/>
        </p:nvGrpSpPr>
        <p:grpSpPr bwMode="auto">
          <a:xfrm rot="-5400000">
            <a:off x="3470275" y="2363788"/>
            <a:ext cx="520700" cy="152400"/>
            <a:chOff x="990" y="2694"/>
            <a:chExt cx="328" cy="96"/>
          </a:xfrm>
        </p:grpSpPr>
        <p:sp>
          <p:nvSpPr>
            <p:cNvPr id="421917" name="Oval 29">
              <a:extLst>
                <a:ext uri="{FF2B5EF4-FFF2-40B4-BE49-F238E27FC236}">
                  <a16:creationId xmlns:a16="http://schemas.microsoft.com/office/drawing/2014/main" id="{1080D534-4A7A-DA52-D0A9-41E1380EB4F3}"/>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1918" name="Oval 30">
              <a:extLst>
                <a:ext uri="{FF2B5EF4-FFF2-40B4-BE49-F238E27FC236}">
                  <a16:creationId xmlns:a16="http://schemas.microsoft.com/office/drawing/2014/main" id="{10AD3F2A-FFCD-887B-C479-8B7E22527B56}"/>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0899" name="Group 31">
            <a:extLst>
              <a:ext uri="{FF2B5EF4-FFF2-40B4-BE49-F238E27FC236}">
                <a16:creationId xmlns:a16="http://schemas.microsoft.com/office/drawing/2014/main" id="{45F44B57-5243-0113-D3E7-5CA97EECCEF6}"/>
              </a:ext>
            </a:extLst>
          </p:cNvPr>
          <p:cNvGrpSpPr>
            <a:grpSpLocks/>
          </p:cNvGrpSpPr>
          <p:nvPr/>
        </p:nvGrpSpPr>
        <p:grpSpPr bwMode="auto">
          <a:xfrm>
            <a:off x="3921125" y="5524500"/>
            <a:ext cx="520700" cy="152400"/>
            <a:chOff x="990" y="2694"/>
            <a:chExt cx="328" cy="96"/>
          </a:xfrm>
        </p:grpSpPr>
        <p:sp>
          <p:nvSpPr>
            <p:cNvPr id="421920" name="Oval 32">
              <a:extLst>
                <a:ext uri="{FF2B5EF4-FFF2-40B4-BE49-F238E27FC236}">
                  <a16:creationId xmlns:a16="http://schemas.microsoft.com/office/drawing/2014/main" id="{F25A73F7-8234-38D0-4E7E-F69816E34320}"/>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1921" name="Oval 33">
              <a:extLst>
                <a:ext uri="{FF2B5EF4-FFF2-40B4-BE49-F238E27FC236}">
                  <a16:creationId xmlns:a16="http://schemas.microsoft.com/office/drawing/2014/main" id="{0F2FDD29-EAB1-1714-2263-799962C92318}"/>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0900" name="Group 34">
            <a:extLst>
              <a:ext uri="{FF2B5EF4-FFF2-40B4-BE49-F238E27FC236}">
                <a16:creationId xmlns:a16="http://schemas.microsoft.com/office/drawing/2014/main" id="{A39DE441-749D-0E13-2687-B583D85E5D0E}"/>
              </a:ext>
            </a:extLst>
          </p:cNvPr>
          <p:cNvGrpSpPr>
            <a:grpSpLocks/>
          </p:cNvGrpSpPr>
          <p:nvPr/>
        </p:nvGrpSpPr>
        <p:grpSpPr bwMode="auto">
          <a:xfrm rot="-5400000">
            <a:off x="4473575" y="4987925"/>
            <a:ext cx="520700" cy="152400"/>
            <a:chOff x="990" y="2694"/>
            <a:chExt cx="328" cy="96"/>
          </a:xfrm>
        </p:grpSpPr>
        <p:sp>
          <p:nvSpPr>
            <p:cNvPr id="421923" name="Oval 35">
              <a:extLst>
                <a:ext uri="{FF2B5EF4-FFF2-40B4-BE49-F238E27FC236}">
                  <a16:creationId xmlns:a16="http://schemas.microsoft.com/office/drawing/2014/main" id="{19FF1EEA-553C-2572-9AAD-814723C050E1}"/>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1924" name="Oval 36">
              <a:extLst>
                <a:ext uri="{FF2B5EF4-FFF2-40B4-BE49-F238E27FC236}">
                  <a16:creationId xmlns:a16="http://schemas.microsoft.com/office/drawing/2014/main" id="{D57BC371-C388-D71A-1666-9070101DB1EE}"/>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0901" name="Group 37">
            <a:extLst>
              <a:ext uri="{FF2B5EF4-FFF2-40B4-BE49-F238E27FC236}">
                <a16:creationId xmlns:a16="http://schemas.microsoft.com/office/drawing/2014/main" id="{73409CBF-A787-4D0B-9D7E-0FFA79DF1B52}"/>
              </a:ext>
            </a:extLst>
          </p:cNvPr>
          <p:cNvGrpSpPr>
            <a:grpSpLocks/>
          </p:cNvGrpSpPr>
          <p:nvPr/>
        </p:nvGrpSpPr>
        <p:grpSpPr bwMode="auto">
          <a:xfrm rot="-5400000">
            <a:off x="3422650" y="4989513"/>
            <a:ext cx="520700" cy="152400"/>
            <a:chOff x="990" y="2694"/>
            <a:chExt cx="328" cy="96"/>
          </a:xfrm>
        </p:grpSpPr>
        <p:sp>
          <p:nvSpPr>
            <p:cNvPr id="421926" name="Oval 38">
              <a:extLst>
                <a:ext uri="{FF2B5EF4-FFF2-40B4-BE49-F238E27FC236}">
                  <a16:creationId xmlns:a16="http://schemas.microsoft.com/office/drawing/2014/main" id="{E14EF967-7DAF-F8D7-3861-774B75586CE6}"/>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1927" name="Oval 39">
              <a:extLst>
                <a:ext uri="{FF2B5EF4-FFF2-40B4-BE49-F238E27FC236}">
                  <a16:creationId xmlns:a16="http://schemas.microsoft.com/office/drawing/2014/main" id="{A3ED47FD-48DA-A8B1-5D0E-269F3B69BCA5}"/>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0902" name="Group 40">
            <a:extLst>
              <a:ext uri="{FF2B5EF4-FFF2-40B4-BE49-F238E27FC236}">
                <a16:creationId xmlns:a16="http://schemas.microsoft.com/office/drawing/2014/main" id="{8974E458-B3A3-6279-8F90-60B3797D28FA}"/>
              </a:ext>
            </a:extLst>
          </p:cNvPr>
          <p:cNvGrpSpPr>
            <a:grpSpLocks/>
          </p:cNvGrpSpPr>
          <p:nvPr/>
        </p:nvGrpSpPr>
        <p:grpSpPr bwMode="auto">
          <a:xfrm>
            <a:off x="2535238" y="4132263"/>
            <a:ext cx="520700" cy="152400"/>
            <a:chOff x="990" y="2694"/>
            <a:chExt cx="328" cy="96"/>
          </a:xfrm>
        </p:grpSpPr>
        <p:sp>
          <p:nvSpPr>
            <p:cNvPr id="421929" name="Oval 41">
              <a:extLst>
                <a:ext uri="{FF2B5EF4-FFF2-40B4-BE49-F238E27FC236}">
                  <a16:creationId xmlns:a16="http://schemas.microsoft.com/office/drawing/2014/main" id="{E36BCF96-6BC6-4447-DEA3-632C6524F7EA}"/>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1930" name="Oval 42">
              <a:extLst>
                <a:ext uri="{FF2B5EF4-FFF2-40B4-BE49-F238E27FC236}">
                  <a16:creationId xmlns:a16="http://schemas.microsoft.com/office/drawing/2014/main" id="{8DC3785F-5632-61BD-0650-BC0FB73EC90D}"/>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0903" name="Group 43">
            <a:extLst>
              <a:ext uri="{FF2B5EF4-FFF2-40B4-BE49-F238E27FC236}">
                <a16:creationId xmlns:a16="http://schemas.microsoft.com/office/drawing/2014/main" id="{3AB63A71-CAA6-8ED0-8F62-35F590107773}"/>
              </a:ext>
            </a:extLst>
          </p:cNvPr>
          <p:cNvGrpSpPr>
            <a:grpSpLocks/>
          </p:cNvGrpSpPr>
          <p:nvPr/>
        </p:nvGrpSpPr>
        <p:grpSpPr bwMode="auto">
          <a:xfrm rot="-5400000">
            <a:off x="2035175" y="3584575"/>
            <a:ext cx="520700" cy="152400"/>
            <a:chOff x="990" y="2694"/>
            <a:chExt cx="328" cy="96"/>
          </a:xfrm>
        </p:grpSpPr>
        <p:sp>
          <p:nvSpPr>
            <p:cNvPr id="421932" name="Oval 44">
              <a:extLst>
                <a:ext uri="{FF2B5EF4-FFF2-40B4-BE49-F238E27FC236}">
                  <a16:creationId xmlns:a16="http://schemas.microsoft.com/office/drawing/2014/main" id="{038AEDF0-46C7-BF67-3444-0495818AD245}"/>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1933" name="Oval 45">
              <a:extLst>
                <a:ext uri="{FF2B5EF4-FFF2-40B4-BE49-F238E27FC236}">
                  <a16:creationId xmlns:a16="http://schemas.microsoft.com/office/drawing/2014/main" id="{21F702CD-E943-B5BA-72C7-BD794B930CA2}"/>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0904" name="Group 46">
            <a:extLst>
              <a:ext uri="{FF2B5EF4-FFF2-40B4-BE49-F238E27FC236}">
                <a16:creationId xmlns:a16="http://schemas.microsoft.com/office/drawing/2014/main" id="{E4BB8374-8321-85EA-A445-A13CCF494D68}"/>
              </a:ext>
            </a:extLst>
          </p:cNvPr>
          <p:cNvGrpSpPr>
            <a:grpSpLocks/>
          </p:cNvGrpSpPr>
          <p:nvPr/>
        </p:nvGrpSpPr>
        <p:grpSpPr bwMode="auto">
          <a:xfrm>
            <a:off x="2554288" y="2998788"/>
            <a:ext cx="520700" cy="152400"/>
            <a:chOff x="990" y="2694"/>
            <a:chExt cx="328" cy="96"/>
          </a:xfrm>
        </p:grpSpPr>
        <p:sp>
          <p:nvSpPr>
            <p:cNvPr id="421935" name="Oval 47">
              <a:extLst>
                <a:ext uri="{FF2B5EF4-FFF2-40B4-BE49-F238E27FC236}">
                  <a16:creationId xmlns:a16="http://schemas.microsoft.com/office/drawing/2014/main" id="{307FB4C5-EB05-C63F-E586-82AA2C76661C}"/>
                </a:ext>
              </a:extLst>
            </p:cNvPr>
            <p:cNvSpPr>
              <a:spLocks noChangeArrowheads="1"/>
            </p:cNvSpPr>
            <p:nvPr/>
          </p:nvSpPr>
          <p:spPr bwMode="auto">
            <a:xfrm>
              <a:off x="990" y="2695"/>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1936" name="Oval 48">
              <a:extLst>
                <a:ext uri="{FF2B5EF4-FFF2-40B4-BE49-F238E27FC236}">
                  <a16:creationId xmlns:a16="http://schemas.microsoft.com/office/drawing/2014/main" id="{3F660FDF-E772-7FC7-0460-3484BCA34BA0}"/>
                </a:ext>
              </a:extLst>
            </p:cNvPr>
            <p:cNvSpPr>
              <a:spLocks noChangeArrowheads="1"/>
            </p:cNvSpPr>
            <p:nvPr/>
          </p:nvSpPr>
          <p:spPr bwMode="auto">
            <a:xfrm>
              <a:off x="1234"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21937" name="Text Box 49">
            <a:extLst>
              <a:ext uri="{FF2B5EF4-FFF2-40B4-BE49-F238E27FC236}">
                <a16:creationId xmlns:a16="http://schemas.microsoft.com/office/drawing/2014/main" id="{3DCD4DE1-DC8D-CC21-D170-955470B8ED1E}"/>
              </a:ext>
            </a:extLst>
          </p:cNvPr>
          <p:cNvSpPr txBox="1">
            <a:spLocks noChangeArrowheads="1"/>
          </p:cNvSpPr>
          <p:nvPr/>
        </p:nvSpPr>
        <p:spPr bwMode="auto">
          <a:xfrm>
            <a:off x="6051550" y="1922463"/>
            <a:ext cx="2840038" cy="1373187"/>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AFD00"/>
                </a:solidFill>
                <a:effectLst>
                  <a:outerShdw blurRad="38100" dist="38100" dir="2700000" algn="tl">
                    <a:srgbClr val="000000"/>
                  </a:outerShdw>
                </a:effectLst>
                <a:latin typeface="Times New Roman" pitchFamily="18" charset="0"/>
                <a:ea typeface="+mn-ea"/>
              </a:rPr>
              <a:t>It’s an expanded octet.  Okay for Xe.</a:t>
            </a:r>
            <a:endParaRPr lang="en-US">
              <a:solidFill>
                <a:srgbClr val="FAFD00"/>
              </a:solidFill>
              <a:effectLst>
                <a:outerShdw blurRad="38100" dist="38100" dir="2700000" algn="tl">
                  <a:srgbClr val="000000"/>
                </a:outerShdw>
              </a:effectLst>
              <a:latin typeface="Times New Roman" pitchFamily="18" charset="0"/>
              <a:ea typeface="+mn-ea"/>
            </a:endParaRPr>
          </a:p>
        </p:txBody>
      </p:sp>
      <p:sp>
        <p:nvSpPr>
          <p:cNvPr id="421938" name="Oval 50">
            <a:extLst>
              <a:ext uri="{FF2B5EF4-FFF2-40B4-BE49-F238E27FC236}">
                <a16:creationId xmlns:a16="http://schemas.microsoft.com/office/drawing/2014/main" id="{94825489-210F-4FA7-7FCF-6D04CF418F31}"/>
              </a:ext>
            </a:extLst>
          </p:cNvPr>
          <p:cNvSpPr>
            <a:spLocks noChangeArrowheads="1"/>
          </p:cNvSpPr>
          <p:nvPr/>
        </p:nvSpPr>
        <p:spPr bwMode="auto">
          <a:xfrm>
            <a:off x="3394075" y="2806700"/>
            <a:ext cx="1687513" cy="1771650"/>
          </a:xfrm>
          <a:prstGeom prst="ellipse">
            <a:avLst/>
          </a:prstGeom>
          <a:noFill/>
          <a:ln w="28575">
            <a:solidFill>
              <a:schemeClr val="accent2"/>
            </a:solidFill>
            <a:prstDash val="dash"/>
            <a:round/>
            <a:headEnd/>
            <a:tailEnd/>
          </a:ln>
          <a:effectLst/>
        </p:spPr>
        <p:txBody>
          <a:bodyPr wrap="none" anchor="ctr"/>
          <a:lstStyle/>
          <a:p>
            <a:pPr algn="ctr">
              <a:defRPr/>
            </a:pPr>
            <a:endParaRPr lang="en-US">
              <a:solidFill>
                <a:srgbClr val="FAFD00"/>
              </a:solidFill>
              <a:effectLst>
                <a:outerShdw blurRad="38100" dist="38100" dir="2700000" algn="tl">
                  <a:srgbClr val="000000"/>
                </a:outerShdw>
              </a:effectLst>
              <a:latin typeface="Times New Roman" pitchFamily="18" charset="0"/>
              <a:ea typeface="+mn-ea"/>
            </a:endParaRPr>
          </a:p>
        </p:txBody>
      </p:sp>
      <p:grpSp>
        <p:nvGrpSpPr>
          <p:cNvPr id="250907" name="Group 51">
            <a:extLst>
              <a:ext uri="{FF2B5EF4-FFF2-40B4-BE49-F238E27FC236}">
                <a16:creationId xmlns:a16="http://schemas.microsoft.com/office/drawing/2014/main" id="{D44F12A5-7D12-DB58-DACC-FE9A8CEC793C}"/>
              </a:ext>
            </a:extLst>
          </p:cNvPr>
          <p:cNvGrpSpPr>
            <a:grpSpLocks/>
          </p:cNvGrpSpPr>
          <p:nvPr/>
        </p:nvGrpSpPr>
        <p:grpSpPr bwMode="auto">
          <a:xfrm rot="-2653714">
            <a:off x="3451225" y="3211513"/>
            <a:ext cx="520700" cy="152400"/>
            <a:chOff x="990" y="2694"/>
            <a:chExt cx="328" cy="96"/>
          </a:xfrm>
        </p:grpSpPr>
        <p:sp>
          <p:nvSpPr>
            <p:cNvPr id="421940" name="Oval 52">
              <a:extLst>
                <a:ext uri="{FF2B5EF4-FFF2-40B4-BE49-F238E27FC236}">
                  <a16:creationId xmlns:a16="http://schemas.microsoft.com/office/drawing/2014/main" id="{528B0FD0-9AD1-3CC8-D040-52DCF10D5B8D}"/>
                </a:ext>
              </a:extLst>
            </p:cNvPr>
            <p:cNvSpPr>
              <a:spLocks noChangeArrowheads="1"/>
            </p:cNvSpPr>
            <p:nvPr/>
          </p:nvSpPr>
          <p:spPr bwMode="auto">
            <a:xfrm>
              <a:off x="991"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1941" name="Oval 53">
              <a:extLst>
                <a:ext uri="{FF2B5EF4-FFF2-40B4-BE49-F238E27FC236}">
                  <a16:creationId xmlns:a16="http://schemas.microsoft.com/office/drawing/2014/main" id="{3B12E8D3-6945-8E31-DD0A-3EF47A04CF05}"/>
                </a:ext>
              </a:extLst>
            </p:cNvPr>
            <p:cNvSpPr>
              <a:spLocks noChangeArrowheads="1"/>
            </p:cNvSpPr>
            <p:nvPr/>
          </p:nvSpPr>
          <p:spPr bwMode="auto">
            <a:xfrm>
              <a:off x="1235" y="2691"/>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0908" name="Group 54">
            <a:extLst>
              <a:ext uri="{FF2B5EF4-FFF2-40B4-BE49-F238E27FC236}">
                <a16:creationId xmlns:a16="http://schemas.microsoft.com/office/drawing/2014/main" id="{ED5A5EF4-AF1A-9D87-B8C2-23E947EDDDE8}"/>
              </a:ext>
            </a:extLst>
          </p:cNvPr>
          <p:cNvGrpSpPr>
            <a:grpSpLocks/>
          </p:cNvGrpSpPr>
          <p:nvPr/>
        </p:nvGrpSpPr>
        <p:grpSpPr bwMode="auto">
          <a:xfrm rot="-2653714">
            <a:off x="4422775" y="4048125"/>
            <a:ext cx="520700" cy="152400"/>
            <a:chOff x="990" y="2694"/>
            <a:chExt cx="328" cy="96"/>
          </a:xfrm>
        </p:grpSpPr>
        <p:sp>
          <p:nvSpPr>
            <p:cNvPr id="421943" name="Oval 55">
              <a:extLst>
                <a:ext uri="{FF2B5EF4-FFF2-40B4-BE49-F238E27FC236}">
                  <a16:creationId xmlns:a16="http://schemas.microsoft.com/office/drawing/2014/main" id="{7961307D-50A3-892B-86F4-30C1F6FF2B13}"/>
                </a:ext>
              </a:extLst>
            </p:cNvPr>
            <p:cNvSpPr>
              <a:spLocks noChangeArrowheads="1"/>
            </p:cNvSpPr>
            <p:nvPr/>
          </p:nvSpPr>
          <p:spPr bwMode="auto">
            <a:xfrm>
              <a:off x="991" y="2694"/>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1944" name="Oval 56">
              <a:extLst>
                <a:ext uri="{FF2B5EF4-FFF2-40B4-BE49-F238E27FC236}">
                  <a16:creationId xmlns:a16="http://schemas.microsoft.com/office/drawing/2014/main" id="{B5FCF0A2-4B28-7785-DA46-AF8CF6D3B6D4}"/>
                </a:ext>
              </a:extLst>
            </p:cNvPr>
            <p:cNvSpPr>
              <a:spLocks noChangeArrowheads="1"/>
            </p:cNvSpPr>
            <p:nvPr/>
          </p:nvSpPr>
          <p:spPr bwMode="auto">
            <a:xfrm>
              <a:off x="1235" y="2691"/>
              <a:ext cx="84" cy="95"/>
            </a:xfrm>
            <a:prstGeom prst="ellipse">
              <a:avLst/>
            </a:prstGeom>
            <a:solidFill>
              <a:schemeClr val="accent2"/>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21945" name="Text Box 57">
            <a:extLst>
              <a:ext uri="{FF2B5EF4-FFF2-40B4-BE49-F238E27FC236}">
                <a16:creationId xmlns:a16="http://schemas.microsoft.com/office/drawing/2014/main" id="{B32A23BE-B4D4-5698-A5A2-C014AA45DB5C}"/>
              </a:ext>
            </a:extLst>
          </p:cNvPr>
          <p:cNvSpPr txBox="1">
            <a:spLocks noChangeArrowheads="1"/>
          </p:cNvSpPr>
          <p:nvPr/>
        </p:nvSpPr>
        <p:spPr bwMode="auto">
          <a:xfrm>
            <a:off x="592138" y="5667375"/>
            <a:ext cx="1236662"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36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a:extLst>
              <a:ext uri="{FF2B5EF4-FFF2-40B4-BE49-F238E27FC236}">
                <a16:creationId xmlns:a16="http://schemas.microsoft.com/office/drawing/2014/main" id="{365CD72A-8353-D4DE-DCC0-A1DFE047031A}"/>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22915" name="Text Box 3">
            <a:extLst>
              <a:ext uri="{FF2B5EF4-FFF2-40B4-BE49-F238E27FC236}">
                <a16:creationId xmlns:a16="http://schemas.microsoft.com/office/drawing/2014/main" id="{527449EB-1780-7708-DFD3-E863CDA2BC35}"/>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2916" name="Text Box 4">
            <a:extLst>
              <a:ext uri="{FF2B5EF4-FFF2-40B4-BE49-F238E27FC236}">
                <a16:creationId xmlns:a16="http://schemas.microsoft.com/office/drawing/2014/main" id="{A1673878-463E-0345-8EEC-BC0E08FE4156}"/>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2917" name="Text Box 5">
            <a:extLst>
              <a:ext uri="{FF2B5EF4-FFF2-40B4-BE49-F238E27FC236}">
                <a16:creationId xmlns:a16="http://schemas.microsoft.com/office/drawing/2014/main" id="{14577F6D-6CBA-C344-4A19-15195737A617}"/>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2918" name="Line 6">
            <a:extLst>
              <a:ext uri="{FF2B5EF4-FFF2-40B4-BE49-F238E27FC236}">
                <a16:creationId xmlns:a16="http://schemas.microsoft.com/office/drawing/2014/main" id="{B7B18C8B-18EA-F2EB-47ED-2FCB531FEC1A}"/>
              </a:ext>
            </a:extLst>
          </p:cNvPr>
          <p:cNvSpPr>
            <a:spLocks noChangeShapeType="1"/>
          </p:cNvSpPr>
          <p:nvPr/>
        </p:nvSpPr>
        <p:spPr bwMode="auto">
          <a:xfrm>
            <a:off x="3309938" y="3694113"/>
            <a:ext cx="433387"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2919" name="Line 7">
            <a:extLst>
              <a:ext uri="{FF2B5EF4-FFF2-40B4-BE49-F238E27FC236}">
                <a16:creationId xmlns:a16="http://schemas.microsoft.com/office/drawing/2014/main" id="{49557230-3433-3F2A-4387-07B43E9CE75D}"/>
              </a:ext>
            </a:extLst>
          </p:cNvPr>
          <p:cNvSpPr>
            <a:spLocks noChangeShapeType="1"/>
          </p:cNvSpPr>
          <p:nvPr/>
        </p:nvSpPr>
        <p:spPr bwMode="auto">
          <a:xfrm>
            <a:off x="4799013" y="3695700"/>
            <a:ext cx="434975"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2920" name="Text Box 8">
            <a:extLst>
              <a:ext uri="{FF2B5EF4-FFF2-40B4-BE49-F238E27FC236}">
                <a16:creationId xmlns:a16="http://schemas.microsoft.com/office/drawing/2014/main" id="{DAA1DE69-06CE-E1C2-615F-41CF5D191CB6}"/>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2921" name="Line 9">
            <a:extLst>
              <a:ext uri="{FF2B5EF4-FFF2-40B4-BE49-F238E27FC236}">
                <a16:creationId xmlns:a16="http://schemas.microsoft.com/office/drawing/2014/main" id="{69BC1090-CFA4-097F-07FA-D1E9D1FD35A8}"/>
              </a:ext>
            </a:extLst>
          </p:cNvPr>
          <p:cNvSpPr>
            <a:spLocks noChangeShapeType="1"/>
          </p:cNvSpPr>
          <p:nvPr/>
        </p:nvSpPr>
        <p:spPr bwMode="auto">
          <a:xfrm flipV="1">
            <a:off x="4227513" y="287496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2922" name="Line 10">
            <a:extLst>
              <a:ext uri="{FF2B5EF4-FFF2-40B4-BE49-F238E27FC236}">
                <a16:creationId xmlns:a16="http://schemas.microsoft.com/office/drawing/2014/main" id="{098F514A-2369-B1D3-CE9E-C82B5841C30C}"/>
              </a:ext>
            </a:extLst>
          </p:cNvPr>
          <p:cNvSpPr>
            <a:spLocks noChangeShapeType="1"/>
          </p:cNvSpPr>
          <p:nvPr/>
        </p:nvSpPr>
        <p:spPr bwMode="auto">
          <a:xfrm flipV="1">
            <a:off x="4213225" y="421481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2923" name="Text Box 11">
            <a:extLst>
              <a:ext uri="{FF2B5EF4-FFF2-40B4-BE49-F238E27FC236}">
                <a16:creationId xmlns:a16="http://schemas.microsoft.com/office/drawing/2014/main" id="{AAF193EE-D1FF-77CF-A97B-A56A839138CB}"/>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grpSp>
        <p:nvGrpSpPr>
          <p:cNvPr id="252940" name="Group 12">
            <a:extLst>
              <a:ext uri="{FF2B5EF4-FFF2-40B4-BE49-F238E27FC236}">
                <a16:creationId xmlns:a16="http://schemas.microsoft.com/office/drawing/2014/main" id="{BB9251D4-910B-B0D1-649C-5BCF79EB2BBB}"/>
              </a:ext>
            </a:extLst>
          </p:cNvPr>
          <p:cNvGrpSpPr>
            <a:grpSpLocks/>
          </p:cNvGrpSpPr>
          <p:nvPr/>
        </p:nvGrpSpPr>
        <p:grpSpPr bwMode="auto">
          <a:xfrm>
            <a:off x="5324475" y="4181475"/>
            <a:ext cx="520700" cy="152400"/>
            <a:chOff x="990" y="2694"/>
            <a:chExt cx="328" cy="96"/>
          </a:xfrm>
        </p:grpSpPr>
        <p:sp>
          <p:nvSpPr>
            <p:cNvPr id="422925" name="Oval 13">
              <a:extLst>
                <a:ext uri="{FF2B5EF4-FFF2-40B4-BE49-F238E27FC236}">
                  <a16:creationId xmlns:a16="http://schemas.microsoft.com/office/drawing/2014/main" id="{6278733B-A8BB-6C0B-A9AB-768A611CAC7C}"/>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2926" name="Oval 14">
              <a:extLst>
                <a:ext uri="{FF2B5EF4-FFF2-40B4-BE49-F238E27FC236}">
                  <a16:creationId xmlns:a16="http://schemas.microsoft.com/office/drawing/2014/main" id="{4103DB33-D05D-4545-1387-877B06451095}"/>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2941" name="Group 15">
            <a:extLst>
              <a:ext uri="{FF2B5EF4-FFF2-40B4-BE49-F238E27FC236}">
                <a16:creationId xmlns:a16="http://schemas.microsoft.com/office/drawing/2014/main" id="{08686346-6EAB-8D95-E405-72E4BD45675C}"/>
              </a:ext>
            </a:extLst>
          </p:cNvPr>
          <p:cNvGrpSpPr>
            <a:grpSpLocks/>
          </p:cNvGrpSpPr>
          <p:nvPr/>
        </p:nvGrpSpPr>
        <p:grpSpPr bwMode="auto">
          <a:xfrm rot="-5400000">
            <a:off x="5922963" y="3660775"/>
            <a:ext cx="520700" cy="152400"/>
            <a:chOff x="990" y="2694"/>
            <a:chExt cx="328" cy="96"/>
          </a:xfrm>
        </p:grpSpPr>
        <p:sp>
          <p:nvSpPr>
            <p:cNvPr id="422928" name="Oval 16">
              <a:extLst>
                <a:ext uri="{FF2B5EF4-FFF2-40B4-BE49-F238E27FC236}">
                  <a16:creationId xmlns:a16="http://schemas.microsoft.com/office/drawing/2014/main" id="{BA3A40F2-A6C7-A868-C007-118D396D704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2929" name="Oval 17">
              <a:extLst>
                <a:ext uri="{FF2B5EF4-FFF2-40B4-BE49-F238E27FC236}">
                  <a16:creationId xmlns:a16="http://schemas.microsoft.com/office/drawing/2014/main" id="{A3B86E30-4412-9D7D-B399-E597D73D70B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2942" name="Group 18">
            <a:extLst>
              <a:ext uri="{FF2B5EF4-FFF2-40B4-BE49-F238E27FC236}">
                <a16:creationId xmlns:a16="http://schemas.microsoft.com/office/drawing/2014/main" id="{81146630-C75D-C806-9774-8E3326855949}"/>
              </a:ext>
            </a:extLst>
          </p:cNvPr>
          <p:cNvGrpSpPr>
            <a:grpSpLocks/>
          </p:cNvGrpSpPr>
          <p:nvPr/>
        </p:nvGrpSpPr>
        <p:grpSpPr bwMode="auto">
          <a:xfrm>
            <a:off x="5326063" y="3063875"/>
            <a:ext cx="520700" cy="152400"/>
            <a:chOff x="990" y="2694"/>
            <a:chExt cx="328" cy="96"/>
          </a:xfrm>
        </p:grpSpPr>
        <p:sp>
          <p:nvSpPr>
            <p:cNvPr id="422931" name="Oval 19">
              <a:extLst>
                <a:ext uri="{FF2B5EF4-FFF2-40B4-BE49-F238E27FC236}">
                  <a16:creationId xmlns:a16="http://schemas.microsoft.com/office/drawing/2014/main" id="{8BD62421-E48B-2F8E-6718-90B9A044FE05}"/>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2932" name="Oval 20">
              <a:extLst>
                <a:ext uri="{FF2B5EF4-FFF2-40B4-BE49-F238E27FC236}">
                  <a16:creationId xmlns:a16="http://schemas.microsoft.com/office/drawing/2014/main" id="{28957A9B-8B30-6DF0-6B23-551636FBA862}"/>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2943" name="Group 21">
            <a:extLst>
              <a:ext uri="{FF2B5EF4-FFF2-40B4-BE49-F238E27FC236}">
                <a16:creationId xmlns:a16="http://schemas.microsoft.com/office/drawing/2014/main" id="{50095166-2967-3E62-B435-6A068A68F259}"/>
              </a:ext>
            </a:extLst>
          </p:cNvPr>
          <p:cNvGrpSpPr>
            <a:grpSpLocks/>
          </p:cNvGrpSpPr>
          <p:nvPr/>
        </p:nvGrpSpPr>
        <p:grpSpPr bwMode="auto">
          <a:xfrm>
            <a:off x="3986213" y="1811338"/>
            <a:ext cx="520700" cy="152400"/>
            <a:chOff x="990" y="2694"/>
            <a:chExt cx="328" cy="96"/>
          </a:xfrm>
        </p:grpSpPr>
        <p:sp>
          <p:nvSpPr>
            <p:cNvPr id="422934" name="Oval 22">
              <a:extLst>
                <a:ext uri="{FF2B5EF4-FFF2-40B4-BE49-F238E27FC236}">
                  <a16:creationId xmlns:a16="http://schemas.microsoft.com/office/drawing/2014/main" id="{FFE7C458-2C27-18DD-4025-3D3A13734DA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2935" name="Oval 23">
              <a:extLst>
                <a:ext uri="{FF2B5EF4-FFF2-40B4-BE49-F238E27FC236}">
                  <a16:creationId xmlns:a16="http://schemas.microsoft.com/office/drawing/2014/main" id="{A731DBD8-A1B7-B2B1-5083-F428B7FE6AE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2944" name="Group 24">
            <a:extLst>
              <a:ext uri="{FF2B5EF4-FFF2-40B4-BE49-F238E27FC236}">
                <a16:creationId xmlns:a16="http://schemas.microsoft.com/office/drawing/2014/main" id="{85FE1B73-3A3F-8264-FFEC-7AC5BF645A49}"/>
              </a:ext>
            </a:extLst>
          </p:cNvPr>
          <p:cNvGrpSpPr>
            <a:grpSpLocks/>
          </p:cNvGrpSpPr>
          <p:nvPr/>
        </p:nvGrpSpPr>
        <p:grpSpPr bwMode="auto">
          <a:xfrm rot="-5400000">
            <a:off x="4521200" y="2344738"/>
            <a:ext cx="520700" cy="152400"/>
            <a:chOff x="990" y="2694"/>
            <a:chExt cx="328" cy="96"/>
          </a:xfrm>
        </p:grpSpPr>
        <p:sp>
          <p:nvSpPr>
            <p:cNvPr id="422937" name="Oval 25">
              <a:extLst>
                <a:ext uri="{FF2B5EF4-FFF2-40B4-BE49-F238E27FC236}">
                  <a16:creationId xmlns:a16="http://schemas.microsoft.com/office/drawing/2014/main" id="{3A8C387E-16DD-7E52-DF8E-6A8D1055074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2938" name="Oval 26">
              <a:extLst>
                <a:ext uri="{FF2B5EF4-FFF2-40B4-BE49-F238E27FC236}">
                  <a16:creationId xmlns:a16="http://schemas.microsoft.com/office/drawing/2014/main" id="{54A0A51A-04D4-8FF7-5638-A73406F7C7F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2945" name="Group 27">
            <a:extLst>
              <a:ext uri="{FF2B5EF4-FFF2-40B4-BE49-F238E27FC236}">
                <a16:creationId xmlns:a16="http://schemas.microsoft.com/office/drawing/2014/main" id="{5BEC5333-20E5-EA57-62EA-66F53CC6B760}"/>
              </a:ext>
            </a:extLst>
          </p:cNvPr>
          <p:cNvGrpSpPr>
            <a:grpSpLocks/>
          </p:cNvGrpSpPr>
          <p:nvPr/>
        </p:nvGrpSpPr>
        <p:grpSpPr bwMode="auto">
          <a:xfrm rot="-5400000">
            <a:off x="3470275" y="2363788"/>
            <a:ext cx="520700" cy="152400"/>
            <a:chOff x="990" y="2694"/>
            <a:chExt cx="328" cy="96"/>
          </a:xfrm>
        </p:grpSpPr>
        <p:sp>
          <p:nvSpPr>
            <p:cNvPr id="422940" name="Oval 28">
              <a:extLst>
                <a:ext uri="{FF2B5EF4-FFF2-40B4-BE49-F238E27FC236}">
                  <a16:creationId xmlns:a16="http://schemas.microsoft.com/office/drawing/2014/main" id="{15C0A9BB-7625-CD49-F551-EFC043BBEF3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2941" name="Oval 29">
              <a:extLst>
                <a:ext uri="{FF2B5EF4-FFF2-40B4-BE49-F238E27FC236}">
                  <a16:creationId xmlns:a16="http://schemas.microsoft.com/office/drawing/2014/main" id="{8D9DDB13-8005-4880-37B2-4EE3EE6A324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2946" name="Group 30">
            <a:extLst>
              <a:ext uri="{FF2B5EF4-FFF2-40B4-BE49-F238E27FC236}">
                <a16:creationId xmlns:a16="http://schemas.microsoft.com/office/drawing/2014/main" id="{53ED165C-157D-546E-4EB6-37D9E73E94C3}"/>
              </a:ext>
            </a:extLst>
          </p:cNvPr>
          <p:cNvGrpSpPr>
            <a:grpSpLocks/>
          </p:cNvGrpSpPr>
          <p:nvPr/>
        </p:nvGrpSpPr>
        <p:grpSpPr bwMode="auto">
          <a:xfrm>
            <a:off x="3921125" y="5524500"/>
            <a:ext cx="520700" cy="152400"/>
            <a:chOff x="990" y="2694"/>
            <a:chExt cx="328" cy="96"/>
          </a:xfrm>
        </p:grpSpPr>
        <p:sp>
          <p:nvSpPr>
            <p:cNvPr id="422943" name="Oval 31">
              <a:extLst>
                <a:ext uri="{FF2B5EF4-FFF2-40B4-BE49-F238E27FC236}">
                  <a16:creationId xmlns:a16="http://schemas.microsoft.com/office/drawing/2014/main" id="{9396827D-90D8-9B29-E676-523F9EA29B3C}"/>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2944" name="Oval 32">
              <a:extLst>
                <a:ext uri="{FF2B5EF4-FFF2-40B4-BE49-F238E27FC236}">
                  <a16:creationId xmlns:a16="http://schemas.microsoft.com/office/drawing/2014/main" id="{CCA9A618-81FB-E3FF-1FD2-DD41C1AE398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2947" name="Group 33">
            <a:extLst>
              <a:ext uri="{FF2B5EF4-FFF2-40B4-BE49-F238E27FC236}">
                <a16:creationId xmlns:a16="http://schemas.microsoft.com/office/drawing/2014/main" id="{884E2059-1E55-557A-F196-3B8BDCB0BD64}"/>
              </a:ext>
            </a:extLst>
          </p:cNvPr>
          <p:cNvGrpSpPr>
            <a:grpSpLocks/>
          </p:cNvGrpSpPr>
          <p:nvPr/>
        </p:nvGrpSpPr>
        <p:grpSpPr bwMode="auto">
          <a:xfrm rot="-5400000">
            <a:off x="4473575" y="4987925"/>
            <a:ext cx="520700" cy="152400"/>
            <a:chOff x="990" y="2694"/>
            <a:chExt cx="328" cy="96"/>
          </a:xfrm>
        </p:grpSpPr>
        <p:sp>
          <p:nvSpPr>
            <p:cNvPr id="422946" name="Oval 34">
              <a:extLst>
                <a:ext uri="{FF2B5EF4-FFF2-40B4-BE49-F238E27FC236}">
                  <a16:creationId xmlns:a16="http://schemas.microsoft.com/office/drawing/2014/main" id="{0CB44DA7-4B75-227A-6D60-8D4D47AB0DAF}"/>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2947" name="Oval 35">
              <a:extLst>
                <a:ext uri="{FF2B5EF4-FFF2-40B4-BE49-F238E27FC236}">
                  <a16:creationId xmlns:a16="http://schemas.microsoft.com/office/drawing/2014/main" id="{220D2535-1AFC-3E9A-F574-71DFD5307F2A}"/>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2948" name="Group 36">
            <a:extLst>
              <a:ext uri="{FF2B5EF4-FFF2-40B4-BE49-F238E27FC236}">
                <a16:creationId xmlns:a16="http://schemas.microsoft.com/office/drawing/2014/main" id="{9098D59F-7CA3-63BC-B1ED-CB92663936A2}"/>
              </a:ext>
            </a:extLst>
          </p:cNvPr>
          <p:cNvGrpSpPr>
            <a:grpSpLocks/>
          </p:cNvGrpSpPr>
          <p:nvPr/>
        </p:nvGrpSpPr>
        <p:grpSpPr bwMode="auto">
          <a:xfrm rot="-5400000">
            <a:off x="3422650" y="4989513"/>
            <a:ext cx="520700" cy="152400"/>
            <a:chOff x="990" y="2694"/>
            <a:chExt cx="328" cy="96"/>
          </a:xfrm>
        </p:grpSpPr>
        <p:sp>
          <p:nvSpPr>
            <p:cNvPr id="422949" name="Oval 37">
              <a:extLst>
                <a:ext uri="{FF2B5EF4-FFF2-40B4-BE49-F238E27FC236}">
                  <a16:creationId xmlns:a16="http://schemas.microsoft.com/office/drawing/2014/main" id="{62CA719C-08E2-328F-9C06-E20DCF9A66BE}"/>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2950" name="Oval 38">
              <a:extLst>
                <a:ext uri="{FF2B5EF4-FFF2-40B4-BE49-F238E27FC236}">
                  <a16:creationId xmlns:a16="http://schemas.microsoft.com/office/drawing/2014/main" id="{D13F4B5E-BB77-AF58-4AC2-5A4E101E4936}"/>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2949" name="Group 39">
            <a:extLst>
              <a:ext uri="{FF2B5EF4-FFF2-40B4-BE49-F238E27FC236}">
                <a16:creationId xmlns:a16="http://schemas.microsoft.com/office/drawing/2014/main" id="{CD5F7E93-668A-C35E-6BA0-503DD917F2C3}"/>
              </a:ext>
            </a:extLst>
          </p:cNvPr>
          <p:cNvGrpSpPr>
            <a:grpSpLocks/>
          </p:cNvGrpSpPr>
          <p:nvPr/>
        </p:nvGrpSpPr>
        <p:grpSpPr bwMode="auto">
          <a:xfrm>
            <a:off x="2535238" y="4132263"/>
            <a:ext cx="520700" cy="152400"/>
            <a:chOff x="990" y="2694"/>
            <a:chExt cx="328" cy="96"/>
          </a:xfrm>
        </p:grpSpPr>
        <p:sp>
          <p:nvSpPr>
            <p:cNvPr id="422952" name="Oval 40">
              <a:extLst>
                <a:ext uri="{FF2B5EF4-FFF2-40B4-BE49-F238E27FC236}">
                  <a16:creationId xmlns:a16="http://schemas.microsoft.com/office/drawing/2014/main" id="{F5777CCD-3DA0-848C-DEDC-FB947E830851}"/>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2953" name="Oval 41">
              <a:extLst>
                <a:ext uri="{FF2B5EF4-FFF2-40B4-BE49-F238E27FC236}">
                  <a16:creationId xmlns:a16="http://schemas.microsoft.com/office/drawing/2014/main" id="{783351A8-21DF-A929-3D5E-FC7FEC8D4DB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2950" name="Group 42">
            <a:extLst>
              <a:ext uri="{FF2B5EF4-FFF2-40B4-BE49-F238E27FC236}">
                <a16:creationId xmlns:a16="http://schemas.microsoft.com/office/drawing/2014/main" id="{B074B808-AA2F-D43E-3F22-1D00D2C1E661}"/>
              </a:ext>
            </a:extLst>
          </p:cNvPr>
          <p:cNvGrpSpPr>
            <a:grpSpLocks/>
          </p:cNvGrpSpPr>
          <p:nvPr/>
        </p:nvGrpSpPr>
        <p:grpSpPr bwMode="auto">
          <a:xfrm rot="-5400000">
            <a:off x="2035175" y="3584575"/>
            <a:ext cx="520700" cy="152400"/>
            <a:chOff x="990" y="2694"/>
            <a:chExt cx="328" cy="96"/>
          </a:xfrm>
        </p:grpSpPr>
        <p:sp>
          <p:nvSpPr>
            <p:cNvPr id="422955" name="Oval 43">
              <a:extLst>
                <a:ext uri="{FF2B5EF4-FFF2-40B4-BE49-F238E27FC236}">
                  <a16:creationId xmlns:a16="http://schemas.microsoft.com/office/drawing/2014/main" id="{C61F0468-D14E-B573-C2D7-FB18B0E37649}"/>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2956" name="Oval 44">
              <a:extLst>
                <a:ext uri="{FF2B5EF4-FFF2-40B4-BE49-F238E27FC236}">
                  <a16:creationId xmlns:a16="http://schemas.microsoft.com/office/drawing/2014/main" id="{B758F6A9-C2CB-7C6B-CDF4-DBE42062804B}"/>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2951" name="Group 45">
            <a:extLst>
              <a:ext uri="{FF2B5EF4-FFF2-40B4-BE49-F238E27FC236}">
                <a16:creationId xmlns:a16="http://schemas.microsoft.com/office/drawing/2014/main" id="{2CE73712-1DC9-B9D7-9D29-6921D4F8A5F7}"/>
              </a:ext>
            </a:extLst>
          </p:cNvPr>
          <p:cNvGrpSpPr>
            <a:grpSpLocks/>
          </p:cNvGrpSpPr>
          <p:nvPr/>
        </p:nvGrpSpPr>
        <p:grpSpPr bwMode="auto">
          <a:xfrm>
            <a:off x="2554288" y="2998788"/>
            <a:ext cx="520700" cy="152400"/>
            <a:chOff x="990" y="2694"/>
            <a:chExt cx="328" cy="96"/>
          </a:xfrm>
        </p:grpSpPr>
        <p:sp>
          <p:nvSpPr>
            <p:cNvPr id="422958" name="Oval 46">
              <a:extLst>
                <a:ext uri="{FF2B5EF4-FFF2-40B4-BE49-F238E27FC236}">
                  <a16:creationId xmlns:a16="http://schemas.microsoft.com/office/drawing/2014/main" id="{30F54A97-6C1B-F90D-83E7-82506CF0FF1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2959" name="Oval 47">
              <a:extLst>
                <a:ext uri="{FF2B5EF4-FFF2-40B4-BE49-F238E27FC236}">
                  <a16:creationId xmlns:a16="http://schemas.microsoft.com/office/drawing/2014/main" id="{05AE62B3-1A55-836E-C792-8C6EF789AF24}"/>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2952" name="Group 48">
            <a:extLst>
              <a:ext uri="{FF2B5EF4-FFF2-40B4-BE49-F238E27FC236}">
                <a16:creationId xmlns:a16="http://schemas.microsoft.com/office/drawing/2014/main" id="{8869F1E4-AD07-90EC-A079-4E174922B445}"/>
              </a:ext>
            </a:extLst>
          </p:cNvPr>
          <p:cNvGrpSpPr>
            <a:grpSpLocks/>
          </p:cNvGrpSpPr>
          <p:nvPr/>
        </p:nvGrpSpPr>
        <p:grpSpPr bwMode="auto">
          <a:xfrm rot="-2653714">
            <a:off x="3451225" y="3211513"/>
            <a:ext cx="520700" cy="152400"/>
            <a:chOff x="990" y="2694"/>
            <a:chExt cx="328" cy="96"/>
          </a:xfrm>
        </p:grpSpPr>
        <p:sp>
          <p:nvSpPr>
            <p:cNvPr id="422961" name="Oval 49">
              <a:extLst>
                <a:ext uri="{FF2B5EF4-FFF2-40B4-BE49-F238E27FC236}">
                  <a16:creationId xmlns:a16="http://schemas.microsoft.com/office/drawing/2014/main" id="{44EBA087-751D-E905-57D4-C36BBEAC4118}"/>
                </a:ext>
              </a:extLst>
            </p:cNvPr>
            <p:cNvSpPr>
              <a:spLocks noChangeArrowheads="1"/>
            </p:cNvSpPr>
            <p:nvPr/>
          </p:nvSpPr>
          <p:spPr bwMode="auto">
            <a:xfrm>
              <a:off x="991"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2962" name="Oval 50">
              <a:extLst>
                <a:ext uri="{FF2B5EF4-FFF2-40B4-BE49-F238E27FC236}">
                  <a16:creationId xmlns:a16="http://schemas.microsoft.com/office/drawing/2014/main" id="{1D76730B-C730-F9B6-C7AB-E72FD48B9BD3}"/>
                </a:ext>
              </a:extLst>
            </p:cNvPr>
            <p:cNvSpPr>
              <a:spLocks noChangeArrowheads="1"/>
            </p:cNvSpPr>
            <p:nvPr/>
          </p:nvSpPr>
          <p:spPr bwMode="auto">
            <a:xfrm>
              <a:off x="1235" y="2691"/>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2953" name="Group 51">
            <a:extLst>
              <a:ext uri="{FF2B5EF4-FFF2-40B4-BE49-F238E27FC236}">
                <a16:creationId xmlns:a16="http://schemas.microsoft.com/office/drawing/2014/main" id="{EDD9C0F3-40DA-6E45-7CE8-77E2927F86FC}"/>
              </a:ext>
            </a:extLst>
          </p:cNvPr>
          <p:cNvGrpSpPr>
            <a:grpSpLocks/>
          </p:cNvGrpSpPr>
          <p:nvPr/>
        </p:nvGrpSpPr>
        <p:grpSpPr bwMode="auto">
          <a:xfrm rot="-2653714">
            <a:off x="4422775" y="4048125"/>
            <a:ext cx="520700" cy="152400"/>
            <a:chOff x="990" y="2694"/>
            <a:chExt cx="328" cy="96"/>
          </a:xfrm>
        </p:grpSpPr>
        <p:sp>
          <p:nvSpPr>
            <p:cNvPr id="422964" name="Oval 52">
              <a:extLst>
                <a:ext uri="{FF2B5EF4-FFF2-40B4-BE49-F238E27FC236}">
                  <a16:creationId xmlns:a16="http://schemas.microsoft.com/office/drawing/2014/main" id="{44C67A80-4BA1-DCFA-EB17-E318F0BA2641}"/>
                </a:ext>
              </a:extLst>
            </p:cNvPr>
            <p:cNvSpPr>
              <a:spLocks noChangeArrowheads="1"/>
            </p:cNvSpPr>
            <p:nvPr/>
          </p:nvSpPr>
          <p:spPr bwMode="auto">
            <a:xfrm>
              <a:off x="991"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2965" name="Oval 53">
              <a:extLst>
                <a:ext uri="{FF2B5EF4-FFF2-40B4-BE49-F238E27FC236}">
                  <a16:creationId xmlns:a16="http://schemas.microsoft.com/office/drawing/2014/main" id="{FF41C400-CA20-E018-011A-E3A7222BFB14}"/>
                </a:ext>
              </a:extLst>
            </p:cNvPr>
            <p:cNvSpPr>
              <a:spLocks noChangeArrowheads="1"/>
            </p:cNvSpPr>
            <p:nvPr/>
          </p:nvSpPr>
          <p:spPr bwMode="auto">
            <a:xfrm>
              <a:off x="1235" y="2691"/>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22966" name="Text Box 54">
            <a:extLst>
              <a:ext uri="{FF2B5EF4-FFF2-40B4-BE49-F238E27FC236}">
                <a16:creationId xmlns:a16="http://schemas.microsoft.com/office/drawing/2014/main" id="{91908DBC-CAC1-6EDD-8063-D34597FBE97F}"/>
              </a:ext>
            </a:extLst>
          </p:cNvPr>
          <p:cNvSpPr txBox="1">
            <a:spLocks noChangeArrowheads="1"/>
          </p:cNvSpPr>
          <p:nvPr/>
        </p:nvSpPr>
        <p:spPr bwMode="auto">
          <a:xfrm>
            <a:off x="592138" y="5667375"/>
            <a:ext cx="1236662" cy="579438"/>
          </a:xfrm>
          <a:prstGeom prst="rect">
            <a:avLst/>
          </a:prstGeom>
          <a:noFill/>
          <a:ln w="12700">
            <a:noFill/>
            <a:miter lim="800000"/>
            <a:headEnd/>
            <a:tailEnd/>
          </a:ln>
          <a:effectLst/>
        </p:spPr>
        <p:txBody>
          <a:bodyPr>
            <a:spAutoFit/>
          </a:bodyPr>
          <a:lstStyle/>
          <a:p>
            <a:pPr algn="ctr">
              <a:spcBef>
                <a:spcPct val="50000"/>
              </a:spcBef>
              <a:defRPr/>
            </a:pPr>
            <a:r>
              <a:rPr lang="en-US" sz="3200">
                <a:solidFill>
                  <a:srgbClr val="FFFFFF"/>
                </a:solidFill>
                <a:effectLst>
                  <a:outerShdw blurRad="38100" dist="38100" dir="2700000" algn="tl">
                    <a:srgbClr val="000000"/>
                  </a:outerShdw>
                </a:effectLst>
                <a:latin typeface="Times New Roman" pitchFamily="18" charset="0"/>
                <a:ea typeface="+mn-ea"/>
              </a:rPr>
              <a:t>36 e</a:t>
            </a:r>
            <a:r>
              <a:rPr lang="en-US" sz="3200" baseline="30000">
                <a:solidFill>
                  <a:srgbClr val="FFFFFF"/>
                </a:solidFill>
                <a:effectLst>
                  <a:outerShdw blurRad="38100" dist="38100" dir="2700000" algn="tl">
                    <a:srgbClr val="000000"/>
                  </a:outerShdw>
                </a:effectLst>
                <a:latin typeface="Times New Roman" pitchFamily="18" charset="0"/>
                <a:ea typeface="+mn-ea"/>
              </a:rPr>
              <a:t>-</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a:extLst>
              <a:ext uri="{FF2B5EF4-FFF2-40B4-BE49-F238E27FC236}">
                <a16:creationId xmlns:a16="http://schemas.microsoft.com/office/drawing/2014/main" id="{DE23BBB6-578A-DE6A-49CE-5BA9E0638519}"/>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23939" name="Text Box 3">
            <a:extLst>
              <a:ext uri="{FF2B5EF4-FFF2-40B4-BE49-F238E27FC236}">
                <a16:creationId xmlns:a16="http://schemas.microsoft.com/office/drawing/2014/main" id="{B96ECB18-EF65-04FE-C9B6-91F630AA870F}"/>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3940" name="Text Box 4">
            <a:extLst>
              <a:ext uri="{FF2B5EF4-FFF2-40B4-BE49-F238E27FC236}">
                <a16:creationId xmlns:a16="http://schemas.microsoft.com/office/drawing/2014/main" id="{8B55AA56-C8E8-3C13-8F09-FDAEC0BE4312}"/>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3941" name="Text Box 5">
            <a:extLst>
              <a:ext uri="{FF2B5EF4-FFF2-40B4-BE49-F238E27FC236}">
                <a16:creationId xmlns:a16="http://schemas.microsoft.com/office/drawing/2014/main" id="{203797DC-50CD-9BAA-BEF1-FB25244A909A}"/>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3942" name="Line 6">
            <a:extLst>
              <a:ext uri="{FF2B5EF4-FFF2-40B4-BE49-F238E27FC236}">
                <a16:creationId xmlns:a16="http://schemas.microsoft.com/office/drawing/2014/main" id="{0E05160D-1E18-7898-3D56-09AF86261BFA}"/>
              </a:ext>
            </a:extLst>
          </p:cNvPr>
          <p:cNvSpPr>
            <a:spLocks noChangeShapeType="1"/>
          </p:cNvSpPr>
          <p:nvPr/>
        </p:nvSpPr>
        <p:spPr bwMode="auto">
          <a:xfrm>
            <a:off x="3309938" y="3694113"/>
            <a:ext cx="433387"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3943" name="Line 7">
            <a:extLst>
              <a:ext uri="{FF2B5EF4-FFF2-40B4-BE49-F238E27FC236}">
                <a16:creationId xmlns:a16="http://schemas.microsoft.com/office/drawing/2014/main" id="{8F7D66B6-7534-39D7-0DDE-61452B605C1F}"/>
              </a:ext>
            </a:extLst>
          </p:cNvPr>
          <p:cNvSpPr>
            <a:spLocks noChangeShapeType="1"/>
          </p:cNvSpPr>
          <p:nvPr/>
        </p:nvSpPr>
        <p:spPr bwMode="auto">
          <a:xfrm>
            <a:off x="4799013" y="3695700"/>
            <a:ext cx="434975"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3944" name="Text Box 8">
            <a:extLst>
              <a:ext uri="{FF2B5EF4-FFF2-40B4-BE49-F238E27FC236}">
                <a16:creationId xmlns:a16="http://schemas.microsoft.com/office/drawing/2014/main" id="{BA69AE5B-2FC9-159C-42D7-8504F19C5E32}"/>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3945" name="Line 9">
            <a:extLst>
              <a:ext uri="{FF2B5EF4-FFF2-40B4-BE49-F238E27FC236}">
                <a16:creationId xmlns:a16="http://schemas.microsoft.com/office/drawing/2014/main" id="{5D2D87FC-6C08-5CE0-3B45-D95F0365F2C5}"/>
              </a:ext>
            </a:extLst>
          </p:cNvPr>
          <p:cNvSpPr>
            <a:spLocks noChangeShapeType="1"/>
          </p:cNvSpPr>
          <p:nvPr/>
        </p:nvSpPr>
        <p:spPr bwMode="auto">
          <a:xfrm flipV="1">
            <a:off x="4227513" y="287496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3946" name="Line 10">
            <a:extLst>
              <a:ext uri="{FF2B5EF4-FFF2-40B4-BE49-F238E27FC236}">
                <a16:creationId xmlns:a16="http://schemas.microsoft.com/office/drawing/2014/main" id="{131268E4-0CFA-A92C-3105-3D878D41011A}"/>
              </a:ext>
            </a:extLst>
          </p:cNvPr>
          <p:cNvSpPr>
            <a:spLocks noChangeShapeType="1"/>
          </p:cNvSpPr>
          <p:nvPr/>
        </p:nvSpPr>
        <p:spPr bwMode="auto">
          <a:xfrm flipV="1">
            <a:off x="4213225" y="421481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3947" name="Text Box 11">
            <a:extLst>
              <a:ext uri="{FF2B5EF4-FFF2-40B4-BE49-F238E27FC236}">
                <a16:creationId xmlns:a16="http://schemas.microsoft.com/office/drawing/2014/main" id="{F8BE833A-D72A-477A-4DB0-52CDEFED245B}"/>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grpSp>
        <p:nvGrpSpPr>
          <p:cNvPr id="254988" name="Group 12">
            <a:extLst>
              <a:ext uri="{FF2B5EF4-FFF2-40B4-BE49-F238E27FC236}">
                <a16:creationId xmlns:a16="http://schemas.microsoft.com/office/drawing/2014/main" id="{A5143FA8-8726-D674-94EF-5A823222EDEF}"/>
              </a:ext>
            </a:extLst>
          </p:cNvPr>
          <p:cNvGrpSpPr>
            <a:grpSpLocks/>
          </p:cNvGrpSpPr>
          <p:nvPr/>
        </p:nvGrpSpPr>
        <p:grpSpPr bwMode="auto">
          <a:xfrm>
            <a:off x="5324475" y="4181475"/>
            <a:ext cx="520700" cy="152400"/>
            <a:chOff x="990" y="2694"/>
            <a:chExt cx="328" cy="96"/>
          </a:xfrm>
        </p:grpSpPr>
        <p:sp>
          <p:nvSpPr>
            <p:cNvPr id="423949" name="Oval 13">
              <a:extLst>
                <a:ext uri="{FF2B5EF4-FFF2-40B4-BE49-F238E27FC236}">
                  <a16:creationId xmlns:a16="http://schemas.microsoft.com/office/drawing/2014/main" id="{E2141491-44B7-D2BF-7AE3-7A427C343DF9}"/>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3950" name="Oval 14">
              <a:extLst>
                <a:ext uri="{FF2B5EF4-FFF2-40B4-BE49-F238E27FC236}">
                  <a16:creationId xmlns:a16="http://schemas.microsoft.com/office/drawing/2014/main" id="{26904FFB-E256-746B-9AEF-2FD31DBC3F9D}"/>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4989" name="Group 15">
            <a:extLst>
              <a:ext uri="{FF2B5EF4-FFF2-40B4-BE49-F238E27FC236}">
                <a16:creationId xmlns:a16="http://schemas.microsoft.com/office/drawing/2014/main" id="{D509A2A4-27C9-870C-7A83-CEBFDA5605D1}"/>
              </a:ext>
            </a:extLst>
          </p:cNvPr>
          <p:cNvGrpSpPr>
            <a:grpSpLocks/>
          </p:cNvGrpSpPr>
          <p:nvPr/>
        </p:nvGrpSpPr>
        <p:grpSpPr bwMode="auto">
          <a:xfrm rot="-5400000">
            <a:off x="5922963" y="3660775"/>
            <a:ext cx="520700" cy="152400"/>
            <a:chOff x="990" y="2694"/>
            <a:chExt cx="328" cy="96"/>
          </a:xfrm>
        </p:grpSpPr>
        <p:sp>
          <p:nvSpPr>
            <p:cNvPr id="423952" name="Oval 16">
              <a:extLst>
                <a:ext uri="{FF2B5EF4-FFF2-40B4-BE49-F238E27FC236}">
                  <a16:creationId xmlns:a16="http://schemas.microsoft.com/office/drawing/2014/main" id="{424ADE03-35B0-108C-21FE-B187BD60D8D9}"/>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3953" name="Oval 17">
              <a:extLst>
                <a:ext uri="{FF2B5EF4-FFF2-40B4-BE49-F238E27FC236}">
                  <a16:creationId xmlns:a16="http://schemas.microsoft.com/office/drawing/2014/main" id="{1D81C050-5B5F-43F8-56DC-D7724F9DA012}"/>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4990" name="Group 18">
            <a:extLst>
              <a:ext uri="{FF2B5EF4-FFF2-40B4-BE49-F238E27FC236}">
                <a16:creationId xmlns:a16="http://schemas.microsoft.com/office/drawing/2014/main" id="{FF05AAAF-DEF3-D0E2-B2E5-064AEC60A41E}"/>
              </a:ext>
            </a:extLst>
          </p:cNvPr>
          <p:cNvGrpSpPr>
            <a:grpSpLocks/>
          </p:cNvGrpSpPr>
          <p:nvPr/>
        </p:nvGrpSpPr>
        <p:grpSpPr bwMode="auto">
          <a:xfrm>
            <a:off x="5326063" y="3063875"/>
            <a:ext cx="520700" cy="152400"/>
            <a:chOff x="990" y="2694"/>
            <a:chExt cx="328" cy="96"/>
          </a:xfrm>
        </p:grpSpPr>
        <p:sp>
          <p:nvSpPr>
            <p:cNvPr id="423955" name="Oval 19">
              <a:extLst>
                <a:ext uri="{FF2B5EF4-FFF2-40B4-BE49-F238E27FC236}">
                  <a16:creationId xmlns:a16="http://schemas.microsoft.com/office/drawing/2014/main" id="{FD848469-AB0B-4E7D-8440-7FFEC86DD05A}"/>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3956" name="Oval 20">
              <a:extLst>
                <a:ext uri="{FF2B5EF4-FFF2-40B4-BE49-F238E27FC236}">
                  <a16:creationId xmlns:a16="http://schemas.microsoft.com/office/drawing/2014/main" id="{EEAEDE8B-EEEF-A5FF-D979-E393940C94F0}"/>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4991" name="Group 21">
            <a:extLst>
              <a:ext uri="{FF2B5EF4-FFF2-40B4-BE49-F238E27FC236}">
                <a16:creationId xmlns:a16="http://schemas.microsoft.com/office/drawing/2014/main" id="{B5C3C106-058A-B160-3AF5-5ADA86D8AF79}"/>
              </a:ext>
            </a:extLst>
          </p:cNvPr>
          <p:cNvGrpSpPr>
            <a:grpSpLocks/>
          </p:cNvGrpSpPr>
          <p:nvPr/>
        </p:nvGrpSpPr>
        <p:grpSpPr bwMode="auto">
          <a:xfrm>
            <a:off x="3986213" y="1811338"/>
            <a:ext cx="520700" cy="152400"/>
            <a:chOff x="990" y="2694"/>
            <a:chExt cx="328" cy="96"/>
          </a:xfrm>
        </p:grpSpPr>
        <p:sp>
          <p:nvSpPr>
            <p:cNvPr id="423958" name="Oval 22">
              <a:extLst>
                <a:ext uri="{FF2B5EF4-FFF2-40B4-BE49-F238E27FC236}">
                  <a16:creationId xmlns:a16="http://schemas.microsoft.com/office/drawing/2014/main" id="{01B148DC-1F21-A3B2-3200-921D39FD4221}"/>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3959" name="Oval 23">
              <a:extLst>
                <a:ext uri="{FF2B5EF4-FFF2-40B4-BE49-F238E27FC236}">
                  <a16:creationId xmlns:a16="http://schemas.microsoft.com/office/drawing/2014/main" id="{BAFD3F8A-958D-2EB7-BDF4-19C50065013A}"/>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4992" name="Group 24">
            <a:extLst>
              <a:ext uri="{FF2B5EF4-FFF2-40B4-BE49-F238E27FC236}">
                <a16:creationId xmlns:a16="http://schemas.microsoft.com/office/drawing/2014/main" id="{613758F7-6E28-E064-6418-39F0B066A735}"/>
              </a:ext>
            </a:extLst>
          </p:cNvPr>
          <p:cNvGrpSpPr>
            <a:grpSpLocks/>
          </p:cNvGrpSpPr>
          <p:nvPr/>
        </p:nvGrpSpPr>
        <p:grpSpPr bwMode="auto">
          <a:xfrm rot="-5400000">
            <a:off x="4521200" y="2344738"/>
            <a:ext cx="520700" cy="152400"/>
            <a:chOff x="990" y="2694"/>
            <a:chExt cx="328" cy="96"/>
          </a:xfrm>
        </p:grpSpPr>
        <p:sp>
          <p:nvSpPr>
            <p:cNvPr id="423961" name="Oval 25">
              <a:extLst>
                <a:ext uri="{FF2B5EF4-FFF2-40B4-BE49-F238E27FC236}">
                  <a16:creationId xmlns:a16="http://schemas.microsoft.com/office/drawing/2014/main" id="{23E22921-8923-C2B5-A76E-1A34639FFA9C}"/>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3962" name="Oval 26">
              <a:extLst>
                <a:ext uri="{FF2B5EF4-FFF2-40B4-BE49-F238E27FC236}">
                  <a16:creationId xmlns:a16="http://schemas.microsoft.com/office/drawing/2014/main" id="{9208E6AE-9B89-EA80-9233-B449EEA19E1F}"/>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4993" name="Group 27">
            <a:extLst>
              <a:ext uri="{FF2B5EF4-FFF2-40B4-BE49-F238E27FC236}">
                <a16:creationId xmlns:a16="http://schemas.microsoft.com/office/drawing/2014/main" id="{E68C4A94-1072-E1D8-7473-238AAA3865AA}"/>
              </a:ext>
            </a:extLst>
          </p:cNvPr>
          <p:cNvGrpSpPr>
            <a:grpSpLocks/>
          </p:cNvGrpSpPr>
          <p:nvPr/>
        </p:nvGrpSpPr>
        <p:grpSpPr bwMode="auto">
          <a:xfrm rot="-5400000">
            <a:off x="3470275" y="2363788"/>
            <a:ext cx="520700" cy="152400"/>
            <a:chOff x="990" y="2694"/>
            <a:chExt cx="328" cy="96"/>
          </a:xfrm>
        </p:grpSpPr>
        <p:sp>
          <p:nvSpPr>
            <p:cNvPr id="423964" name="Oval 28">
              <a:extLst>
                <a:ext uri="{FF2B5EF4-FFF2-40B4-BE49-F238E27FC236}">
                  <a16:creationId xmlns:a16="http://schemas.microsoft.com/office/drawing/2014/main" id="{B0F3D205-002B-D944-881F-2B0EA5C66FD1}"/>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3965" name="Oval 29">
              <a:extLst>
                <a:ext uri="{FF2B5EF4-FFF2-40B4-BE49-F238E27FC236}">
                  <a16:creationId xmlns:a16="http://schemas.microsoft.com/office/drawing/2014/main" id="{121C4211-DC7B-F474-096B-13686B4A5026}"/>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4994" name="Group 30">
            <a:extLst>
              <a:ext uri="{FF2B5EF4-FFF2-40B4-BE49-F238E27FC236}">
                <a16:creationId xmlns:a16="http://schemas.microsoft.com/office/drawing/2014/main" id="{69B0C5C7-AF05-2844-BD82-AEEC156B5D6A}"/>
              </a:ext>
            </a:extLst>
          </p:cNvPr>
          <p:cNvGrpSpPr>
            <a:grpSpLocks/>
          </p:cNvGrpSpPr>
          <p:nvPr/>
        </p:nvGrpSpPr>
        <p:grpSpPr bwMode="auto">
          <a:xfrm>
            <a:off x="3921125" y="5524500"/>
            <a:ext cx="520700" cy="152400"/>
            <a:chOff x="990" y="2694"/>
            <a:chExt cx="328" cy="96"/>
          </a:xfrm>
        </p:grpSpPr>
        <p:sp>
          <p:nvSpPr>
            <p:cNvPr id="423967" name="Oval 31">
              <a:extLst>
                <a:ext uri="{FF2B5EF4-FFF2-40B4-BE49-F238E27FC236}">
                  <a16:creationId xmlns:a16="http://schemas.microsoft.com/office/drawing/2014/main" id="{143F1E5E-413B-78BB-185F-93D0D2D988DC}"/>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3968" name="Oval 32">
              <a:extLst>
                <a:ext uri="{FF2B5EF4-FFF2-40B4-BE49-F238E27FC236}">
                  <a16:creationId xmlns:a16="http://schemas.microsoft.com/office/drawing/2014/main" id="{12D9A277-413D-1CE3-B9D6-BAB0954DFC78}"/>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4995" name="Group 33">
            <a:extLst>
              <a:ext uri="{FF2B5EF4-FFF2-40B4-BE49-F238E27FC236}">
                <a16:creationId xmlns:a16="http://schemas.microsoft.com/office/drawing/2014/main" id="{9365321B-D278-CE89-90F5-9EECE4C00766}"/>
              </a:ext>
            </a:extLst>
          </p:cNvPr>
          <p:cNvGrpSpPr>
            <a:grpSpLocks/>
          </p:cNvGrpSpPr>
          <p:nvPr/>
        </p:nvGrpSpPr>
        <p:grpSpPr bwMode="auto">
          <a:xfrm rot="-5400000">
            <a:off x="4473575" y="4987925"/>
            <a:ext cx="520700" cy="152400"/>
            <a:chOff x="990" y="2694"/>
            <a:chExt cx="328" cy="96"/>
          </a:xfrm>
        </p:grpSpPr>
        <p:sp>
          <p:nvSpPr>
            <p:cNvPr id="423970" name="Oval 34">
              <a:extLst>
                <a:ext uri="{FF2B5EF4-FFF2-40B4-BE49-F238E27FC236}">
                  <a16:creationId xmlns:a16="http://schemas.microsoft.com/office/drawing/2014/main" id="{93387C1A-F050-8C2F-2FEB-42667392FC57}"/>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3971" name="Oval 35">
              <a:extLst>
                <a:ext uri="{FF2B5EF4-FFF2-40B4-BE49-F238E27FC236}">
                  <a16:creationId xmlns:a16="http://schemas.microsoft.com/office/drawing/2014/main" id="{BDE5BDAE-C9E7-D1D4-F2BE-22F85A7BE456}"/>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4996" name="Group 36">
            <a:extLst>
              <a:ext uri="{FF2B5EF4-FFF2-40B4-BE49-F238E27FC236}">
                <a16:creationId xmlns:a16="http://schemas.microsoft.com/office/drawing/2014/main" id="{7573EBBF-BE72-ACFF-3269-B3F5087DA1F5}"/>
              </a:ext>
            </a:extLst>
          </p:cNvPr>
          <p:cNvGrpSpPr>
            <a:grpSpLocks/>
          </p:cNvGrpSpPr>
          <p:nvPr/>
        </p:nvGrpSpPr>
        <p:grpSpPr bwMode="auto">
          <a:xfrm rot="-5400000">
            <a:off x="3422650" y="4989513"/>
            <a:ext cx="520700" cy="152400"/>
            <a:chOff x="990" y="2694"/>
            <a:chExt cx="328" cy="96"/>
          </a:xfrm>
        </p:grpSpPr>
        <p:sp>
          <p:nvSpPr>
            <p:cNvPr id="423973" name="Oval 37">
              <a:extLst>
                <a:ext uri="{FF2B5EF4-FFF2-40B4-BE49-F238E27FC236}">
                  <a16:creationId xmlns:a16="http://schemas.microsoft.com/office/drawing/2014/main" id="{B79517B0-2F4B-9381-FF20-6C51DD8A9CF9}"/>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3974" name="Oval 38">
              <a:extLst>
                <a:ext uri="{FF2B5EF4-FFF2-40B4-BE49-F238E27FC236}">
                  <a16:creationId xmlns:a16="http://schemas.microsoft.com/office/drawing/2014/main" id="{F3991BD1-3A77-8054-2202-19BC357692F0}"/>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4997" name="Group 39">
            <a:extLst>
              <a:ext uri="{FF2B5EF4-FFF2-40B4-BE49-F238E27FC236}">
                <a16:creationId xmlns:a16="http://schemas.microsoft.com/office/drawing/2014/main" id="{A914D43B-8DE8-1027-C500-97B009519098}"/>
              </a:ext>
            </a:extLst>
          </p:cNvPr>
          <p:cNvGrpSpPr>
            <a:grpSpLocks/>
          </p:cNvGrpSpPr>
          <p:nvPr/>
        </p:nvGrpSpPr>
        <p:grpSpPr bwMode="auto">
          <a:xfrm>
            <a:off x="2535238" y="4132263"/>
            <a:ext cx="520700" cy="152400"/>
            <a:chOff x="990" y="2694"/>
            <a:chExt cx="328" cy="96"/>
          </a:xfrm>
        </p:grpSpPr>
        <p:sp>
          <p:nvSpPr>
            <p:cNvPr id="423976" name="Oval 40">
              <a:extLst>
                <a:ext uri="{FF2B5EF4-FFF2-40B4-BE49-F238E27FC236}">
                  <a16:creationId xmlns:a16="http://schemas.microsoft.com/office/drawing/2014/main" id="{1A49A140-D262-261C-923D-045675C6BBB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3977" name="Oval 41">
              <a:extLst>
                <a:ext uri="{FF2B5EF4-FFF2-40B4-BE49-F238E27FC236}">
                  <a16:creationId xmlns:a16="http://schemas.microsoft.com/office/drawing/2014/main" id="{4757DC39-EDEE-1CA6-8C12-E1FA94A1BAFD}"/>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4998" name="Group 42">
            <a:extLst>
              <a:ext uri="{FF2B5EF4-FFF2-40B4-BE49-F238E27FC236}">
                <a16:creationId xmlns:a16="http://schemas.microsoft.com/office/drawing/2014/main" id="{6B1F7775-AD60-0D46-A9E7-B6A1CEFDD170}"/>
              </a:ext>
            </a:extLst>
          </p:cNvPr>
          <p:cNvGrpSpPr>
            <a:grpSpLocks/>
          </p:cNvGrpSpPr>
          <p:nvPr/>
        </p:nvGrpSpPr>
        <p:grpSpPr bwMode="auto">
          <a:xfrm rot="-5400000">
            <a:off x="2035175" y="3584575"/>
            <a:ext cx="520700" cy="152400"/>
            <a:chOff x="990" y="2694"/>
            <a:chExt cx="328" cy="96"/>
          </a:xfrm>
        </p:grpSpPr>
        <p:sp>
          <p:nvSpPr>
            <p:cNvPr id="423979" name="Oval 43">
              <a:extLst>
                <a:ext uri="{FF2B5EF4-FFF2-40B4-BE49-F238E27FC236}">
                  <a16:creationId xmlns:a16="http://schemas.microsoft.com/office/drawing/2014/main" id="{4A339921-74F7-DFB8-AE54-CA94AAF5687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3980" name="Oval 44">
              <a:extLst>
                <a:ext uri="{FF2B5EF4-FFF2-40B4-BE49-F238E27FC236}">
                  <a16:creationId xmlns:a16="http://schemas.microsoft.com/office/drawing/2014/main" id="{16BA4EEF-0710-79FD-90C4-9D94F1FA7406}"/>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4999" name="Group 45">
            <a:extLst>
              <a:ext uri="{FF2B5EF4-FFF2-40B4-BE49-F238E27FC236}">
                <a16:creationId xmlns:a16="http://schemas.microsoft.com/office/drawing/2014/main" id="{8C0C5AEF-C8F7-8283-2373-390C835EB9A1}"/>
              </a:ext>
            </a:extLst>
          </p:cNvPr>
          <p:cNvGrpSpPr>
            <a:grpSpLocks/>
          </p:cNvGrpSpPr>
          <p:nvPr/>
        </p:nvGrpSpPr>
        <p:grpSpPr bwMode="auto">
          <a:xfrm>
            <a:off x="2554288" y="2998788"/>
            <a:ext cx="520700" cy="152400"/>
            <a:chOff x="990" y="2694"/>
            <a:chExt cx="328" cy="96"/>
          </a:xfrm>
        </p:grpSpPr>
        <p:sp>
          <p:nvSpPr>
            <p:cNvPr id="423982" name="Oval 46">
              <a:extLst>
                <a:ext uri="{FF2B5EF4-FFF2-40B4-BE49-F238E27FC236}">
                  <a16:creationId xmlns:a16="http://schemas.microsoft.com/office/drawing/2014/main" id="{67ADE261-5847-3E72-E265-2C32256BC91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3983" name="Oval 47">
              <a:extLst>
                <a:ext uri="{FF2B5EF4-FFF2-40B4-BE49-F238E27FC236}">
                  <a16:creationId xmlns:a16="http://schemas.microsoft.com/office/drawing/2014/main" id="{4D835209-C565-2272-63D3-AE532B576042}"/>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5000" name="Group 48">
            <a:extLst>
              <a:ext uri="{FF2B5EF4-FFF2-40B4-BE49-F238E27FC236}">
                <a16:creationId xmlns:a16="http://schemas.microsoft.com/office/drawing/2014/main" id="{D283951B-66F0-2601-5415-77354A111459}"/>
              </a:ext>
            </a:extLst>
          </p:cNvPr>
          <p:cNvGrpSpPr>
            <a:grpSpLocks/>
          </p:cNvGrpSpPr>
          <p:nvPr/>
        </p:nvGrpSpPr>
        <p:grpSpPr bwMode="auto">
          <a:xfrm rot="-2653714">
            <a:off x="3451225" y="3211513"/>
            <a:ext cx="520700" cy="152400"/>
            <a:chOff x="990" y="2694"/>
            <a:chExt cx="328" cy="96"/>
          </a:xfrm>
        </p:grpSpPr>
        <p:sp>
          <p:nvSpPr>
            <p:cNvPr id="423985" name="Oval 49">
              <a:extLst>
                <a:ext uri="{FF2B5EF4-FFF2-40B4-BE49-F238E27FC236}">
                  <a16:creationId xmlns:a16="http://schemas.microsoft.com/office/drawing/2014/main" id="{336663F2-872E-902C-FE05-1812DBE47818}"/>
                </a:ext>
              </a:extLst>
            </p:cNvPr>
            <p:cNvSpPr>
              <a:spLocks noChangeArrowheads="1"/>
            </p:cNvSpPr>
            <p:nvPr/>
          </p:nvSpPr>
          <p:spPr bwMode="auto">
            <a:xfrm>
              <a:off x="991"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3986" name="Oval 50">
              <a:extLst>
                <a:ext uri="{FF2B5EF4-FFF2-40B4-BE49-F238E27FC236}">
                  <a16:creationId xmlns:a16="http://schemas.microsoft.com/office/drawing/2014/main" id="{4B0BD6DF-C020-3A79-E3AB-DA409032ECB6}"/>
                </a:ext>
              </a:extLst>
            </p:cNvPr>
            <p:cNvSpPr>
              <a:spLocks noChangeArrowheads="1"/>
            </p:cNvSpPr>
            <p:nvPr/>
          </p:nvSpPr>
          <p:spPr bwMode="auto">
            <a:xfrm>
              <a:off x="1235" y="2691"/>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55001" name="Group 51">
            <a:extLst>
              <a:ext uri="{FF2B5EF4-FFF2-40B4-BE49-F238E27FC236}">
                <a16:creationId xmlns:a16="http://schemas.microsoft.com/office/drawing/2014/main" id="{1BCBAF1A-E849-4C4E-039F-79387DF0C7B9}"/>
              </a:ext>
            </a:extLst>
          </p:cNvPr>
          <p:cNvGrpSpPr>
            <a:grpSpLocks/>
          </p:cNvGrpSpPr>
          <p:nvPr/>
        </p:nvGrpSpPr>
        <p:grpSpPr bwMode="auto">
          <a:xfrm rot="-2653714">
            <a:off x="4422775" y="4048125"/>
            <a:ext cx="520700" cy="152400"/>
            <a:chOff x="990" y="2694"/>
            <a:chExt cx="328" cy="96"/>
          </a:xfrm>
        </p:grpSpPr>
        <p:sp>
          <p:nvSpPr>
            <p:cNvPr id="423988" name="Oval 52">
              <a:extLst>
                <a:ext uri="{FF2B5EF4-FFF2-40B4-BE49-F238E27FC236}">
                  <a16:creationId xmlns:a16="http://schemas.microsoft.com/office/drawing/2014/main" id="{BF5DD443-68ED-F33C-898E-875148D2AD5F}"/>
                </a:ext>
              </a:extLst>
            </p:cNvPr>
            <p:cNvSpPr>
              <a:spLocks noChangeArrowheads="1"/>
            </p:cNvSpPr>
            <p:nvPr/>
          </p:nvSpPr>
          <p:spPr bwMode="auto">
            <a:xfrm>
              <a:off x="991"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3989" name="Oval 53">
              <a:extLst>
                <a:ext uri="{FF2B5EF4-FFF2-40B4-BE49-F238E27FC236}">
                  <a16:creationId xmlns:a16="http://schemas.microsoft.com/office/drawing/2014/main" id="{EE8E8281-D653-96B0-64F1-5B1CA70852D5}"/>
                </a:ext>
              </a:extLst>
            </p:cNvPr>
            <p:cNvSpPr>
              <a:spLocks noChangeArrowheads="1"/>
            </p:cNvSpPr>
            <p:nvPr/>
          </p:nvSpPr>
          <p:spPr bwMode="auto">
            <a:xfrm>
              <a:off x="1235" y="2691"/>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23990" name="Text Box 54">
            <a:extLst>
              <a:ext uri="{FF2B5EF4-FFF2-40B4-BE49-F238E27FC236}">
                <a16:creationId xmlns:a16="http://schemas.microsoft.com/office/drawing/2014/main" id="{BB7A61AD-E916-8BAC-5B77-6A96AD0ADEB8}"/>
              </a:ext>
            </a:extLst>
          </p:cNvPr>
          <p:cNvSpPr txBox="1">
            <a:spLocks noChangeArrowheads="1"/>
          </p:cNvSpPr>
          <p:nvPr/>
        </p:nvSpPr>
        <p:spPr bwMode="auto">
          <a:xfrm>
            <a:off x="0" y="4913313"/>
            <a:ext cx="3625850" cy="519112"/>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FFFFF"/>
                </a:solidFill>
                <a:effectLst>
                  <a:outerShdw blurRad="38100" dist="38100" dir="2700000" algn="tl">
                    <a:srgbClr val="000000"/>
                  </a:outerShdw>
                </a:effectLst>
                <a:latin typeface="Times New Roman" pitchFamily="18" charset="0"/>
                <a:ea typeface="+mn-ea"/>
              </a:rPr>
              <a:t>Now for its shape</a:t>
            </a:r>
          </a:p>
        </p:txBody>
      </p:sp>
    </p:spTree>
    <p:custDataLst>
      <p:tags r:id="rId1"/>
    </p:custData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TPQuestion">
            <a:extLst>
              <a:ext uri="{FF2B5EF4-FFF2-40B4-BE49-F238E27FC236}">
                <a16:creationId xmlns:a16="http://schemas.microsoft.com/office/drawing/2014/main" id="{12374CEF-E062-C747-7F65-C6456447430D}"/>
              </a:ext>
            </a:extLst>
          </p:cNvPr>
          <p:cNvSpPr>
            <a:spLocks noGrp="1" noChangeArrowheads="1"/>
          </p:cNvSpPr>
          <p:nvPr>
            <p:ph type="title" idx="4294967295"/>
          </p:nvPr>
        </p:nvSpPr>
        <p:spPr>
          <a:xfrm>
            <a:off x="457200" y="228600"/>
            <a:ext cx="7772400"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3600">
                <a:effectLst/>
              </a:rPr>
              <a:t>How many regions of density in XeF</a:t>
            </a:r>
            <a:r>
              <a:rPr lang="en-US" altLang="en-US" sz="3600" baseline="-25000">
                <a:effectLst/>
              </a:rPr>
              <a:t>4</a:t>
            </a:r>
            <a:r>
              <a:rPr lang="en-US" altLang="en-US" sz="3600">
                <a:effectLst/>
              </a:rPr>
              <a:t>?</a:t>
            </a:r>
          </a:p>
        </p:txBody>
      </p:sp>
      <p:sp>
        <p:nvSpPr>
          <p:cNvPr id="257027" name="TPAnswers">
            <a:extLst>
              <a:ext uri="{FF2B5EF4-FFF2-40B4-BE49-F238E27FC236}">
                <a16:creationId xmlns:a16="http://schemas.microsoft.com/office/drawing/2014/main" id="{927FA365-4627-7B97-D4D5-C697F6DD6BE5}"/>
              </a:ext>
            </a:extLst>
          </p:cNvPr>
          <p:cNvSpPr>
            <a:spLocks noGrp="1" noChangeArrowheads="1"/>
          </p:cNvSpPr>
          <p:nvPr>
            <p:ph type="body" idx="4294967295"/>
            <p:custDataLst>
              <p:tags r:id="rId2"/>
            </p:custDataLst>
          </p:nvPr>
        </p:nvSpPr>
        <p:spPr>
          <a:xfrm>
            <a:off x="457200" y="1600200"/>
            <a:ext cx="4114800" cy="4114800"/>
          </a:xfrm>
        </p:spPr>
        <p:txBody>
          <a:bodyPr/>
          <a:lstStyle/>
          <a:p>
            <a:pPr marL="609600" indent="-609600">
              <a:buFont typeface="Monotype Sorts" pitchFamily="2" charset="2"/>
              <a:buAutoNum type="arabicPeriod"/>
            </a:pPr>
            <a:r>
              <a:rPr lang="en-US" altLang="en-US"/>
              <a:t>2</a:t>
            </a:r>
          </a:p>
          <a:p>
            <a:pPr marL="609600" indent="-609600">
              <a:buFont typeface="Monotype Sorts" pitchFamily="2" charset="2"/>
              <a:buAutoNum type="arabicPeriod"/>
            </a:pPr>
            <a:r>
              <a:rPr lang="en-US" altLang="en-US"/>
              <a:t>3</a:t>
            </a:r>
          </a:p>
          <a:p>
            <a:pPr marL="609600" indent="-609600">
              <a:buFont typeface="Monotype Sorts" pitchFamily="2" charset="2"/>
              <a:buAutoNum type="arabicPeriod"/>
            </a:pPr>
            <a:r>
              <a:rPr lang="en-US" altLang="en-US"/>
              <a:t>4</a:t>
            </a:r>
          </a:p>
          <a:p>
            <a:pPr marL="609600" indent="-609600">
              <a:buFont typeface="Monotype Sorts" pitchFamily="2" charset="2"/>
              <a:buAutoNum type="arabicPeriod"/>
            </a:pPr>
            <a:r>
              <a:rPr lang="en-US" altLang="en-US"/>
              <a:t>5</a:t>
            </a:r>
          </a:p>
          <a:p>
            <a:pPr marL="609600" indent="-609600">
              <a:buFont typeface="Monotype Sorts" pitchFamily="2" charset="2"/>
              <a:buAutoNum type="arabicPeriod"/>
            </a:pPr>
            <a:r>
              <a:rPr lang="en-US" altLang="en-US"/>
              <a:t>6</a:t>
            </a:r>
          </a:p>
        </p:txBody>
      </p:sp>
    </p:spTree>
    <p:custDataLst>
      <p:tags r:id="rId1"/>
    </p:custData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TPQuestion">
            <a:extLst>
              <a:ext uri="{FF2B5EF4-FFF2-40B4-BE49-F238E27FC236}">
                <a16:creationId xmlns:a16="http://schemas.microsoft.com/office/drawing/2014/main" id="{9590972D-92EC-3B8C-8578-AC941EECD8A1}"/>
              </a:ext>
            </a:extLst>
          </p:cNvPr>
          <p:cNvSpPr>
            <a:spLocks noGrp="1" noChangeArrowheads="1"/>
          </p:cNvSpPr>
          <p:nvPr>
            <p:ph type="title" idx="4294967295"/>
          </p:nvPr>
        </p:nvSpPr>
        <p:spPr>
          <a:xfrm>
            <a:off x="457200" y="228600"/>
            <a:ext cx="7772400"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3600">
                <a:effectLst/>
              </a:rPr>
              <a:t>How many regions of density in XeF</a:t>
            </a:r>
            <a:r>
              <a:rPr lang="en-US" altLang="en-US" sz="3600" baseline="-25000">
                <a:effectLst/>
              </a:rPr>
              <a:t>4</a:t>
            </a:r>
            <a:r>
              <a:rPr lang="en-US" altLang="en-US" sz="3600">
                <a:effectLst/>
              </a:rPr>
              <a:t>?</a:t>
            </a:r>
          </a:p>
        </p:txBody>
      </p:sp>
      <p:sp>
        <p:nvSpPr>
          <p:cNvPr id="259075" name="TPAnswers">
            <a:extLst>
              <a:ext uri="{FF2B5EF4-FFF2-40B4-BE49-F238E27FC236}">
                <a16:creationId xmlns:a16="http://schemas.microsoft.com/office/drawing/2014/main" id="{2875ECD6-B5B4-2598-BCE4-54472D92FFEB}"/>
              </a:ext>
            </a:extLst>
          </p:cNvPr>
          <p:cNvSpPr>
            <a:spLocks noGrp="1" noChangeArrowheads="1"/>
          </p:cNvSpPr>
          <p:nvPr>
            <p:ph type="body" idx="4294967295"/>
            <p:custDataLst>
              <p:tags r:id="rId2"/>
            </p:custDataLst>
          </p:nvPr>
        </p:nvSpPr>
        <p:spPr>
          <a:xfrm>
            <a:off x="457200" y="1600200"/>
            <a:ext cx="4114800" cy="4114800"/>
          </a:xfrm>
        </p:spPr>
        <p:txBody>
          <a:bodyPr/>
          <a:lstStyle/>
          <a:p>
            <a:pPr marL="609600" indent="-609600">
              <a:buFont typeface="Monotype Sorts" pitchFamily="2" charset="2"/>
              <a:buAutoNum type="arabicPeriod"/>
            </a:pPr>
            <a:r>
              <a:rPr lang="en-US" altLang="en-US"/>
              <a:t>2</a:t>
            </a:r>
          </a:p>
          <a:p>
            <a:pPr marL="609600" indent="-609600">
              <a:buFont typeface="Monotype Sorts" pitchFamily="2" charset="2"/>
              <a:buAutoNum type="arabicPeriod"/>
            </a:pPr>
            <a:r>
              <a:rPr lang="en-US" altLang="en-US"/>
              <a:t>3</a:t>
            </a:r>
          </a:p>
          <a:p>
            <a:pPr marL="609600" indent="-609600">
              <a:buFont typeface="Monotype Sorts" pitchFamily="2" charset="2"/>
              <a:buAutoNum type="arabicPeriod"/>
            </a:pPr>
            <a:r>
              <a:rPr lang="en-US" altLang="en-US"/>
              <a:t>4</a:t>
            </a:r>
          </a:p>
          <a:p>
            <a:pPr marL="609600" indent="-609600">
              <a:buFont typeface="Monotype Sorts" pitchFamily="2" charset="2"/>
              <a:buAutoNum type="arabicPeriod"/>
            </a:pPr>
            <a:r>
              <a:rPr lang="en-US" altLang="en-US"/>
              <a:t>5</a:t>
            </a:r>
          </a:p>
          <a:p>
            <a:pPr marL="609600" indent="-609600">
              <a:buFont typeface="Monotype Sorts" pitchFamily="2" charset="2"/>
              <a:buAutoNum type="arabicPeriod"/>
            </a:pPr>
            <a:r>
              <a:rPr lang="en-US" altLang="en-US"/>
              <a:t>6</a:t>
            </a:r>
          </a:p>
        </p:txBody>
      </p:sp>
      <p:sp>
        <p:nvSpPr>
          <p:cNvPr id="228356" name="Rectangle 4">
            <a:extLst>
              <a:ext uri="{FF2B5EF4-FFF2-40B4-BE49-F238E27FC236}">
                <a16:creationId xmlns:a16="http://schemas.microsoft.com/office/drawing/2014/main" id="{AE34B881-126E-6840-DFB6-22555D5E9929}"/>
              </a:ext>
            </a:extLst>
          </p:cNvPr>
          <p:cNvSpPr>
            <a:spLocks noChangeArrowheads="1"/>
          </p:cNvSpPr>
          <p:nvPr/>
        </p:nvSpPr>
        <p:spPr bwMode="auto">
          <a:xfrm>
            <a:off x="381000" y="3962400"/>
            <a:ext cx="1371600" cy="533400"/>
          </a:xfrm>
          <a:prstGeom prst="rect">
            <a:avLst/>
          </a:prstGeom>
          <a:noFill/>
          <a:ln w="38100">
            <a:solidFill>
              <a:srgbClr val="00FF00"/>
            </a:solidFill>
            <a:miter lim="800000"/>
            <a:headEnd/>
            <a:tailEnd/>
          </a:ln>
        </p:spPr>
        <p:txBody>
          <a:bodyPr wrap="none" anchor="ctr"/>
          <a:lstStyle/>
          <a:p>
            <a:pPr>
              <a:defRPr/>
            </a:pPr>
            <a:endParaRPr lang="en-US" altLang="en-US">
              <a:solidFill>
                <a:srgbClr val="FFFFFF"/>
              </a:solidFill>
              <a:latin typeface="Times New Roman" pitchFamily="18" charset="0"/>
              <a:ea typeface="+mn-ea"/>
            </a:endParaRPr>
          </a:p>
        </p:txBody>
      </p:sp>
    </p:spTree>
    <p:custDataLst>
      <p:tags r:id="rId1"/>
    </p:custData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a:extLst>
              <a:ext uri="{FF2B5EF4-FFF2-40B4-BE49-F238E27FC236}">
                <a16:creationId xmlns:a16="http://schemas.microsoft.com/office/drawing/2014/main" id="{6B257994-A0D7-F2B3-5CCB-D385F28F066D}"/>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25987" name="Text Box 3">
            <a:extLst>
              <a:ext uri="{FF2B5EF4-FFF2-40B4-BE49-F238E27FC236}">
                <a16:creationId xmlns:a16="http://schemas.microsoft.com/office/drawing/2014/main" id="{E9C978B0-7410-DEC9-0E58-8523474D1428}"/>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5988" name="Text Box 4">
            <a:extLst>
              <a:ext uri="{FF2B5EF4-FFF2-40B4-BE49-F238E27FC236}">
                <a16:creationId xmlns:a16="http://schemas.microsoft.com/office/drawing/2014/main" id="{8EE53771-8550-CD62-DDB0-8D62A9A3607C}"/>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5989" name="Text Box 5">
            <a:extLst>
              <a:ext uri="{FF2B5EF4-FFF2-40B4-BE49-F238E27FC236}">
                <a16:creationId xmlns:a16="http://schemas.microsoft.com/office/drawing/2014/main" id="{D80AD1C9-9FFF-37BB-8C51-CBB910799E73}"/>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5990" name="Line 6">
            <a:extLst>
              <a:ext uri="{FF2B5EF4-FFF2-40B4-BE49-F238E27FC236}">
                <a16:creationId xmlns:a16="http://schemas.microsoft.com/office/drawing/2014/main" id="{BE8B8444-D85F-74AB-5F1B-874CA2DC73AD}"/>
              </a:ext>
            </a:extLst>
          </p:cNvPr>
          <p:cNvSpPr>
            <a:spLocks noChangeShapeType="1"/>
          </p:cNvSpPr>
          <p:nvPr/>
        </p:nvSpPr>
        <p:spPr bwMode="auto">
          <a:xfrm>
            <a:off x="3309938" y="3694113"/>
            <a:ext cx="433387"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5991" name="Line 7">
            <a:extLst>
              <a:ext uri="{FF2B5EF4-FFF2-40B4-BE49-F238E27FC236}">
                <a16:creationId xmlns:a16="http://schemas.microsoft.com/office/drawing/2014/main" id="{1DD11B1F-7882-CEFA-022B-31E12B3E94D5}"/>
              </a:ext>
            </a:extLst>
          </p:cNvPr>
          <p:cNvSpPr>
            <a:spLocks noChangeShapeType="1"/>
          </p:cNvSpPr>
          <p:nvPr/>
        </p:nvSpPr>
        <p:spPr bwMode="auto">
          <a:xfrm>
            <a:off x="4799013" y="3695700"/>
            <a:ext cx="434975"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5992" name="Text Box 8">
            <a:extLst>
              <a:ext uri="{FF2B5EF4-FFF2-40B4-BE49-F238E27FC236}">
                <a16:creationId xmlns:a16="http://schemas.microsoft.com/office/drawing/2014/main" id="{D4B6C05B-77CE-FF06-4F17-1B55D0C3A3A2}"/>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5993" name="Line 9">
            <a:extLst>
              <a:ext uri="{FF2B5EF4-FFF2-40B4-BE49-F238E27FC236}">
                <a16:creationId xmlns:a16="http://schemas.microsoft.com/office/drawing/2014/main" id="{8D14260A-1491-4154-5785-DFA97F229FED}"/>
              </a:ext>
            </a:extLst>
          </p:cNvPr>
          <p:cNvSpPr>
            <a:spLocks noChangeShapeType="1"/>
          </p:cNvSpPr>
          <p:nvPr/>
        </p:nvSpPr>
        <p:spPr bwMode="auto">
          <a:xfrm flipV="1">
            <a:off x="4227513" y="287496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5994" name="Line 10">
            <a:extLst>
              <a:ext uri="{FF2B5EF4-FFF2-40B4-BE49-F238E27FC236}">
                <a16:creationId xmlns:a16="http://schemas.microsoft.com/office/drawing/2014/main" id="{64EABACC-A4DF-D1E3-2C9C-E9F51544A866}"/>
              </a:ext>
            </a:extLst>
          </p:cNvPr>
          <p:cNvSpPr>
            <a:spLocks noChangeShapeType="1"/>
          </p:cNvSpPr>
          <p:nvPr/>
        </p:nvSpPr>
        <p:spPr bwMode="auto">
          <a:xfrm flipV="1">
            <a:off x="4213225" y="421481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5995" name="Text Box 11">
            <a:extLst>
              <a:ext uri="{FF2B5EF4-FFF2-40B4-BE49-F238E27FC236}">
                <a16:creationId xmlns:a16="http://schemas.microsoft.com/office/drawing/2014/main" id="{C436351F-35CB-8D71-0201-F53F05350270}"/>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grpSp>
        <p:nvGrpSpPr>
          <p:cNvPr id="261132" name="Group 12">
            <a:extLst>
              <a:ext uri="{FF2B5EF4-FFF2-40B4-BE49-F238E27FC236}">
                <a16:creationId xmlns:a16="http://schemas.microsoft.com/office/drawing/2014/main" id="{BBB79384-FE47-C2DA-D8C3-4FA9E6795742}"/>
              </a:ext>
            </a:extLst>
          </p:cNvPr>
          <p:cNvGrpSpPr>
            <a:grpSpLocks/>
          </p:cNvGrpSpPr>
          <p:nvPr/>
        </p:nvGrpSpPr>
        <p:grpSpPr bwMode="auto">
          <a:xfrm>
            <a:off x="5324475" y="4181475"/>
            <a:ext cx="520700" cy="152400"/>
            <a:chOff x="990" y="2694"/>
            <a:chExt cx="328" cy="96"/>
          </a:xfrm>
        </p:grpSpPr>
        <p:sp>
          <p:nvSpPr>
            <p:cNvPr id="425997" name="Oval 13">
              <a:extLst>
                <a:ext uri="{FF2B5EF4-FFF2-40B4-BE49-F238E27FC236}">
                  <a16:creationId xmlns:a16="http://schemas.microsoft.com/office/drawing/2014/main" id="{54BB1BEB-079C-0240-186C-AF626707B214}"/>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5998" name="Oval 14">
              <a:extLst>
                <a:ext uri="{FF2B5EF4-FFF2-40B4-BE49-F238E27FC236}">
                  <a16:creationId xmlns:a16="http://schemas.microsoft.com/office/drawing/2014/main" id="{629898C7-9429-FCB7-1836-FA9FD9686E74}"/>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1133" name="Group 15">
            <a:extLst>
              <a:ext uri="{FF2B5EF4-FFF2-40B4-BE49-F238E27FC236}">
                <a16:creationId xmlns:a16="http://schemas.microsoft.com/office/drawing/2014/main" id="{C1DA55E7-AA5E-2038-F992-A88E5F6895D9}"/>
              </a:ext>
            </a:extLst>
          </p:cNvPr>
          <p:cNvGrpSpPr>
            <a:grpSpLocks/>
          </p:cNvGrpSpPr>
          <p:nvPr/>
        </p:nvGrpSpPr>
        <p:grpSpPr bwMode="auto">
          <a:xfrm rot="-5400000">
            <a:off x="5922963" y="3660775"/>
            <a:ext cx="520700" cy="152400"/>
            <a:chOff x="990" y="2694"/>
            <a:chExt cx="328" cy="96"/>
          </a:xfrm>
        </p:grpSpPr>
        <p:sp>
          <p:nvSpPr>
            <p:cNvPr id="426000" name="Oval 16">
              <a:extLst>
                <a:ext uri="{FF2B5EF4-FFF2-40B4-BE49-F238E27FC236}">
                  <a16:creationId xmlns:a16="http://schemas.microsoft.com/office/drawing/2014/main" id="{461B3C3B-9C17-1CD2-0209-54043585D66F}"/>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6001" name="Oval 17">
              <a:extLst>
                <a:ext uri="{FF2B5EF4-FFF2-40B4-BE49-F238E27FC236}">
                  <a16:creationId xmlns:a16="http://schemas.microsoft.com/office/drawing/2014/main" id="{B08D78D6-F636-2A01-6278-E7CCB9DC598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1134" name="Group 18">
            <a:extLst>
              <a:ext uri="{FF2B5EF4-FFF2-40B4-BE49-F238E27FC236}">
                <a16:creationId xmlns:a16="http://schemas.microsoft.com/office/drawing/2014/main" id="{75CBD4F5-440D-50C8-AF2E-CCCB50C89B45}"/>
              </a:ext>
            </a:extLst>
          </p:cNvPr>
          <p:cNvGrpSpPr>
            <a:grpSpLocks/>
          </p:cNvGrpSpPr>
          <p:nvPr/>
        </p:nvGrpSpPr>
        <p:grpSpPr bwMode="auto">
          <a:xfrm>
            <a:off x="5326063" y="3063875"/>
            <a:ext cx="520700" cy="152400"/>
            <a:chOff x="990" y="2694"/>
            <a:chExt cx="328" cy="96"/>
          </a:xfrm>
        </p:grpSpPr>
        <p:sp>
          <p:nvSpPr>
            <p:cNvPr id="426003" name="Oval 19">
              <a:extLst>
                <a:ext uri="{FF2B5EF4-FFF2-40B4-BE49-F238E27FC236}">
                  <a16:creationId xmlns:a16="http://schemas.microsoft.com/office/drawing/2014/main" id="{0D888195-C584-EC14-E8CD-36A9E5D8773E}"/>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6004" name="Oval 20">
              <a:extLst>
                <a:ext uri="{FF2B5EF4-FFF2-40B4-BE49-F238E27FC236}">
                  <a16:creationId xmlns:a16="http://schemas.microsoft.com/office/drawing/2014/main" id="{6FC7512C-338F-C2DB-4E27-D493AC8DAB3D}"/>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1135" name="Group 21">
            <a:extLst>
              <a:ext uri="{FF2B5EF4-FFF2-40B4-BE49-F238E27FC236}">
                <a16:creationId xmlns:a16="http://schemas.microsoft.com/office/drawing/2014/main" id="{4F5EB678-B929-DBB5-9FA7-038A2AF3933E}"/>
              </a:ext>
            </a:extLst>
          </p:cNvPr>
          <p:cNvGrpSpPr>
            <a:grpSpLocks/>
          </p:cNvGrpSpPr>
          <p:nvPr/>
        </p:nvGrpSpPr>
        <p:grpSpPr bwMode="auto">
          <a:xfrm>
            <a:off x="3986213" y="1811338"/>
            <a:ext cx="520700" cy="152400"/>
            <a:chOff x="990" y="2694"/>
            <a:chExt cx="328" cy="96"/>
          </a:xfrm>
        </p:grpSpPr>
        <p:sp>
          <p:nvSpPr>
            <p:cNvPr id="426006" name="Oval 22">
              <a:extLst>
                <a:ext uri="{FF2B5EF4-FFF2-40B4-BE49-F238E27FC236}">
                  <a16:creationId xmlns:a16="http://schemas.microsoft.com/office/drawing/2014/main" id="{5E3E6297-8276-4271-B0D9-F8BA706BCDF9}"/>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6007" name="Oval 23">
              <a:extLst>
                <a:ext uri="{FF2B5EF4-FFF2-40B4-BE49-F238E27FC236}">
                  <a16:creationId xmlns:a16="http://schemas.microsoft.com/office/drawing/2014/main" id="{68AD786C-9A6D-3FD4-E14F-B19883401CE9}"/>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1136" name="Group 24">
            <a:extLst>
              <a:ext uri="{FF2B5EF4-FFF2-40B4-BE49-F238E27FC236}">
                <a16:creationId xmlns:a16="http://schemas.microsoft.com/office/drawing/2014/main" id="{4D511A31-5FB7-2F3B-ED6F-DB9785609C48}"/>
              </a:ext>
            </a:extLst>
          </p:cNvPr>
          <p:cNvGrpSpPr>
            <a:grpSpLocks/>
          </p:cNvGrpSpPr>
          <p:nvPr/>
        </p:nvGrpSpPr>
        <p:grpSpPr bwMode="auto">
          <a:xfrm rot="-5400000">
            <a:off x="4521200" y="2344738"/>
            <a:ext cx="520700" cy="152400"/>
            <a:chOff x="990" y="2694"/>
            <a:chExt cx="328" cy="96"/>
          </a:xfrm>
        </p:grpSpPr>
        <p:sp>
          <p:nvSpPr>
            <p:cNvPr id="426009" name="Oval 25">
              <a:extLst>
                <a:ext uri="{FF2B5EF4-FFF2-40B4-BE49-F238E27FC236}">
                  <a16:creationId xmlns:a16="http://schemas.microsoft.com/office/drawing/2014/main" id="{425B7682-5D51-0054-F933-8154183799EC}"/>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6010" name="Oval 26">
              <a:extLst>
                <a:ext uri="{FF2B5EF4-FFF2-40B4-BE49-F238E27FC236}">
                  <a16:creationId xmlns:a16="http://schemas.microsoft.com/office/drawing/2014/main" id="{651F2400-C955-5B03-9582-5C452674500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1137" name="Group 27">
            <a:extLst>
              <a:ext uri="{FF2B5EF4-FFF2-40B4-BE49-F238E27FC236}">
                <a16:creationId xmlns:a16="http://schemas.microsoft.com/office/drawing/2014/main" id="{A56E5307-7DF8-F51A-8EFE-649EC19A9482}"/>
              </a:ext>
            </a:extLst>
          </p:cNvPr>
          <p:cNvGrpSpPr>
            <a:grpSpLocks/>
          </p:cNvGrpSpPr>
          <p:nvPr/>
        </p:nvGrpSpPr>
        <p:grpSpPr bwMode="auto">
          <a:xfrm rot="-5400000">
            <a:off x="3470275" y="2363788"/>
            <a:ext cx="520700" cy="152400"/>
            <a:chOff x="990" y="2694"/>
            <a:chExt cx="328" cy="96"/>
          </a:xfrm>
        </p:grpSpPr>
        <p:sp>
          <p:nvSpPr>
            <p:cNvPr id="426012" name="Oval 28">
              <a:extLst>
                <a:ext uri="{FF2B5EF4-FFF2-40B4-BE49-F238E27FC236}">
                  <a16:creationId xmlns:a16="http://schemas.microsoft.com/office/drawing/2014/main" id="{4097D68F-7E09-FE18-4419-3063D33EEDC1}"/>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6013" name="Oval 29">
              <a:extLst>
                <a:ext uri="{FF2B5EF4-FFF2-40B4-BE49-F238E27FC236}">
                  <a16:creationId xmlns:a16="http://schemas.microsoft.com/office/drawing/2014/main" id="{8F948B94-4F4D-BB7B-25FA-E1126864A61E}"/>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1138" name="Group 30">
            <a:extLst>
              <a:ext uri="{FF2B5EF4-FFF2-40B4-BE49-F238E27FC236}">
                <a16:creationId xmlns:a16="http://schemas.microsoft.com/office/drawing/2014/main" id="{4D8EDCF7-C889-37BC-10B2-4515C5CE9660}"/>
              </a:ext>
            </a:extLst>
          </p:cNvPr>
          <p:cNvGrpSpPr>
            <a:grpSpLocks/>
          </p:cNvGrpSpPr>
          <p:nvPr/>
        </p:nvGrpSpPr>
        <p:grpSpPr bwMode="auto">
          <a:xfrm>
            <a:off x="3921125" y="5524500"/>
            <a:ext cx="520700" cy="152400"/>
            <a:chOff x="990" y="2694"/>
            <a:chExt cx="328" cy="96"/>
          </a:xfrm>
        </p:grpSpPr>
        <p:sp>
          <p:nvSpPr>
            <p:cNvPr id="426015" name="Oval 31">
              <a:extLst>
                <a:ext uri="{FF2B5EF4-FFF2-40B4-BE49-F238E27FC236}">
                  <a16:creationId xmlns:a16="http://schemas.microsoft.com/office/drawing/2014/main" id="{3D09E551-24C7-5AE6-2AF9-7E38A8D98835}"/>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6016" name="Oval 32">
              <a:extLst>
                <a:ext uri="{FF2B5EF4-FFF2-40B4-BE49-F238E27FC236}">
                  <a16:creationId xmlns:a16="http://schemas.microsoft.com/office/drawing/2014/main" id="{11161961-7740-CC8A-4DE3-EAD5C4F9BFC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1139" name="Group 33">
            <a:extLst>
              <a:ext uri="{FF2B5EF4-FFF2-40B4-BE49-F238E27FC236}">
                <a16:creationId xmlns:a16="http://schemas.microsoft.com/office/drawing/2014/main" id="{08286AC3-BEE8-68DF-82F4-1101F5716E05}"/>
              </a:ext>
            </a:extLst>
          </p:cNvPr>
          <p:cNvGrpSpPr>
            <a:grpSpLocks/>
          </p:cNvGrpSpPr>
          <p:nvPr/>
        </p:nvGrpSpPr>
        <p:grpSpPr bwMode="auto">
          <a:xfrm rot="-5400000">
            <a:off x="4473575" y="4987925"/>
            <a:ext cx="520700" cy="152400"/>
            <a:chOff x="990" y="2694"/>
            <a:chExt cx="328" cy="96"/>
          </a:xfrm>
        </p:grpSpPr>
        <p:sp>
          <p:nvSpPr>
            <p:cNvPr id="426018" name="Oval 34">
              <a:extLst>
                <a:ext uri="{FF2B5EF4-FFF2-40B4-BE49-F238E27FC236}">
                  <a16:creationId xmlns:a16="http://schemas.microsoft.com/office/drawing/2014/main" id="{959AA30F-C702-DCAB-4F9B-9F812C0C752F}"/>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6019" name="Oval 35">
              <a:extLst>
                <a:ext uri="{FF2B5EF4-FFF2-40B4-BE49-F238E27FC236}">
                  <a16:creationId xmlns:a16="http://schemas.microsoft.com/office/drawing/2014/main" id="{B9825253-C4E3-3220-F5EB-BB38A8DDBB6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1140" name="Group 36">
            <a:extLst>
              <a:ext uri="{FF2B5EF4-FFF2-40B4-BE49-F238E27FC236}">
                <a16:creationId xmlns:a16="http://schemas.microsoft.com/office/drawing/2014/main" id="{360EC6CD-8944-E2A1-B910-062AE78A8B5E}"/>
              </a:ext>
            </a:extLst>
          </p:cNvPr>
          <p:cNvGrpSpPr>
            <a:grpSpLocks/>
          </p:cNvGrpSpPr>
          <p:nvPr/>
        </p:nvGrpSpPr>
        <p:grpSpPr bwMode="auto">
          <a:xfrm rot="-5400000">
            <a:off x="3422650" y="4989513"/>
            <a:ext cx="520700" cy="152400"/>
            <a:chOff x="990" y="2694"/>
            <a:chExt cx="328" cy="96"/>
          </a:xfrm>
        </p:grpSpPr>
        <p:sp>
          <p:nvSpPr>
            <p:cNvPr id="426021" name="Oval 37">
              <a:extLst>
                <a:ext uri="{FF2B5EF4-FFF2-40B4-BE49-F238E27FC236}">
                  <a16:creationId xmlns:a16="http://schemas.microsoft.com/office/drawing/2014/main" id="{E0A71CBB-8607-B11C-11CC-CF17B9F44D3A}"/>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6022" name="Oval 38">
              <a:extLst>
                <a:ext uri="{FF2B5EF4-FFF2-40B4-BE49-F238E27FC236}">
                  <a16:creationId xmlns:a16="http://schemas.microsoft.com/office/drawing/2014/main" id="{7D53D03C-1773-A92B-7F31-987819A37C02}"/>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1141" name="Group 39">
            <a:extLst>
              <a:ext uri="{FF2B5EF4-FFF2-40B4-BE49-F238E27FC236}">
                <a16:creationId xmlns:a16="http://schemas.microsoft.com/office/drawing/2014/main" id="{F2FA2CAB-DECC-5C40-90C2-427B06EBD10A}"/>
              </a:ext>
            </a:extLst>
          </p:cNvPr>
          <p:cNvGrpSpPr>
            <a:grpSpLocks/>
          </p:cNvGrpSpPr>
          <p:nvPr/>
        </p:nvGrpSpPr>
        <p:grpSpPr bwMode="auto">
          <a:xfrm>
            <a:off x="2535238" y="4132263"/>
            <a:ext cx="520700" cy="152400"/>
            <a:chOff x="990" y="2694"/>
            <a:chExt cx="328" cy="96"/>
          </a:xfrm>
        </p:grpSpPr>
        <p:sp>
          <p:nvSpPr>
            <p:cNvPr id="426024" name="Oval 40">
              <a:extLst>
                <a:ext uri="{FF2B5EF4-FFF2-40B4-BE49-F238E27FC236}">
                  <a16:creationId xmlns:a16="http://schemas.microsoft.com/office/drawing/2014/main" id="{5FB9CC62-D27E-4CB5-45C7-C84138B0356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6025" name="Oval 41">
              <a:extLst>
                <a:ext uri="{FF2B5EF4-FFF2-40B4-BE49-F238E27FC236}">
                  <a16:creationId xmlns:a16="http://schemas.microsoft.com/office/drawing/2014/main" id="{4B872515-8880-3402-FF6D-981CBE9EAAD1}"/>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1142" name="Group 42">
            <a:extLst>
              <a:ext uri="{FF2B5EF4-FFF2-40B4-BE49-F238E27FC236}">
                <a16:creationId xmlns:a16="http://schemas.microsoft.com/office/drawing/2014/main" id="{456AC1F0-DD81-EF68-13F4-710D6EAE7AA4}"/>
              </a:ext>
            </a:extLst>
          </p:cNvPr>
          <p:cNvGrpSpPr>
            <a:grpSpLocks/>
          </p:cNvGrpSpPr>
          <p:nvPr/>
        </p:nvGrpSpPr>
        <p:grpSpPr bwMode="auto">
          <a:xfrm rot="-5400000">
            <a:off x="2035175" y="3584575"/>
            <a:ext cx="520700" cy="152400"/>
            <a:chOff x="990" y="2694"/>
            <a:chExt cx="328" cy="96"/>
          </a:xfrm>
        </p:grpSpPr>
        <p:sp>
          <p:nvSpPr>
            <p:cNvPr id="426027" name="Oval 43">
              <a:extLst>
                <a:ext uri="{FF2B5EF4-FFF2-40B4-BE49-F238E27FC236}">
                  <a16:creationId xmlns:a16="http://schemas.microsoft.com/office/drawing/2014/main" id="{CD180C00-7ED5-F6CF-769A-F6EFD40911B6}"/>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6028" name="Oval 44">
              <a:extLst>
                <a:ext uri="{FF2B5EF4-FFF2-40B4-BE49-F238E27FC236}">
                  <a16:creationId xmlns:a16="http://schemas.microsoft.com/office/drawing/2014/main" id="{ACE312F9-ABB5-9AD5-1360-37E1094068DB}"/>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1143" name="Group 45">
            <a:extLst>
              <a:ext uri="{FF2B5EF4-FFF2-40B4-BE49-F238E27FC236}">
                <a16:creationId xmlns:a16="http://schemas.microsoft.com/office/drawing/2014/main" id="{32F36724-2BE4-F962-6BA3-FB0774E442BE}"/>
              </a:ext>
            </a:extLst>
          </p:cNvPr>
          <p:cNvGrpSpPr>
            <a:grpSpLocks/>
          </p:cNvGrpSpPr>
          <p:nvPr/>
        </p:nvGrpSpPr>
        <p:grpSpPr bwMode="auto">
          <a:xfrm>
            <a:off x="2554288" y="2998788"/>
            <a:ext cx="520700" cy="152400"/>
            <a:chOff x="990" y="2694"/>
            <a:chExt cx="328" cy="96"/>
          </a:xfrm>
        </p:grpSpPr>
        <p:sp>
          <p:nvSpPr>
            <p:cNvPr id="426030" name="Oval 46">
              <a:extLst>
                <a:ext uri="{FF2B5EF4-FFF2-40B4-BE49-F238E27FC236}">
                  <a16:creationId xmlns:a16="http://schemas.microsoft.com/office/drawing/2014/main" id="{A445EBDE-F8F4-1DBA-E036-159F95CB414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6031" name="Oval 47">
              <a:extLst>
                <a:ext uri="{FF2B5EF4-FFF2-40B4-BE49-F238E27FC236}">
                  <a16:creationId xmlns:a16="http://schemas.microsoft.com/office/drawing/2014/main" id="{2DFA671B-DEA6-0591-7954-B0277533B7DF}"/>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1144" name="Group 48">
            <a:extLst>
              <a:ext uri="{FF2B5EF4-FFF2-40B4-BE49-F238E27FC236}">
                <a16:creationId xmlns:a16="http://schemas.microsoft.com/office/drawing/2014/main" id="{EBE55615-F3C7-6F4B-DD24-4914198A6C02}"/>
              </a:ext>
            </a:extLst>
          </p:cNvPr>
          <p:cNvGrpSpPr>
            <a:grpSpLocks/>
          </p:cNvGrpSpPr>
          <p:nvPr/>
        </p:nvGrpSpPr>
        <p:grpSpPr bwMode="auto">
          <a:xfrm rot="-2653714">
            <a:off x="3451225" y="3211513"/>
            <a:ext cx="520700" cy="152400"/>
            <a:chOff x="990" y="2694"/>
            <a:chExt cx="328" cy="96"/>
          </a:xfrm>
        </p:grpSpPr>
        <p:sp>
          <p:nvSpPr>
            <p:cNvPr id="426033" name="Oval 49">
              <a:extLst>
                <a:ext uri="{FF2B5EF4-FFF2-40B4-BE49-F238E27FC236}">
                  <a16:creationId xmlns:a16="http://schemas.microsoft.com/office/drawing/2014/main" id="{8B55E07B-0AB9-8558-40CA-E69315D5A644}"/>
                </a:ext>
              </a:extLst>
            </p:cNvPr>
            <p:cNvSpPr>
              <a:spLocks noChangeArrowheads="1"/>
            </p:cNvSpPr>
            <p:nvPr/>
          </p:nvSpPr>
          <p:spPr bwMode="auto">
            <a:xfrm>
              <a:off x="991"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6034" name="Oval 50">
              <a:extLst>
                <a:ext uri="{FF2B5EF4-FFF2-40B4-BE49-F238E27FC236}">
                  <a16:creationId xmlns:a16="http://schemas.microsoft.com/office/drawing/2014/main" id="{DF2C2FE5-9DEE-BEB7-303B-20B99F7589D4}"/>
                </a:ext>
              </a:extLst>
            </p:cNvPr>
            <p:cNvSpPr>
              <a:spLocks noChangeArrowheads="1"/>
            </p:cNvSpPr>
            <p:nvPr/>
          </p:nvSpPr>
          <p:spPr bwMode="auto">
            <a:xfrm>
              <a:off x="1235" y="2691"/>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1145" name="Group 51">
            <a:extLst>
              <a:ext uri="{FF2B5EF4-FFF2-40B4-BE49-F238E27FC236}">
                <a16:creationId xmlns:a16="http://schemas.microsoft.com/office/drawing/2014/main" id="{8614A1D1-685E-A031-F41E-6E217A8B3795}"/>
              </a:ext>
            </a:extLst>
          </p:cNvPr>
          <p:cNvGrpSpPr>
            <a:grpSpLocks/>
          </p:cNvGrpSpPr>
          <p:nvPr/>
        </p:nvGrpSpPr>
        <p:grpSpPr bwMode="auto">
          <a:xfrm rot="-2653714">
            <a:off x="4422775" y="4048125"/>
            <a:ext cx="520700" cy="152400"/>
            <a:chOff x="990" y="2694"/>
            <a:chExt cx="328" cy="96"/>
          </a:xfrm>
        </p:grpSpPr>
        <p:sp>
          <p:nvSpPr>
            <p:cNvPr id="426036" name="Oval 52">
              <a:extLst>
                <a:ext uri="{FF2B5EF4-FFF2-40B4-BE49-F238E27FC236}">
                  <a16:creationId xmlns:a16="http://schemas.microsoft.com/office/drawing/2014/main" id="{106EDB25-9C4B-4D81-678C-8D98FF3B3F2F}"/>
                </a:ext>
              </a:extLst>
            </p:cNvPr>
            <p:cNvSpPr>
              <a:spLocks noChangeArrowheads="1"/>
            </p:cNvSpPr>
            <p:nvPr/>
          </p:nvSpPr>
          <p:spPr bwMode="auto">
            <a:xfrm>
              <a:off x="991"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6037" name="Oval 53">
              <a:extLst>
                <a:ext uri="{FF2B5EF4-FFF2-40B4-BE49-F238E27FC236}">
                  <a16:creationId xmlns:a16="http://schemas.microsoft.com/office/drawing/2014/main" id="{CEC206EB-62CC-6528-67EB-2550AFF3BC2B}"/>
                </a:ext>
              </a:extLst>
            </p:cNvPr>
            <p:cNvSpPr>
              <a:spLocks noChangeArrowheads="1"/>
            </p:cNvSpPr>
            <p:nvPr/>
          </p:nvSpPr>
          <p:spPr bwMode="auto">
            <a:xfrm>
              <a:off x="1235" y="2691"/>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26038" name="Text Box 54">
            <a:extLst>
              <a:ext uri="{FF2B5EF4-FFF2-40B4-BE49-F238E27FC236}">
                <a16:creationId xmlns:a16="http://schemas.microsoft.com/office/drawing/2014/main" id="{36563AFE-D2EB-4BFD-102D-D56C707467D3}"/>
              </a:ext>
            </a:extLst>
          </p:cNvPr>
          <p:cNvSpPr txBox="1">
            <a:spLocks noChangeArrowheads="1"/>
          </p:cNvSpPr>
          <p:nvPr/>
        </p:nvSpPr>
        <p:spPr bwMode="auto">
          <a:xfrm>
            <a:off x="719138" y="4913313"/>
            <a:ext cx="2071687" cy="519112"/>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C0128"/>
                </a:solidFill>
                <a:effectLst>
                  <a:outerShdw blurRad="38100" dist="38100" dir="2700000" algn="tl">
                    <a:srgbClr val="000000"/>
                  </a:outerShdw>
                </a:effectLst>
                <a:latin typeface="Times New Roman" pitchFamily="18" charset="0"/>
                <a:ea typeface="+mn-ea"/>
              </a:rPr>
              <a:t>Regions</a:t>
            </a:r>
          </a:p>
        </p:txBody>
      </p:sp>
    </p:spTree>
    <p:custDataLst>
      <p:tags r:id="rId1"/>
    </p:custData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a:extLst>
              <a:ext uri="{FF2B5EF4-FFF2-40B4-BE49-F238E27FC236}">
                <a16:creationId xmlns:a16="http://schemas.microsoft.com/office/drawing/2014/main" id="{07F08DB5-31A0-C4CD-7641-F73190C826CF}"/>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27011" name="Text Box 3">
            <a:extLst>
              <a:ext uri="{FF2B5EF4-FFF2-40B4-BE49-F238E27FC236}">
                <a16:creationId xmlns:a16="http://schemas.microsoft.com/office/drawing/2014/main" id="{F54EBFBC-F3E4-2C2D-78FA-2357F77EF176}"/>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7012" name="Text Box 4">
            <a:extLst>
              <a:ext uri="{FF2B5EF4-FFF2-40B4-BE49-F238E27FC236}">
                <a16:creationId xmlns:a16="http://schemas.microsoft.com/office/drawing/2014/main" id="{0910A155-6C36-4874-3C83-FBA8F6388490}"/>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7013" name="Text Box 5">
            <a:extLst>
              <a:ext uri="{FF2B5EF4-FFF2-40B4-BE49-F238E27FC236}">
                <a16:creationId xmlns:a16="http://schemas.microsoft.com/office/drawing/2014/main" id="{6FF77379-6B90-A736-6DC9-CF8237F31C66}"/>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7014" name="Line 6">
            <a:extLst>
              <a:ext uri="{FF2B5EF4-FFF2-40B4-BE49-F238E27FC236}">
                <a16:creationId xmlns:a16="http://schemas.microsoft.com/office/drawing/2014/main" id="{578E0552-05A8-869B-1D1E-B438676C92C5}"/>
              </a:ext>
            </a:extLst>
          </p:cNvPr>
          <p:cNvSpPr>
            <a:spLocks noChangeShapeType="1"/>
          </p:cNvSpPr>
          <p:nvPr/>
        </p:nvSpPr>
        <p:spPr bwMode="auto">
          <a:xfrm>
            <a:off x="3309938" y="3694113"/>
            <a:ext cx="433387"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7015" name="Line 7">
            <a:extLst>
              <a:ext uri="{FF2B5EF4-FFF2-40B4-BE49-F238E27FC236}">
                <a16:creationId xmlns:a16="http://schemas.microsoft.com/office/drawing/2014/main" id="{D7A2DF3B-4B16-F9B1-2837-908C762447E3}"/>
              </a:ext>
            </a:extLst>
          </p:cNvPr>
          <p:cNvSpPr>
            <a:spLocks noChangeShapeType="1"/>
          </p:cNvSpPr>
          <p:nvPr/>
        </p:nvSpPr>
        <p:spPr bwMode="auto">
          <a:xfrm>
            <a:off x="4799013" y="3695700"/>
            <a:ext cx="434975"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7016" name="Text Box 8">
            <a:extLst>
              <a:ext uri="{FF2B5EF4-FFF2-40B4-BE49-F238E27FC236}">
                <a16:creationId xmlns:a16="http://schemas.microsoft.com/office/drawing/2014/main" id="{8036AEFA-311B-A1E5-7515-C79023ADF0DA}"/>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7017" name="Line 9">
            <a:extLst>
              <a:ext uri="{FF2B5EF4-FFF2-40B4-BE49-F238E27FC236}">
                <a16:creationId xmlns:a16="http://schemas.microsoft.com/office/drawing/2014/main" id="{4BCB1661-58D9-9903-A981-646DBDB67AEB}"/>
              </a:ext>
            </a:extLst>
          </p:cNvPr>
          <p:cNvSpPr>
            <a:spLocks noChangeShapeType="1"/>
          </p:cNvSpPr>
          <p:nvPr/>
        </p:nvSpPr>
        <p:spPr bwMode="auto">
          <a:xfrm flipV="1">
            <a:off x="4227513" y="287496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7018" name="Line 10">
            <a:extLst>
              <a:ext uri="{FF2B5EF4-FFF2-40B4-BE49-F238E27FC236}">
                <a16:creationId xmlns:a16="http://schemas.microsoft.com/office/drawing/2014/main" id="{71F27B9E-0A4C-A13F-E695-3D5993E382B6}"/>
              </a:ext>
            </a:extLst>
          </p:cNvPr>
          <p:cNvSpPr>
            <a:spLocks noChangeShapeType="1"/>
          </p:cNvSpPr>
          <p:nvPr/>
        </p:nvSpPr>
        <p:spPr bwMode="auto">
          <a:xfrm flipV="1">
            <a:off x="4213225" y="421481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7019" name="Text Box 11">
            <a:extLst>
              <a:ext uri="{FF2B5EF4-FFF2-40B4-BE49-F238E27FC236}">
                <a16:creationId xmlns:a16="http://schemas.microsoft.com/office/drawing/2014/main" id="{66AC5654-27A7-610E-B5FF-2D828A2ECCC3}"/>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grpSp>
        <p:nvGrpSpPr>
          <p:cNvPr id="263180" name="Group 12">
            <a:extLst>
              <a:ext uri="{FF2B5EF4-FFF2-40B4-BE49-F238E27FC236}">
                <a16:creationId xmlns:a16="http://schemas.microsoft.com/office/drawing/2014/main" id="{A88A1BEC-F4E2-805A-50AF-EBF1267BB696}"/>
              </a:ext>
            </a:extLst>
          </p:cNvPr>
          <p:cNvGrpSpPr>
            <a:grpSpLocks/>
          </p:cNvGrpSpPr>
          <p:nvPr/>
        </p:nvGrpSpPr>
        <p:grpSpPr bwMode="auto">
          <a:xfrm>
            <a:off x="5324475" y="4181475"/>
            <a:ext cx="520700" cy="152400"/>
            <a:chOff x="990" y="2694"/>
            <a:chExt cx="328" cy="96"/>
          </a:xfrm>
        </p:grpSpPr>
        <p:sp>
          <p:nvSpPr>
            <p:cNvPr id="427021" name="Oval 13">
              <a:extLst>
                <a:ext uri="{FF2B5EF4-FFF2-40B4-BE49-F238E27FC236}">
                  <a16:creationId xmlns:a16="http://schemas.microsoft.com/office/drawing/2014/main" id="{F46F7546-846C-56A1-F697-5D79E62F822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7022" name="Oval 14">
              <a:extLst>
                <a:ext uri="{FF2B5EF4-FFF2-40B4-BE49-F238E27FC236}">
                  <a16:creationId xmlns:a16="http://schemas.microsoft.com/office/drawing/2014/main" id="{CC0E40B1-AFE3-781E-B84B-F80065EEB2DF}"/>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3181" name="Group 15">
            <a:extLst>
              <a:ext uri="{FF2B5EF4-FFF2-40B4-BE49-F238E27FC236}">
                <a16:creationId xmlns:a16="http://schemas.microsoft.com/office/drawing/2014/main" id="{415F6D2A-4CA4-42B7-4937-645F16BDD551}"/>
              </a:ext>
            </a:extLst>
          </p:cNvPr>
          <p:cNvGrpSpPr>
            <a:grpSpLocks/>
          </p:cNvGrpSpPr>
          <p:nvPr/>
        </p:nvGrpSpPr>
        <p:grpSpPr bwMode="auto">
          <a:xfrm rot="-5400000">
            <a:off x="5922963" y="3660775"/>
            <a:ext cx="520700" cy="152400"/>
            <a:chOff x="990" y="2694"/>
            <a:chExt cx="328" cy="96"/>
          </a:xfrm>
        </p:grpSpPr>
        <p:sp>
          <p:nvSpPr>
            <p:cNvPr id="427024" name="Oval 16">
              <a:extLst>
                <a:ext uri="{FF2B5EF4-FFF2-40B4-BE49-F238E27FC236}">
                  <a16:creationId xmlns:a16="http://schemas.microsoft.com/office/drawing/2014/main" id="{0A18B125-BE45-983E-6027-084B406016AF}"/>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7025" name="Oval 17">
              <a:extLst>
                <a:ext uri="{FF2B5EF4-FFF2-40B4-BE49-F238E27FC236}">
                  <a16:creationId xmlns:a16="http://schemas.microsoft.com/office/drawing/2014/main" id="{2F09D856-E364-E1CB-564F-1CE88435C671}"/>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3182" name="Group 18">
            <a:extLst>
              <a:ext uri="{FF2B5EF4-FFF2-40B4-BE49-F238E27FC236}">
                <a16:creationId xmlns:a16="http://schemas.microsoft.com/office/drawing/2014/main" id="{BA4D16F9-56C9-FE0F-C3BC-EF46AD6ED9C6}"/>
              </a:ext>
            </a:extLst>
          </p:cNvPr>
          <p:cNvGrpSpPr>
            <a:grpSpLocks/>
          </p:cNvGrpSpPr>
          <p:nvPr/>
        </p:nvGrpSpPr>
        <p:grpSpPr bwMode="auto">
          <a:xfrm>
            <a:off x="5326063" y="3063875"/>
            <a:ext cx="520700" cy="152400"/>
            <a:chOff x="990" y="2694"/>
            <a:chExt cx="328" cy="96"/>
          </a:xfrm>
        </p:grpSpPr>
        <p:sp>
          <p:nvSpPr>
            <p:cNvPr id="427027" name="Oval 19">
              <a:extLst>
                <a:ext uri="{FF2B5EF4-FFF2-40B4-BE49-F238E27FC236}">
                  <a16:creationId xmlns:a16="http://schemas.microsoft.com/office/drawing/2014/main" id="{3F004394-78FB-7030-80AA-B751A4D8DF4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7028" name="Oval 20">
              <a:extLst>
                <a:ext uri="{FF2B5EF4-FFF2-40B4-BE49-F238E27FC236}">
                  <a16:creationId xmlns:a16="http://schemas.microsoft.com/office/drawing/2014/main" id="{6E5A2CEF-96EA-B395-8667-2A13F553EE9B}"/>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3183" name="Group 21">
            <a:extLst>
              <a:ext uri="{FF2B5EF4-FFF2-40B4-BE49-F238E27FC236}">
                <a16:creationId xmlns:a16="http://schemas.microsoft.com/office/drawing/2014/main" id="{6DCDECFB-773F-FA2C-4EEA-58990F1CDA10}"/>
              </a:ext>
            </a:extLst>
          </p:cNvPr>
          <p:cNvGrpSpPr>
            <a:grpSpLocks/>
          </p:cNvGrpSpPr>
          <p:nvPr/>
        </p:nvGrpSpPr>
        <p:grpSpPr bwMode="auto">
          <a:xfrm>
            <a:off x="3986213" y="1811338"/>
            <a:ext cx="520700" cy="152400"/>
            <a:chOff x="990" y="2694"/>
            <a:chExt cx="328" cy="96"/>
          </a:xfrm>
        </p:grpSpPr>
        <p:sp>
          <p:nvSpPr>
            <p:cNvPr id="427030" name="Oval 22">
              <a:extLst>
                <a:ext uri="{FF2B5EF4-FFF2-40B4-BE49-F238E27FC236}">
                  <a16:creationId xmlns:a16="http://schemas.microsoft.com/office/drawing/2014/main" id="{2956DFA4-5D30-3351-7E83-C0121F510BBA}"/>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7031" name="Oval 23">
              <a:extLst>
                <a:ext uri="{FF2B5EF4-FFF2-40B4-BE49-F238E27FC236}">
                  <a16:creationId xmlns:a16="http://schemas.microsoft.com/office/drawing/2014/main" id="{EF58FD9A-CE73-53E0-E36D-E9BDEAAA3E7F}"/>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3184" name="Group 24">
            <a:extLst>
              <a:ext uri="{FF2B5EF4-FFF2-40B4-BE49-F238E27FC236}">
                <a16:creationId xmlns:a16="http://schemas.microsoft.com/office/drawing/2014/main" id="{6635C878-EFB8-506A-70B9-574E6B6253C5}"/>
              </a:ext>
            </a:extLst>
          </p:cNvPr>
          <p:cNvGrpSpPr>
            <a:grpSpLocks/>
          </p:cNvGrpSpPr>
          <p:nvPr/>
        </p:nvGrpSpPr>
        <p:grpSpPr bwMode="auto">
          <a:xfrm rot="-5400000">
            <a:off x="4521200" y="2344738"/>
            <a:ext cx="520700" cy="152400"/>
            <a:chOff x="990" y="2694"/>
            <a:chExt cx="328" cy="96"/>
          </a:xfrm>
        </p:grpSpPr>
        <p:sp>
          <p:nvSpPr>
            <p:cNvPr id="427033" name="Oval 25">
              <a:extLst>
                <a:ext uri="{FF2B5EF4-FFF2-40B4-BE49-F238E27FC236}">
                  <a16:creationId xmlns:a16="http://schemas.microsoft.com/office/drawing/2014/main" id="{DD235035-58E9-A0D1-6FE9-9229842298F5}"/>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7034" name="Oval 26">
              <a:extLst>
                <a:ext uri="{FF2B5EF4-FFF2-40B4-BE49-F238E27FC236}">
                  <a16:creationId xmlns:a16="http://schemas.microsoft.com/office/drawing/2014/main" id="{4DC247C3-4A52-1808-4A37-93FF4B954DC7}"/>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3185" name="Group 27">
            <a:extLst>
              <a:ext uri="{FF2B5EF4-FFF2-40B4-BE49-F238E27FC236}">
                <a16:creationId xmlns:a16="http://schemas.microsoft.com/office/drawing/2014/main" id="{9B25B7EA-376A-07A2-C3C7-D5D61BDAAC8F}"/>
              </a:ext>
            </a:extLst>
          </p:cNvPr>
          <p:cNvGrpSpPr>
            <a:grpSpLocks/>
          </p:cNvGrpSpPr>
          <p:nvPr/>
        </p:nvGrpSpPr>
        <p:grpSpPr bwMode="auto">
          <a:xfrm rot="-5400000">
            <a:off x="3470275" y="2363788"/>
            <a:ext cx="520700" cy="152400"/>
            <a:chOff x="990" y="2694"/>
            <a:chExt cx="328" cy="96"/>
          </a:xfrm>
        </p:grpSpPr>
        <p:sp>
          <p:nvSpPr>
            <p:cNvPr id="427036" name="Oval 28">
              <a:extLst>
                <a:ext uri="{FF2B5EF4-FFF2-40B4-BE49-F238E27FC236}">
                  <a16:creationId xmlns:a16="http://schemas.microsoft.com/office/drawing/2014/main" id="{7772A012-17F1-0974-A151-B1973479691B}"/>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7037" name="Oval 29">
              <a:extLst>
                <a:ext uri="{FF2B5EF4-FFF2-40B4-BE49-F238E27FC236}">
                  <a16:creationId xmlns:a16="http://schemas.microsoft.com/office/drawing/2014/main" id="{EBB9E58E-52B2-6566-2B05-DC6A8161C878}"/>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3186" name="Group 30">
            <a:extLst>
              <a:ext uri="{FF2B5EF4-FFF2-40B4-BE49-F238E27FC236}">
                <a16:creationId xmlns:a16="http://schemas.microsoft.com/office/drawing/2014/main" id="{5A1678C0-C4D5-F43A-AB38-E5FAEB490D68}"/>
              </a:ext>
            </a:extLst>
          </p:cNvPr>
          <p:cNvGrpSpPr>
            <a:grpSpLocks/>
          </p:cNvGrpSpPr>
          <p:nvPr/>
        </p:nvGrpSpPr>
        <p:grpSpPr bwMode="auto">
          <a:xfrm>
            <a:off x="3921125" y="5524500"/>
            <a:ext cx="520700" cy="152400"/>
            <a:chOff x="990" y="2694"/>
            <a:chExt cx="328" cy="96"/>
          </a:xfrm>
        </p:grpSpPr>
        <p:sp>
          <p:nvSpPr>
            <p:cNvPr id="427039" name="Oval 31">
              <a:extLst>
                <a:ext uri="{FF2B5EF4-FFF2-40B4-BE49-F238E27FC236}">
                  <a16:creationId xmlns:a16="http://schemas.microsoft.com/office/drawing/2014/main" id="{6C111376-A8C2-AC94-09E9-E68B01E8163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7040" name="Oval 32">
              <a:extLst>
                <a:ext uri="{FF2B5EF4-FFF2-40B4-BE49-F238E27FC236}">
                  <a16:creationId xmlns:a16="http://schemas.microsoft.com/office/drawing/2014/main" id="{7B2E1012-8CF9-A4B8-8DD0-8A0C840BFE5F}"/>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3187" name="Group 33">
            <a:extLst>
              <a:ext uri="{FF2B5EF4-FFF2-40B4-BE49-F238E27FC236}">
                <a16:creationId xmlns:a16="http://schemas.microsoft.com/office/drawing/2014/main" id="{CD2A497B-19AD-897D-6613-595A5C5A63DB}"/>
              </a:ext>
            </a:extLst>
          </p:cNvPr>
          <p:cNvGrpSpPr>
            <a:grpSpLocks/>
          </p:cNvGrpSpPr>
          <p:nvPr/>
        </p:nvGrpSpPr>
        <p:grpSpPr bwMode="auto">
          <a:xfrm rot="-5400000">
            <a:off x="4473575" y="4987925"/>
            <a:ext cx="520700" cy="152400"/>
            <a:chOff x="990" y="2694"/>
            <a:chExt cx="328" cy="96"/>
          </a:xfrm>
        </p:grpSpPr>
        <p:sp>
          <p:nvSpPr>
            <p:cNvPr id="427042" name="Oval 34">
              <a:extLst>
                <a:ext uri="{FF2B5EF4-FFF2-40B4-BE49-F238E27FC236}">
                  <a16:creationId xmlns:a16="http://schemas.microsoft.com/office/drawing/2014/main" id="{C1C36E92-482C-A1D4-1FD8-538A00EA6847}"/>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7043" name="Oval 35">
              <a:extLst>
                <a:ext uri="{FF2B5EF4-FFF2-40B4-BE49-F238E27FC236}">
                  <a16:creationId xmlns:a16="http://schemas.microsoft.com/office/drawing/2014/main" id="{78BF936F-C6EF-991C-48D3-DBCEA150DE02}"/>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3188" name="Group 36">
            <a:extLst>
              <a:ext uri="{FF2B5EF4-FFF2-40B4-BE49-F238E27FC236}">
                <a16:creationId xmlns:a16="http://schemas.microsoft.com/office/drawing/2014/main" id="{20B4B806-BF89-09A8-62A2-18400EC059B1}"/>
              </a:ext>
            </a:extLst>
          </p:cNvPr>
          <p:cNvGrpSpPr>
            <a:grpSpLocks/>
          </p:cNvGrpSpPr>
          <p:nvPr/>
        </p:nvGrpSpPr>
        <p:grpSpPr bwMode="auto">
          <a:xfrm rot="-5400000">
            <a:off x="3422650" y="4989513"/>
            <a:ext cx="520700" cy="152400"/>
            <a:chOff x="990" y="2694"/>
            <a:chExt cx="328" cy="96"/>
          </a:xfrm>
        </p:grpSpPr>
        <p:sp>
          <p:nvSpPr>
            <p:cNvPr id="427045" name="Oval 37">
              <a:extLst>
                <a:ext uri="{FF2B5EF4-FFF2-40B4-BE49-F238E27FC236}">
                  <a16:creationId xmlns:a16="http://schemas.microsoft.com/office/drawing/2014/main" id="{55BF18D9-0D0E-904A-7A02-ECADF648A81C}"/>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7046" name="Oval 38">
              <a:extLst>
                <a:ext uri="{FF2B5EF4-FFF2-40B4-BE49-F238E27FC236}">
                  <a16:creationId xmlns:a16="http://schemas.microsoft.com/office/drawing/2014/main" id="{622D2733-5E1C-8191-86A6-0DF3F483CCFB}"/>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3189" name="Group 39">
            <a:extLst>
              <a:ext uri="{FF2B5EF4-FFF2-40B4-BE49-F238E27FC236}">
                <a16:creationId xmlns:a16="http://schemas.microsoft.com/office/drawing/2014/main" id="{5990E905-6296-BA99-F2D3-3654C5CC7229}"/>
              </a:ext>
            </a:extLst>
          </p:cNvPr>
          <p:cNvGrpSpPr>
            <a:grpSpLocks/>
          </p:cNvGrpSpPr>
          <p:nvPr/>
        </p:nvGrpSpPr>
        <p:grpSpPr bwMode="auto">
          <a:xfrm>
            <a:off x="2535238" y="4132263"/>
            <a:ext cx="520700" cy="152400"/>
            <a:chOff x="990" y="2694"/>
            <a:chExt cx="328" cy="96"/>
          </a:xfrm>
        </p:grpSpPr>
        <p:sp>
          <p:nvSpPr>
            <p:cNvPr id="427048" name="Oval 40">
              <a:extLst>
                <a:ext uri="{FF2B5EF4-FFF2-40B4-BE49-F238E27FC236}">
                  <a16:creationId xmlns:a16="http://schemas.microsoft.com/office/drawing/2014/main" id="{E66B84CB-D480-7198-19F7-92575CC29224}"/>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7049" name="Oval 41">
              <a:extLst>
                <a:ext uri="{FF2B5EF4-FFF2-40B4-BE49-F238E27FC236}">
                  <a16:creationId xmlns:a16="http://schemas.microsoft.com/office/drawing/2014/main" id="{B0C31FB0-5E62-BA31-BF24-1E1D1A00CF3F}"/>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3190" name="Group 42">
            <a:extLst>
              <a:ext uri="{FF2B5EF4-FFF2-40B4-BE49-F238E27FC236}">
                <a16:creationId xmlns:a16="http://schemas.microsoft.com/office/drawing/2014/main" id="{C2C6C741-86E9-79BC-4AD3-4B94F2B1FFEC}"/>
              </a:ext>
            </a:extLst>
          </p:cNvPr>
          <p:cNvGrpSpPr>
            <a:grpSpLocks/>
          </p:cNvGrpSpPr>
          <p:nvPr/>
        </p:nvGrpSpPr>
        <p:grpSpPr bwMode="auto">
          <a:xfrm rot="-5400000">
            <a:off x="2035175" y="3584575"/>
            <a:ext cx="520700" cy="152400"/>
            <a:chOff x="990" y="2694"/>
            <a:chExt cx="328" cy="96"/>
          </a:xfrm>
        </p:grpSpPr>
        <p:sp>
          <p:nvSpPr>
            <p:cNvPr id="427051" name="Oval 43">
              <a:extLst>
                <a:ext uri="{FF2B5EF4-FFF2-40B4-BE49-F238E27FC236}">
                  <a16:creationId xmlns:a16="http://schemas.microsoft.com/office/drawing/2014/main" id="{CF1E1C23-7CA7-21A3-CE1E-08F5C37AEBCA}"/>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7052" name="Oval 44">
              <a:extLst>
                <a:ext uri="{FF2B5EF4-FFF2-40B4-BE49-F238E27FC236}">
                  <a16:creationId xmlns:a16="http://schemas.microsoft.com/office/drawing/2014/main" id="{4FE973EA-2684-0F16-BA77-9E2918380F3A}"/>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3191" name="Group 45">
            <a:extLst>
              <a:ext uri="{FF2B5EF4-FFF2-40B4-BE49-F238E27FC236}">
                <a16:creationId xmlns:a16="http://schemas.microsoft.com/office/drawing/2014/main" id="{9FD3DAE9-019A-9E3C-46C6-ED46A7058E42}"/>
              </a:ext>
            </a:extLst>
          </p:cNvPr>
          <p:cNvGrpSpPr>
            <a:grpSpLocks/>
          </p:cNvGrpSpPr>
          <p:nvPr/>
        </p:nvGrpSpPr>
        <p:grpSpPr bwMode="auto">
          <a:xfrm>
            <a:off x="2554288" y="2998788"/>
            <a:ext cx="520700" cy="152400"/>
            <a:chOff x="990" y="2694"/>
            <a:chExt cx="328" cy="96"/>
          </a:xfrm>
        </p:grpSpPr>
        <p:sp>
          <p:nvSpPr>
            <p:cNvPr id="427054" name="Oval 46">
              <a:extLst>
                <a:ext uri="{FF2B5EF4-FFF2-40B4-BE49-F238E27FC236}">
                  <a16:creationId xmlns:a16="http://schemas.microsoft.com/office/drawing/2014/main" id="{AD74B4A2-F2E1-B1D0-407A-B96BE70479D5}"/>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7055" name="Oval 47">
              <a:extLst>
                <a:ext uri="{FF2B5EF4-FFF2-40B4-BE49-F238E27FC236}">
                  <a16:creationId xmlns:a16="http://schemas.microsoft.com/office/drawing/2014/main" id="{CF0EF3F0-999E-B0D4-C228-0234081A5719}"/>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3192" name="Group 48">
            <a:extLst>
              <a:ext uri="{FF2B5EF4-FFF2-40B4-BE49-F238E27FC236}">
                <a16:creationId xmlns:a16="http://schemas.microsoft.com/office/drawing/2014/main" id="{49545094-6443-8D77-2A5C-909788691A20}"/>
              </a:ext>
            </a:extLst>
          </p:cNvPr>
          <p:cNvGrpSpPr>
            <a:grpSpLocks/>
          </p:cNvGrpSpPr>
          <p:nvPr/>
        </p:nvGrpSpPr>
        <p:grpSpPr bwMode="auto">
          <a:xfrm rot="-2653714">
            <a:off x="3451225" y="3211513"/>
            <a:ext cx="520700" cy="152400"/>
            <a:chOff x="990" y="2694"/>
            <a:chExt cx="328" cy="96"/>
          </a:xfrm>
        </p:grpSpPr>
        <p:sp>
          <p:nvSpPr>
            <p:cNvPr id="427057" name="Oval 49">
              <a:extLst>
                <a:ext uri="{FF2B5EF4-FFF2-40B4-BE49-F238E27FC236}">
                  <a16:creationId xmlns:a16="http://schemas.microsoft.com/office/drawing/2014/main" id="{300E88E6-8B99-50D1-71DB-906CF1889374}"/>
                </a:ext>
              </a:extLst>
            </p:cNvPr>
            <p:cNvSpPr>
              <a:spLocks noChangeArrowheads="1"/>
            </p:cNvSpPr>
            <p:nvPr/>
          </p:nvSpPr>
          <p:spPr bwMode="auto">
            <a:xfrm>
              <a:off x="991"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7058" name="Oval 50">
              <a:extLst>
                <a:ext uri="{FF2B5EF4-FFF2-40B4-BE49-F238E27FC236}">
                  <a16:creationId xmlns:a16="http://schemas.microsoft.com/office/drawing/2014/main" id="{703C05F5-88C1-E843-4012-16DAD41C829E}"/>
                </a:ext>
              </a:extLst>
            </p:cNvPr>
            <p:cNvSpPr>
              <a:spLocks noChangeArrowheads="1"/>
            </p:cNvSpPr>
            <p:nvPr/>
          </p:nvSpPr>
          <p:spPr bwMode="auto">
            <a:xfrm>
              <a:off x="1235" y="2691"/>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3193" name="Group 51">
            <a:extLst>
              <a:ext uri="{FF2B5EF4-FFF2-40B4-BE49-F238E27FC236}">
                <a16:creationId xmlns:a16="http://schemas.microsoft.com/office/drawing/2014/main" id="{4013792C-0D7E-E818-D6AF-8C3488C0C4FE}"/>
              </a:ext>
            </a:extLst>
          </p:cNvPr>
          <p:cNvGrpSpPr>
            <a:grpSpLocks/>
          </p:cNvGrpSpPr>
          <p:nvPr/>
        </p:nvGrpSpPr>
        <p:grpSpPr bwMode="auto">
          <a:xfrm rot="-2653714">
            <a:off x="4422775" y="4048125"/>
            <a:ext cx="520700" cy="152400"/>
            <a:chOff x="990" y="2694"/>
            <a:chExt cx="328" cy="96"/>
          </a:xfrm>
        </p:grpSpPr>
        <p:sp>
          <p:nvSpPr>
            <p:cNvPr id="427060" name="Oval 52">
              <a:extLst>
                <a:ext uri="{FF2B5EF4-FFF2-40B4-BE49-F238E27FC236}">
                  <a16:creationId xmlns:a16="http://schemas.microsoft.com/office/drawing/2014/main" id="{87129868-8067-DBAB-C57E-B9F4B1DDF551}"/>
                </a:ext>
              </a:extLst>
            </p:cNvPr>
            <p:cNvSpPr>
              <a:spLocks noChangeArrowheads="1"/>
            </p:cNvSpPr>
            <p:nvPr/>
          </p:nvSpPr>
          <p:spPr bwMode="auto">
            <a:xfrm>
              <a:off x="991"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7061" name="Oval 53">
              <a:extLst>
                <a:ext uri="{FF2B5EF4-FFF2-40B4-BE49-F238E27FC236}">
                  <a16:creationId xmlns:a16="http://schemas.microsoft.com/office/drawing/2014/main" id="{E0D7FA17-861F-8DFC-337F-F0AD7313E7DE}"/>
                </a:ext>
              </a:extLst>
            </p:cNvPr>
            <p:cNvSpPr>
              <a:spLocks noChangeArrowheads="1"/>
            </p:cNvSpPr>
            <p:nvPr/>
          </p:nvSpPr>
          <p:spPr bwMode="auto">
            <a:xfrm>
              <a:off x="1235" y="2691"/>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27062" name="Text Box 54">
            <a:extLst>
              <a:ext uri="{FF2B5EF4-FFF2-40B4-BE49-F238E27FC236}">
                <a16:creationId xmlns:a16="http://schemas.microsoft.com/office/drawing/2014/main" id="{5F05FBD9-3E31-6F08-3A3A-908469187FA1}"/>
              </a:ext>
            </a:extLst>
          </p:cNvPr>
          <p:cNvSpPr txBox="1">
            <a:spLocks noChangeArrowheads="1"/>
          </p:cNvSpPr>
          <p:nvPr/>
        </p:nvSpPr>
        <p:spPr bwMode="auto">
          <a:xfrm>
            <a:off x="719138" y="4913313"/>
            <a:ext cx="2071687" cy="519112"/>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C0128"/>
                </a:solidFill>
                <a:effectLst>
                  <a:outerShdw blurRad="38100" dist="38100" dir="2700000" algn="tl">
                    <a:srgbClr val="000000"/>
                  </a:outerShdw>
                </a:effectLst>
                <a:latin typeface="Times New Roman" pitchFamily="18" charset="0"/>
                <a:ea typeface="+mn-ea"/>
              </a:rPr>
              <a:t> 1 Region</a:t>
            </a:r>
          </a:p>
        </p:txBody>
      </p:sp>
      <p:sp>
        <p:nvSpPr>
          <p:cNvPr id="427063" name="Text Box 55">
            <a:extLst>
              <a:ext uri="{FF2B5EF4-FFF2-40B4-BE49-F238E27FC236}">
                <a16:creationId xmlns:a16="http://schemas.microsoft.com/office/drawing/2014/main" id="{8F47FC86-BEEC-F855-C9AC-71B108E5A77A}"/>
              </a:ext>
            </a:extLst>
          </p:cNvPr>
          <p:cNvSpPr txBox="1">
            <a:spLocks noChangeArrowheads="1"/>
          </p:cNvSpPr>
          <p:nvPr/>
        </p:nvSpPr>
        <p:spPr bwMode="auto">
          <a:xfrm>
            <a:off x="3341688" y="3678238"/>
            <a:ext cx="484187" cy="579437"/>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1</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a:extLst>
              <a:ext uri="{FF2B5EF4-FFF2-40B4-BE49-F238E27FC236}">
                <a16:creationId xmlns:a16="http://schemas.microsoft.com/office/drawing/2014/main" id="{134E8E6F-4639-E7CB-9B82-4AF54804E184}"/>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28035" name="Text Box 3">
            <a:extLst>
              <a:ext uri="{FF2B5EF4-FFF2-40B4-BE49-F238E27FC236}">
                <a16:creationId xmlns:a16="http://schemas.microsoft.com/office/drawing/2014/main" id="{C8E50B02-238D-28CB-96E5-9E6595B3B794}"/>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8036" name="Text Box 4">
            <a:extLst>
              <a:ext uri="{FF2B5EF4-FFF2-40B4-BE49-F238E27FC236}">
                <a16:creationId xmlns:a16="http://schemas.microsoft.com/office/drawing/2014/main" id="{8C8BDE80-BDBF-8620-E3D7-42DC959C9B63}"/>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8037" name="Text Box 5">
            <a:extLst>
              <a:ext uri="{FF2B5EF4-FFF2-40B4-BE49-F238E27FC236}">
                <a16:creationId xmlns:a16="http://schemas.microsoft.com/office/drawing/2014/main" id="{7FD21697-62A0-7E4F-14A1-661F371AF32F}"/>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8038" name="Line 6">
            <a:extLst>
              <a:ext uri="{FF2B5EF4-FFF2-40B4-BE49-F238E27FC236}">
                <a16:creationId xmlns:a16="http://schemas.microsoft.com/office/drawing/2014/main" id="{692A29C5-3E84-210B-8664-32A0FB340B2D}"/>
              </a:ext>
            </a:extLst>
          </p:cNvPr>
          <p:cNvSpPr>
            <a:spLocks noChangeShapeType="1"/>
          </p:cNvSpPr>
          <p:nvPr/>
        </p:nvSpPr>
        <p:spPr bwMode="auto">
          <a:xfrm>
            <a:off x="3309938" y="3694113"/>
            <a:ext cx="433387"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8039" name="Line 7">
            <a:extLst>
              <a:ext uri="{FF2B5EF4-FFF2-40B4-BE49-F238E27FC236}">
                <a16:creationId xmlns:a16="http://schemas.microsoft.com/office/drawing/2014/main" id="{7B8014E4-FC1C-74A3-99ED-B2D15A8B7004}"/>
              </a:ext>
            </a:extLst>
          </p:cNvPr>
          <p:cNvSpPr>
            <a:spLocks noChangeShapeType="1"/>
          </p:cNvSpPr>
          <p:nvPr/>
        </p:nvSpPr>
        <p:spPr bwMode="auto">
          <a:xfrm>
            <a:off x="4799013" y="3695700"/>
            <a:ext cx="434975"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8040" name="Text Box 8">
            <a:extLst>
              <a:ext uri="{FF2B5EF4-FFF2-40B4-BE49-F238E27FC236}">
                <a16:creationId xmlns:a16="http://schemas.microsoft.com/office/drawing/2014/main" id="{A1FFCE62-5248-7DC3-9048-3C0D494AAB55}"/>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8041" name="Line 9">
            <a:extLst>
              <a:ext uri="{FF2B5EF4-FFF2-40B4-BE49-F238E27FC236}">
                <a16:creationId xmlns:a16="http://schemas.microsoft.com/office/drawing/2014/main" id="{57D13D4C-AF16-7930-4D55-34C9B835D27F}"/>
              </a:ext>
            </a:extLst>
          </p:cNvPr>
          <p:cNvSpPr>
            <a:spLocks noChangeShapeType="1"/>
          </p:cNvSpPr>
          <p:nvPr/>
        </p:nvSpPr>
        <p:spPr bwMode="auto">
          <a:xfrm flipV="1">
            <a:off x="4227513" y="287496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8042" name="Line 10">
            <a:extLst>
              <a:ext uri="{FF2B5EF4-FFF2-40B4-BE49-F238E27FC236}">
                <a16:creationId xmlns:a16="http://schemas.microsoft.com/office/drawing/2014/main" id="{0DF4DB40-3724-C232-F467-1CDF8C2AE310}"/>
              </a:ext>
            </a:extLst>
          </p:cNvPr>
          <p:cNvSpPr>
            <a:spLocks noChangeShapeType="1"/>
          </p:cNvSpPr>
          <p:nvPr/>
        </p:nvSpPr>
        <p:spPr bwMode="auto">
          <a:xfrm flipV="1">
            <a:off x="4213225" y="421481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8043" name="Text Box 11">
            <a:extLst>
              <a:ext uri="{FF2B5EF4-FFF2-40B4-BE49-F238E27FC236}">
                <a16:creationId xmlns:a16="http://schemas.microsoft.com/office/drawing/2014/main" id="{34C55EDC-FF91-6EAD-9C3E-4139802E2DBD}"/>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grpSp>
        <p:nvGrpSpPr>
          <p:cNvPr id="265228" name="Group 12">
            <a:extLst>
              <a:ext uri="{FF2B5EF4-FFF2-40B4-BE49-F238E27FC236}">
                <a16:creationId xmlns:a16="http://schemas.microsoft.com/office/drawing/2014/main" id="{E3A60CF8-3DCD-26E7-7B8E-86F179719228}"/>
              </a:ext>
            </a:extLst>
          </p:cNvPr>
          <p:cNvGrpSpPr>
            <a:grpSpLocks/>
          </p:cNvGrpSpPr>
          <p:nvPr/>
        </p:nvGrpSpPr>
        <p:grpSpPr bwMode="auto">
          <a:xfrm>
            <a:off x="5324475" y="4181475"/>
            <a:ext cx="520700" cy="152400"/>
            <a:chOff x="990" y="2694"/>
            <a:chExt cx="328" cy="96"/>
          </a:xfrm>
        </p:grpSpPr>
        <p:sp>
          <p:nvSpPr>
            <p:cNvPr id="428045" name="Oval 13">
              <a:extLst>
                <a:ext uri="{FF2B5EF4-FFF2-40B4-BE49-F238E27FC236}">
                  <a16:creationId xmlns:a16="http://schemas.microsoft.com/office/drawing/2014/main" id="{4100BD88-31A7-1681-A288-CD7A57DA7F03}"/>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8046" name="Oval 14">
              <a:extLst>
                <a:ext uri="{FF2B5EF4-FFF2-40B4-BE49-F238E27FC236}">
                  <a16:creationId xmlns:a16="http://schemas.microsoft.com/office/drawing/2014/main" id="{5746BD00-119D-6DFB-A749-5AF335E64337}"/>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5229" name="Group 15">
            <a:extLst>
              <a:ext uri="{FF2B5EF4-FFF2-40B4-BE49-F238E27FC236}">
                <a16:creationId xmlns:a16="http://schemas.microsoft.com/office/drawing/2014/main" id="{AC6B060B-77FA-D7EC-29BC-48A3B30C5788}"/>
              </a:ext>
            </a:extLst>
          </p:cNvPr>
          <p:cNvGrpSpPr>
            <a:grpSpLocks/>
          </p:cNvGrpSpPr>
          <p:nvPr/>
        </p:nvGrpSpPr>
        <p:grpSpPr bwMode="auto">
          <a:xfrm rot="-5400000">
            <a:off x="5922963" y="3660775"/>
            <a:ext cx="520700" cy="152400"/>
            <a:chOff x="990" y="2694"/>
            <a:chExt cx="328" cy="96"/>
          </a:xfrm>
        </p:grpSpPr>
        <p:sp>
          <p:nvSpPr>
            <p:cNvPr id="428048" name="Oval 16">
              <a:extLst>
                <a:ext uri="{FF2B5EF4-FFF2-40B4-BE49-F238E27FC236}">
                  <a16:creationId xmlns:a16="http://schemas.microsoft.com/office/drawing/2014/main" id="{FF84A801-01FA-07FA-06E0-2577FAF02E04}"/>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8049" name="Oval 17">
              <a:extLst>
                <a:ext uri="{FF2B5EF4-FFF2-40B4-BE49-F238E27FC236}">
                  <a16:creationId xmlns:a16="http://schemas.microsoft.com/office/drawing/2014/main" id="{97BF330B-156A-45E1-2109-F5036E959D18}"/>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5230" name="Group 18">
            <a:extLst>
              <a:ext uri="{FF2B5EF4-FFF2-40B4-BE49-F238E27FC236}">
                <a16:creationId xmlns:a16="http://schemas.microsoft.com/office/drawing/2014/main" id="{7AE7770F-6E4E-BEDE-883A-09112B64AC81}"/>
              </a:ext>
            </a:extLst>
          </p:cNvPr>
          <p:cNvGrpSpPr>
            <a:grpSpLocks/>
          </p:cNvGrpSpPr>
          <p:nvPr/>
        </p:nvGrpSpPr>
        <p:grpSpPr bwMode="auto">
          <a:xfrm>
            <a:off x="5326063" y="3063875"/>
            <a:ext cx="520700" cy="152400"/>
            <a:chOff x="990" y="2694"/>
            <a:chExt cx="328" cy="96"/>
          </a:xfrm>
        </p:grpSpPr>
        <p:sp>
          <p:nvSpPr>
            <p:cNvPr id="428051" name="Oval 19">
              <a:extLst>
                <a:ext uri="{FF2B5EF4-FFF2-40B4-BE49-F238E27FC236}">
                  <a16:creationId xmlns:a16="http://schemas.microsoft.com/office/drawing/2014/main" id="{FBAA1E99-6C63-0CDB-3BE9-DCC9D728EA06}"/>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8052" name="Oval 20">
              <a:extLst>
                <a:ext uri="{FF2B5EF4-FFF2-40B4-BE49-F238E27FC236}">
                  <a16:creationId xmlns:a16="http://schemas.microsoft.com/office/drawing/2014/main" id="{26D8F5DA-AB96-A06B-A779-158BB7CDA1E4}"/>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5231" name="Group 21">
            <a:extLst>
              <a:ext uri="{FF2B5EF4-FFF2-40B4-BE49-F238E27FC236}">
                <a16:creationId xmlns:a16="http://schemas.microsoft.com/office/drawing/2014/main" id="{DF16645F-1C59-A931-E003-0217E90A0257}"/>
              </a:ext>
            </a:extLst>
          </p:cNvPr>
          <p:cNvGrpSpPr>
            <a:grpSpLocks/>
          </p:cNvGrpSpPr>
          <p:nvPr/>
        </p:nvGrpSpPr>
        <p:grpSpPr bwMode="auto">
          <a:xfrm>
            <a:off x="3986213" y="1811338"/>
            <a:ext cx="520700" cy="152400"/>
            <a:chOff x="990" y="2694"/>
            <a:chExt cx="328" cy="96"/>
          </a:xfrm>
        </p:grpSpPr>
        <p:sp>
          <p:nvSpPr>
            <p:cNvPr id="428054" name="Oval 22">
              <a:extLst>
                <a:ext uri="{FF2B5EF4-FFF2-40B4-BE49-F238E27FC236}">
                  <a16:creationId xmlns:a16="http://schemas.microsoft.com/office/drawing/2014/main" id="{3482ABEA-AD8D-B00E-939A-9C279DF3C8FE}"/>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8055" name="Oval 23">
              <a:extLst>
                <a:ext uri="{FF2B5EF4-FFF2-40B4-BE49-F238E27FC236}">
                  <a16:creationId xmlns:a16="http://schemas.microsoft.com/office/drawing/2014/main" id="{63BC9606-5567-C046-1547-1F4E5EC4C58D}"/>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5232" name="Group 24">
            <a:extLst>
              <a:ext uri="{FF2B5EF4-FFF2-40B4-BE49-F238E27FC236}">
                <a16:creationId xmlns:a16="http://schemas.microsoft.com/office/drawing/2014/main" id="{EA773D30-1A2A-8106-F150-E169E5072FDB}"/>
              </a:ext>
            </a:extLst>
          </p:cNvPr>
          <p:cNvGrpSpPr>
            <a:grpSpLocks/>
          </p:cNvGrpSpPr>
          <p:nvPr/>
        </p:nvGrpSpPr>
        <p:grpSpPr bwMode="auto">
          <a:xfrm rot="-5400000">
            <a:off x="4521200" y="2344738"/>
            <a:ext cx="520700" cy="152400"/>
            <a:chOff x="990" y="2694"/>
            <a:chExt cx="328" cy="96"/>
          </a:xfrm>
        </p:grpSpPr>
        <p:sp>
          <p:nvSpPr>
            <p:cNvPr id="428057" name="Oval 25">
              <a:extLst>
                <a:ext uri="{FF2B5EF4-FFF2-40B4-BE49-F238E27FC236}">
                  <a16:creationId xmlns:a16="http://schemas.microsoft.com/office/drawing/2014/main" id="{182EBF18-6193-22A9-F948-2CB6D268B731}"/>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8058" name="Oval 26">
              <a:extLst>
                <a:ext uri="{FF2B5EF4-FFF2-40B4-BE49-F238E27FC236}">
                  <a16:creationId xmlns:a16="http://schemas.microsoft.com/office/drawing/2014/main" id="{8F913E0C-57C8-8473-8066-45327078EA46}"/>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5233" name="Group 27">
            <a:extLst>
              <a:ext uri="{FF2B5EF4-FFF2-40B4-BE49-F238E27FC236}">
                <a16:creationId xmlns:a16="http://schemas.microsoft.com/office/drawing/2014/main" id="{F10A1C1F-BEB9-5CE1-86C4-D45E722FC98A}"/>
              </a:ext>
            </a:extLst>
          </p:cNvPr>
          <p:cNvGrpSpPr>
            <a:grpSpLocks/>
          </p:cNvGrpSpPr>
          <p:nvPr/>
        </p:nvGrpSpPr>
        <p:grpSpPr bwMode="auto">
          <a:xfrm rot="-5400000">
            <a:off x="3470275" y="2363788"/>
            <a:ext cx="520700" cy="152400"/>
            <a:chOff x="990" y="2694"/>
            <a:chExt cx="328" cy="96"/>
          </a:xfrm>
        </p:grpSpPr>
        <p:sp>
          <p:nvSpPr>
            <p:cNvPr id="428060" name="Oval 28">
              <a:extLst>
                <a:ext uri="{FF2B5EF4-FFF2-40B4-BE49-F238E27FC236}">
                  <a16:creationId xmlns:a16="http://schemas.microsoft.com/office/drawing/2014/main" id="{F71EF13E-D6B9-CE8E-FA68-3F3D30F43D5D}"/>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8061" name="Oval 29">
              <a:extLst>
                <a:ext uri="{FF2B5EF4-FFF2-40B4-BE49-F238E27FC236}">
                  <a16:creationId xmlns:a16="http://schemas.microsoft.com/office/drawing/2014/main" id="{0990E432-AEBD-A795-9040-06102A4E80B1}"/>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5234" name="Group 30">
            <a:extLst>
              <a:ext uri="{FF2B5EF4-FFF2-40B4-BE49-F238E27FC236}">
                <a16:creationId xmlns:a16="http://schemas.microsoft.com/office/drawing/2014/main" id="{0B27F976-69B7-BC23-CC81-D9D1F1C57D75}"/>
              </a:ext>
            </a:extLst>
          </p:cNvPr>
          <p:cNvGrpSpPr>
            <a:grpSpLocks/>
          </p:cNvGrpSpPr>
          <p:nvPr/>
        </p:nvGrpSpPr>
        <p:grpSpPr bwMode="auto">
          <a:xfrm>
            <a:off x="3921125" y="5524500"/>
            <a:ext cx="520700" cy="152400"/>
            <a:chOff x="990" y="2694"/>
            <a:chExt cx="328" cy="96"/>
          </a:xfrm>
        </p:grpSpPr>
        <p:sp>
          <p:nvSpPr>
            <p:cNvPr id="428063" name="Oval 31">
              <a:extLst>
                <a:ext uri="{FF2B5EF4-FFF2-40B4-BE49-F238E27FC236}">
                  <a16:creationId xmlns:a16="http://schemas.microsoft.com/office/drawing/2014/main" id="{20A32041-51E3-E491-1DA2-8994E83BDEF7}"/>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8064" name="Oval 32">
              <a:extLst>
                <a:ext uri="{FF2B5EF4-FFF2-40B4-BE49-F238E27FC236}">
                  <a16:creationId xmlns:a16="http://schemas.microsoft.com/office/drawing/2014/main" id="{14EB7C2D-AC05-13FB-7D58-E8494E47A966}"/>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5235" name="Group 33">
            <a:extLst>
              <a:ext uri="{FF2B5EF4-FFF2-40B4-BE49-F238E27FC236}">
                <a16:creationId xmlns:a16="http://schemas.microsoft.com/office/drawing/2014/main" id="{DD6C05BB-0CF9-69EB-6F27-DDF8F8E3A839}"/>
              </a:ext>
            </a:extLst>
          </p:cNvPr>
          <p:cNvGrpSpPr>
            <a:grpSpLocks/>
          </p:cNvGrpSpPr>
          <p:nvPr/>
        </p:nvGrpSpPr>
        <p:grpSpPr bwMode="auto">
          <a:xfrm rot="-5400000">
            <a:off x="4473575" y="4987925"/>
            <a:ext cx="520700" cy="152400"/>
            <a:chOff x="990" y="2694"/>
            <a:chExt cx="328" cy="96"/>
          </a:xfrm>
        </p:grpSpPr>
        <p:sp>
          <p:nvSpPr>
            <p:cNvPr id="428066" name="Oval 34">
              <a:extLst>
                <a:ext uri="{FF2B5EF4-FFF2-40B4-BE49-F238E27FC236}">
                  <a16:creationId xmlns:a16="http://schemas.microsoft.com/office/drawing/2014/main" id="{CAF145FB-BD20-70F3-AB25-49AE7D25CCEC}"/>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8067" name="Oval 35">
              <a:extLst>
                <a:ext uri="{FF2B5EF4-FFF2-40B4-BE49-F238E27FC236}">
                  <a16:creationId xmlns:a16="http://schemas.microsoft.com/office/drawing/2014/main" id="{19B66566-7B35-AA5C-950B-0D607DB95F9A}"/>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5236" name="Group 36">
            <a:extLst>
              <a:ext uri="{FF2B5EF4-FFF2-40B4-BE49-F238E27FC236}">
                <a16:creationId xmlns:a16="http://schemas.microsoft.com/office/drawing/2014/main" id="{C5983C6B-2DE6-2B37-6609-E957FD6966EB}"/>
              </a:ext>
            </a:extLst>
          </p:cNvPr>
          <p:cNvGrpSpPr>
            <a:grpSpLocks/>
          </p:cNvGrpSpPr>
          <p:nvPr/>
        </p:nvGrpSpPr>
        <p:grpSpPr bwMode="auto">
          <a:xfrm rot="-5400000">
            <a:off x="3422650" y="4989513"/>
            <a:ext cx="520700" cy="152400"/>
            <a:chOff x="990" y="2694"/>
            <a:chExt cx="328" cy="96"/>
          </a:xfrm>
        </p:grpSpPr>
        <p:sp>
          <p:nvSpPr>
            <p:cNvPr id="428069" name="Oval 37">
              <a:extLst>
                <a:ext uri="{FF2B5EF4-FFF2-40B4-BE49-F238E27FC236}">
                  <a16:creationId xmlns:a16="http://schemas.microsoft.com/office/drawing/2014/main" id="{C9A96318-618D-8C9B-BE5D-AA62D68D347D}"/>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8070" name="Oval 38">
              <a:extLst>
                <a:ext uri="{FF2B5EF4-FFF2-40B4-BE49-F238E27FC236}">
                  <a16:creationId xmlns:a16="http://schemas.microsoft.com/office/drawing/2014/main" id="{1209DC0C-E068-873D-911F-11C218A1CF58}"/>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5237" name="Group 39">
            <a:extLst>
              <a:ext uri="{FF2B5EF4-FFF2-40B4-BE49-F238E27FC236}">
                <a16:creationId xmlns:a16="http://schemas.microsoft.com/office/drawing/2014/main" id="{505EE53D-BBE1-D893-8F33-E5C300FF3F5C}"/>
              </a:ext>
            </a:extLst>
          </p:cNvPr>
          <p:cNvGrpSpPr>
            <a:grpSpLocks/>
          </p:cNvGrpSpPr>
          <p:nvPr/>
        </p:nvGrpSpPr>
        <p:grpSpPr bwMode="auto">
          <a:xfrm>
            <a:off x="2535238" y="4132263"/>
            <a:ext cx="520700" cy="152400"/>
            <a:chOff x="990" y="2694"/>
            <a:chExt cx="328" cy="96"/>
          </a:xfrm>
        </p:grpSpPr>
        <p:sp>
          <p:nvSpPr>
            <p:cNvPr id="428072" name="Oval 40">
              <a:extLst>
                <a:ext uri="{FF2B5EF4-FFF2-40B4-BE49-F238E27FC236}">
                  <a16:creationId xmlns:a16="http://schemas.microsoft.com/office/drawing/2014/main" id="{70EAB5B6-5526-2E29-6463-C1E1FF6D9434}"/>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8073" name="Oval 41">
              <a:extLst>
                <a:ext uri="{FF2B5EF4-FFF2-40B4-BE49-F238E27FC236}">
                  <a16:creationId xmlns:a16="http://schemas.microsoft.com/office/drawing/2014/main" id="{74A2C529-415A-C32C-654E-F947FF2331C1}"/>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5238" name="Group 42">
            <a:extLst>
              <a:ext uri="{FF2B5EF4-FFF2-40B4-BE49-F238E27FC236}">
                <a16:creationId xmlns:a16="http://schemas.microsoft.com/office/drawing/2014/main" id="{AF51E0A0-6A5D-FC06-983F-24CFDD1FD53B}"/>
              </a:ext>
            </a:extLst>
          </p:cNvPr>
          <p:cNvGrpSpPr>
            <a:grpSpLocks/>
          </p:cNvGrpSpPr>
          <p:nvPr/>
        </p:nvGrpSpPr>
        <p:grpSpPr bwMode="auto">
          <a:xfrm rot="-5400000">
            <a:off x="2035175" y="3584575"/>
            <a:ext cx="520700" cy="152400"/>
            <a:chOff x="990" y="2694"/>
            <a:chExt cx="328" cy="96"/>
          </a:xfrm>
        </p:grpSpPr>
        <p:sp>
          <p:nvSpPr>
            <p:cNvPr id="428075" name="Oval 43">
              <a:extLst>
                <a:ext uri="{FF2B5EF4-FFF2-40B4-BE49-F238E27FC236}">
                  <a16:creationId xmlns:a16="http://schemas.microsoft.com/office/drawing/2014/main" id="{964B002C-3F3A-FFEB-7DD6-EF4ED08812DA}"/>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8076" name="Oval 44">
              <a:extLst>
                <a:ext uri="{FF2B5EF4-FFF2-40B4-BE49-F238E27FC236}">
                  <a16:creationId xmlns:a16="http://schemas.microsoft.com/office/drawing/2014/main" id="{4E489C71-F2D9-25AA-DFDC-8A74313FE9C8}"/>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5239" name="Group 45">
            <a:extLst>
              <a:ext uri="{FF2B5EF4-FFF2-40B4-BE49-F238E27FC236}">
                <a16:creationId xmlns:a16="http://schemas.microsoft.com/office/drawing/2014/main" id="{694F2DF0-55E7-DAD2-6000-E591C5F3E870}"/>
              </a:ext>
            </a:extLst>
          </p:cNvPr>
          <p:cNvGrpSpPr>
            <a:grpSpLocks/>
          </p:cNvGrpSpPr>
          <p:nvPr/>
        </p:nvGrpSpPr>
        <p:grpSpPr bwMode="auto">
          <a:xfrm>
            <a:off x="2554288" y="2998788"/>
            <a:ext cx="520700" cy="152400"/>
            <a:chOff x="990" y="2694"/>
            <a:chExt cx="328" cy="96"/>
          </a:xfrm>
        </p:grpSpPr>
        <p:sp>
          <p:nvSpPr>
            <p:cNvPr id="428078" name="Oval 46">
              <a:extLst>
                <a:ext uri="{FF2B5EF4-FFF2-40B4-BE49-F238E27FC236}">
                  <a16:creationId xmlns:a16="http://schemas.microsoft.com/office/drawing/2014/main" id="{A9F28473-32FE-83D3-1F1F-F15FA28BF1B7}"/>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8079" name="Oval 47">
              <a:extLst>
                <a:ext uri="{FF2B5EF4-FFF2-40B4-BE49-F238E27FC236}">
                  <a16:creationId xmlns:a16="http://schemas.microsoft.com/office/drawing/2014/main" id="{F452E734-E59A-68BE-17C1-02ACCC571C49}"/>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5240" name="Group 48">
            <a:extLst>
              <a:ext uri="{FF2B5EF4-FFF2-40B4-BE49-F238E27FC236}">
                <a16:creationId xmlns:a16="http://schemas.microsoft.com/office/drawing/2014/main" id="{D84E385D-1DBC-F518-EFE3-A7D1128BE886}"/>
              </a:ext>
            </a:extLst>
          </p:cNvPr>
          <p:cNvGrpSpPr>
            <a:grpSpLocks/>
          </p:cNvGrpSpPr>
          <p:nvPr/>
        </p:nvGrpSpPr>
        <p:grpSpPr bwMode="auto">
          <a:xfrm rot="-2653714">
            <a:off x="3451225" y="3211513"/>
            <a:ext cx="520700" cy="152400"/>
            <a:chOff x="990" y="2694"/>
            <a:chExt cx="328" cy="96"/>
          </a:xfrm>
        </p:grpSpPr>
        <p:sp>
          <p:nvSpPr>
            <p:cNvPr id="428081" name="Oval 49">
              <a:extLst>
                <a:ext uri="{FF2B5EF4-FFF2-40B4-BE49-F238E27FC236}">
                  <a16:creationId xmlns:a16="http://schemas.microsoft.com/office/drawing/2014/main" id="{8A6C0C40-6E72-86F0-FEF3-B6343DF626EB}"/>
                </a:ext>
              </a:extLst>
            </p:cNvPr>
            <p:cNvSpPr>
              <a:spLocks noChangeArrowheads="1"/>
            </p:cNvSpPr>
            <p:nvPr/>
          </p:nvSpPr>
          <p:spPr bwMode="auto">
            <a:xfrm>
              <a:off x="991" y="2694"/>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8082" name="Oval 50">
              <a:extLst>
                <a:ext uri="{FF2B5EF4-FFF2-40B4-BE49-F238E27FC236}">
                  <a16:creationId xmlns:a16="http://schemas.microsoft.com/office/drawing/2014/main" id="{11BED050-D930-3566-A730-A62F60F0EB20}"/>
                </a:ext>
              </a:extLst>
            </p:cNvPr>
            <p:cNvSpPr>
              <a:spLocks noChangeArrowheads="1"/>
            </p:cNvSpPr>
            <p:nvPr/>
          </p:nvSpPr>
          <p:spPr bwMode="auto">
            <a:xfrm>
              <a:off x="1235" y="2691"/>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5241" name="Group 51">
            <a:extLst>
              <a:ext uri="{FF2B5EF4-FFF2-40B4-BE49-F238E27FC236}">
                <a16:creationId xmlns:a16="http://schemas.microsoft.com/office/drawing/2014/main" id="{C27CB2D8-E589-76D5-B1AD-F7EE87A9F2BE}"/>
              </a:ext>
            </a:extLst>
          </p:cNvPr>
          <p:cNvGrpSpPr>
            <a:grpSpLocks/>
          </p:cNvGrpSpPr>
          <p:nvPr/>
        </p:nvGrpSpPr>
        <p:grpSpPr bwMode="auto">
          <a:xfrm rot="-2653714">
            <a:off x="4422775" y="4048125"/>
            <a:ext cx="520700" cy="152400"/>
            <a:chOff x="990" y="2694"/>
            <a:chExt cx="328" cy="96"/>
          </a:xfrm>
        </p:grpSpPr>
        <p:sp>
          <p:nvSpPr>
            <p:cNvPr id="428084" name="Oval 52">
              <a:extLst>
                <a:ext uri="{FF2B5EF4-FFF2-40B4-BE49-F238E27FC236}">
                  <a16:creationId xmlns:a16="http://schemas.microsoft.com/office/drawing/2014/main" id="{99183E53-E792-9FA4-1BA1-51CC7E483883}"/>
                </a:ext>
              </a:extLst>
            </p:cNvPr>
            <p:cNvSpPr>
              <a:spLocks noChangeArrowheads="1"/>
            </p:cNvSpPr>
            <p:nvPr/>
          </p:nvSpPr>
          <p:spPr bwMode="auto">
            <a:xfrm>
              <a:off x="991"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8085" name="Oval 53">
              <a:extLst>
                <a:ext uri="{FF2B5EF4-FFF2-40B4-BE49-F238E27FC236}">
                  <a16:creationId xmlns:a16="http://schemas.microsoft.com/office/drawing/2014/main" id="{BB6C183E-C9CE-7901-4EF9-BD81B5CADBFD}"/>
                </a:ext>
              </a:extLst>
            </p:cNvPr>
            <p:cNvSpPr>
              <a:spLocks noChangeArrowheads="1"/>
            </p:cNvSpPr>
            <p:nvPr/>
          </p:nvSpPr>
          <p:spPr bwMode="auto">
            <a:xfrm>
              <a:off x="1235" y="2691"/>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28086" name="Text Box 54">
            <a:extLst>
              <a:ext uri="{FF2B5EF4-FFF2-40B4-BE49-F238E27FC236}">
                <a16:creationId xmlns:a16="http://schemas.microsoft.com/office/drawing/2014/main" id="{67ABDBDF-0727-4991-C379-5A34BF25F1E5}"/>
              </a:ext>
            </a:extLst>
          </p:cNvPr>
          <p:cNvSpPr txBox="1">
            <a:spLocks noChangeArrowheads="1"/>
          </p:cNvSpPr>
          <p:nvPr/>
        </p:nvSpPr>
        <p:spPr bwMode="auto">
          <a:xfrm>
            <a:off x="719138" y="4913313"/>
            <a:ext cx="2071687" cy="519112"/>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C0128"/>
                </a:solidFill>
                <a:effectLst>
                  <a:outerShdw blurRad="38100" dist="38100" dir="2700000" algn="tl">
                    <a:srgbClr val="000000"/>
                  </a:outerShdw>
                </a:effectLst>
                <a:latin typeface="Times New Roman" pitchFamily="18" charset="0"/>
                <a:ea typeface="+mn-ea"/>
              </a:rPr>
              <a:t> 2 Regions</a:t>
            </a:r>
          </a:p>
        </p:txBody>
      </p:sp>
      <p:sp>
        <p:nvSpPr>
          <p:cNvPr id="428087" name="Text Box 55">
            <a:extLst>
              <a:ext uri="{FF2B5EF4-FFF2-40B4-BE49-F238E27FC236}">
                <a16:creationId xmlns:a16="http://schemas.microsoft.com/office/drawing/2014/main" id="{A1A9BE54-AB4A-FD9A-44F9-26575C681D73}"/>
              </a:ext>
            </a:extLst>
          </p:cNvPr>
          <p:cNvSpPr txBox="1">
            <a:spLocks noChangeArrowheads="1"/>
          </p:cNvSpPr>
          <p:nvPr/>
        </p:nvSpPr>
        <p:spPr bwMode="auto">
          <a:xfrm>
            <a:off x="3341688" y="3678238"/>
            <a:ext cx="484187" cy="579437"/>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1</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
        <p:nvSpPr>
          <p:cNvPr id="428088" name="Text Box 56">
            <a:extLst>
              <a:ext uri="{FF2B5EF4-FFF2-40B4-BE49-F238E27FC236}">
                <a16:creationId xmlns:a16="http://schemas.microsoft.com/office/drawing/2014/main" id="{F1D67664-D1E6-80CB-D67D-9B602D8DAC2C}"/>
              </a:ext>
            </a:extLst>
          </p:cNvPr>
          <p:cNvSpPr txBox="1">
            <a:spLocks noChangeArrowheads="1"/>
          </p:cNvSpPr>
          <p:nvPr/>
        </p:nvSpPr>
        <p:spPr bwMode="auto">
          <a:xfrm>
            <a:off x="3327400" y="2727325"/>
            <a:ext cx="484188" cy="579438"/>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2</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83B3C3CE-574F-C944-1481-94A52EB8D30F}"/>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29059" name="Text Box 3">
            <a:extLst>
              <a:ext uri="{FF2B5EF4-FFF2-40B4-BE49-F238E27FC236}">
                <a16:creationId xmlns:a16="http://schemas.microsoft.com/office/drawing/2014/main" id="{8913D020-61E3-464D-4E3B-F3A42731BD41}"/>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9060" name="Text Box 4">
            <a:extLst>
              <a:ext uri="{FF2B5EF4-FFF2-40B4-BE49-F238E27FC236}">
                <a16:creationId xmlns:a16="http://schemas.microsoft.com/office/drawing/2014/main" id="{4ABD712B-AF49-9EF9-374A-22E566566010}"/>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9061" name="Text Box 5">
            <a:extLst>
              <a:ext uri="{FF2B5EF4-FFF2-40B4-BE49-F238E27FC236}">
                <a16:creationId xmlns:a16="http://schemas.microsoft.com/office/drawing/2014/main" id="{82B1B05A-F900-0250-4EA9-F1C392AE13DE}"/>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9062" name="Line 6">
            <a:extLst>
              <a:ext uri="{FF2B5EF4-FFF2-40B4-BE49-F238E27FC236}">
                <a16:creationId xmlns:a16="http://schemas.microsoft.com/office/drawing/2014/main" id="{5258034C-697D-7723-51F8-1E388D1521F2}"/>
              </a:ext>
            </a:extLst>
          </p:cNvPr>
          <p:cNvSpPr>
            <a:spLocks noChangeShapeType="1"/>
          </p:cNvSpPr>
          <p:nvPr/>
        </p:nvSpPr>
        <p:spPr bwMode="auto">
          <a:xfrm>
            <a:off x="3309938" y="3694113"/>
            <a:ext cx="433387"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9063" name="Line 7">
            <a:extLst>
              <a:ext uri="{FF2B5EF4-FFF2-40B4-BE49-F238E27FC236}">
                <a16:creationId xmlns:a16="http://schemas.microsoft.com/office/drawing/2014/main" id="{5258774D-04B9-3D4B-FD24-4B6E5919F4EA}"/>
              </a:ext>
            </a:extLst>
          </p:cNvPr>
          <p:cNvSpPr>
            <a:spLocks noChangeShapeType="1"/>
          </p:cNvSpPr>
          <p:nvPr/>
        </p:nvSpPr>
        <p:spPr bwMode="auto">
          <a:xfrm>
            <a:off x="4799013" y="3695700"/>
            <a:ext cx="434975" cy="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9064" name="Text Box 8">
            <a:extLst>
              <a:ext uri="{FF2B5EF4-FFF2-40B4-BE49-F238E27FC236}">
                <a16:creationId xmlns:a16="http://schemas.microsoft.com/office/drawing/2014/main" id="{605A14D0-2505-62E5-7CB3-1D8A122F9BAF}"/>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29065" name="Line 9">
            <a:extLst>
              <a:ext uri="{FF2B5EF4-FFF2-40B4-BE49-F238E27FC236}">
                <a16:creationId xmlns:a16="http://schemas.microsoft.com/office/drawing/2014/main" id="{4C3908C6-F754-4028-12AF-42A3FED575D8}"/>
              </a:ext>
            </a:extLst>
          </p:cNvPr>
          <p:cNvSpPr>
            <a:spLocks noChangeShapeType="1"/>
          </p:cNvSpPr>
          <p:nvPr/>
        </p:nvSpPr>
        <p:spPr bwMode="auto">
          <a:xfrm flipV="1">
            <a:off x="4227513" y="2874963"/>
            <a:ext cx="0" cy="31750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9066" name="Line 10">
            <a:extLst>
              <a:ext uri="{FF2B5EF4-FFF2-40B4-BE49-F238E27FC236}">
                <a16:creationId xmlns:a16="http://schemas.microsoft.com/office/drawing/2014/main" id="{6E782245-9935-A4A2-20F7-B0355037B002}"/>
              </a:ext>
            </a:extLst>
          </p:cNvPr>
          <p:cNvSpPr>
            <a:spLocks noChangeShapeType="1"/>
          </p:cNvSpPr>
          <p:nvPr/>
        </p:nvSpPr>
        <p:spPr bwMode="auto">
          <a:xfrm flipV="1">
            <a:off x="4213225" y="421481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9067" name="Text Box 11">
            <a:extLst>
              <a:ext uri="{FF2B5EF4-FFF2-40B4-BE49-F238E27FC236}">
                <a16:creationId xmlns:a16="http://schemas.microsoft.com/office/drawing/2014/main" id="{BA1131B6-675B-17BA-62BC-DF43C8A52895}"/>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grpSp>
        <p:nvGrpSpPr>
          <p:cNvPr id="267276" name="Group 12">
            <a:extLst>
              <a:ext uri="{FF2B5EF4-FFF2-40B4-BE49-F238E27FC236}">
                <a16:creationId xmlns:a16="http://schemas.microsoft.com/office/drawing/2014/main" id="{69B4C4F7-ADBA-5E1E-07DF-A63DDF024BBB}"/>
              </a:ext>
            </a:extLst>
          </p:cNvPr>
          <p:cNvGrpSpPr>
            <a:grpSpLocks/>
          </p:cNvGrpSpPr>
          <p:nvPr/>
        </p:nvGrpSpPr>
        <p:grpSpPr bwMode="auto">
          <a:xfrm>
            <a:off x="5324475" y="4181475"/>
            <a:ext cx="520700" cy="152400"/>
            <a:chOff x="990" y="2694"/>
            <a:chExt cx="328" cy="96"/>
          </a:xfrm>
        </p:grpSpPr>
        <p:sp>
          <p:nvSpPr>
            <p:cNvPr id="429069" name="Oval 13">
              <a:extLst>
                <a:ext uri="{FF2B5EF4-FFF2-40B4-BE49-F238E27FC236}">
                  <a16:creationId xmlns:a16="http://schemas.microsoft.com/office/drawing/2014/main" id="{6AFF3455-5826-3D8C-2400-E67EF01C031F}"/>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9070" name="Oval 14">
              <a:extLst>
                <a:ext uri="{FF2B5EF4-FFF2-40B4-BE49-F238E27FC236}">
                  <a16:creationId xmlns:a16="http://schemas.microsoft.com/office/drawing/2014/main" id="{E808E5FA-C679-C685-BACF-7F3F730910D2}"/>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7277" name="Group 15">
            <a:extLst>
              <a:ext uri="{FF2B5EF4-FFF2-40B4-BE49-F238E27FC236}">
                <a16:creationId xmlns:a16="http://schemas.microsoft.com/office/drawing/2014/main" id="{65676772-A0D7-BFA4-47AC-ED2724103C23}"/>
              </a:ext>
            </a:extLst>
          </p:cNvPr>
          <p:cNvGrpSpPr>
            <a:grpSpLocks/>
          </p:cNvGrpSpPr>
          <p:nvPr/>
        </p:nvGrpSpPr>
        <p:grpSpPr bwMode="auto">
          <a:xfrm rot="-5400000">
            <a:off x="5922963" y="3660775"/>
            <a:ext cx="520700" cy="152400"/>
            <a:chOff x="990" y="2694"/>
            <a:chExt cx="328" cy="96"/>
          </a:xfrm>
        </p:grpSpPr>
        <p:sp>
          <p:nvSpPr>
            <p:cNvPr id="429072" name="Oval 16">
              <a:extLst>
                <a:ext uri="{FF2B5EF4-FFF2-40B4-BE49-F238E27FC236}">
                  <a16:creationId xmlns:a16="http://schemas.microsoft.com/office/drawing/2014/main" id="{1392FEDD-CD20-13C3-048B-DD2EF722CC66}"/>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9073" name="Oval 17">
              <a:extLst>
                <a:ext uri="{FF2B5EF4-FFF2-40B4-BE49-F238E27FC236}">
                  <a16:creationId xmlns:a16="http://schemas.microsoft.com/office/drawing/2014/main" id="{39B42F5D-B497-FF00-0744-65ECD160C7D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7278" name="Group 18">
            <a:extLst>
              <a:ext uri="{FF2B5EF4-FFF2-40B4-BE49-F238E27FC236}">
                <a16:creationId xmlns:a16="http://schemas.microsoft.com/office/drawing/2014/main" id="{20B410A3-7A27-3A03-2A76-68B5B0DC7B64}"/>
              </a:ext>
            </a:extLst>
          </p:cNvPr>
          <p:cNvGrpSpPr>
            <a:grpSpLocks/>
          </p:cNvGrpSpPr>
          <p:nvPr/>
        </p:nvGrpSpPr>
        <p:grpSpPr bwMode="auto">
          <a:xfrm>
            <a:off x="5326063" y="3063875"/>
            <a:ext cx="520700" cy="152400"/>
            <a:chOff x="990" y="2694"/>
            <a:chExt cx="328" cy="96"/>
          </a:xfrm>
        </p:grpSpPr>
        <p:sp>
          <p:nvSpPr>
            <p:cNvPr id="429075" name="Oval 19">
              <a:extLst>
                <a:ext uri="{FF2B5EF4-FFF2-40B4-BE49-F238E27FC236}">
                  <a16:creationId xmlns:a16="http://schemas.microsoft.com/office/drawing/2014/main" id="{5305032F-F4AF-8518-2A6A-5675FE569A1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9076" name="Oval 20">
              <a:extLst>
                <a:ext uri="{FF2B5EF4-FFF2-40B4-BE49-F238E27FC236}">
                  <a16:creationId xmlns:a16="http://schemas.microsoft.com/office/drawing/2014/main" id="{EFC3947C-6C58-AAE6-20BD-2E51C022A5E6}"/>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7279" name="Group 21">
            <a:extLst>
              <a:ext uri="{FF2B5EF4-FFF2-40B4-BE49-F238E27FC236}">
                <a16:creationId xmlns:a16="http://schemas.microsoft.com/office/drawing/2014/main" id="{F9EF9AE7-32FA-AD37-4A82-E34EE9FAFC67}"/>
              </a:ext>
            </a:extLst>
          </p:cNvPr>
          <p:cNvGrpSpPr>
            <a:grpSpLocks/>
          </p:cNvGrpSpPr>
          <p:nvPr/>
        </p:nvGrpSpPr>
        <p:grpSpPr bwMode="auto">
          <a:xfrm>
            <a:off x="3986213" y="1811338"/>
            <a:ext cx="520700" cy="152400"/>
            <a:chOff x="990" y="2694"/>
            <a:chExt cx="328" cy="96"/>
          </a:xfrm>
        </p:grpSpPr>
        <p:sp>
          <p:nvSpPr>
            <p:cNvPr id="429078" name="Oval 22">
              <a:extLst>
                <a:ext uri="{FF2B5EF4-FFF2-40B4-BE49-F238E27FC236}">
                  <a16:creationId xmlns:a16="http://schemas.microsoft.com/office/drawing/2014/main" id="{32C9B511-9D07-D845-4D81-282A5EB45FA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9079" name="Oval 23">
              <a:extLst>
                <a:ext uri="{FF2B5EF4-FFF2-40B4-BE49-F238E27FC236}">
                  <a16:creationId xmlns:a16="http://schemas.microsoft.com/office/drawing/2014/main" id="{75C0FEB0-0613-CF43-6EBA-7D0AC327F84A}"/>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7280" name="Group 24">
            <a:extLst>
              <a:ext uri="{FF2B5EF4-FFF2-40B4-BE49-F238E27FC236}">
                <a16:creationId xmlns:a16="http://schemas.microsoft.com/office/drawing/2014/main" id="{E8857C79-6365-EB2A-3E8E-C54A97DEECE2}"/>
              </a:ext>
            </a:extLst>
          </p:cNvPr>
          <p:cNvGrpSpPr>
            <a:grpSpLocks/>
          </p:cNvGrpSpPr>
          <p:nvPr/>
        </p:nvGrpSpPr>
        <p:grpSpPr bwMode="auto">
          <a:xfrm rot="-5400000">
            <a:off x="4521200" y="2344738"/>
            <a:ext cx="520700" cy="152400"/>
            <a:chOff x="990" y="2694"/>
            <a:chExt cx="328" cy="96"/>
          </a:xfrm>
        </p:grpSpPr>
        <p:sp>
          <p:nvSpPr>
            <p:cNvPr id="429081" name="Oval 25">
              <a:extLst>
                <a:ext uri="{FF2B5EF4-FFF2-40B4-BE49-F238E27FC236}">
                  <a16:creationId xmlns:a16="http://schemas.microsoft.com/office/drawing/2014/main" id="{11575A9C-5EE8-A0E2-C609-8F04F98236D9}"/>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9082" name="Oval 26">
              <a:extLst>
                <a:ext uri="{FF2B5EF4-FFF2-40B4-BE49-F238E27FC236}">
                  <a16:creationId xmlns:a16="http://schemas.microsoft.com/office/drawing/2014/main" id="{7060D0E8-210D-459C-A91A-CE62DE4990E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7281" name="Group 27">
            <a:extLst>
              <a:ext uri="{FF2B5EF4-FFF2-40B4-BE49-F238E27FC236}">
                <a16:creationId xmlns:a16="http://schemas.microsoft.com/office/drawing/2014/main" id="{889579CB-61B7-EC97-5678-1D0F741F39BE}"/>
              </a:ext>
            </a:extLst>
          </p:cNvPr>
          <p:cNvGrpSpPr>
            <a:grpSpLocks/>
          </p:cNvGrpSpPr>
          <p:nvPr/>
        </p:nvGrpSpPr>
        <p:grpSpPr bwMode="auto">
          <a:xfrm rot="-5400000">
            <a:off x="3470275" y="2363788"/>
            <a:ext cx="520700" cy="152400"/>
            <a:chOff x="990" y="2694"/>
            <a:chExt cx="328" cy="96"/>
          </a:xfrm>
        </p:grpSpPr>
        <p:sp>
          <p:nvSpPr>
            <p:cNvPr id="429084" name="Oval 28">
              <a:extLst>
                <a:ext uri="{FF2B5EF4-FFF2-40B4-BE49-F238E27FC236}">
                  <a16:creationId xmlns:a16="http://schemas.microsoft.com/office/drawing/2014/main" id="{A2F49A3B-10B6-D9B4-194D-D7CE711DDF5C}"/>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9085" name="Oval 29">
              <a:extLst>
                <a:ext uri="{FF2B5EF4-FFF2-40B4-BE49-F238E27FC236}">
                  <a16:creationId xmlns:a16="http://schemas.microsoft.com/office/drawing/2014/main" id="{6AA90FD0-A912-8311-322C-86647481B70D}"/>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7282" name="Group 30">
            <a:extLst>
              <a:ext uri="{FF2B5EF4-FFF2-40B4-BE49-F238E27FC236}">
                <a16:creationId xmlns:a16="http://schemas.microsoft.com/office/drawing/2014/main" id="{F52D3EC5-6429-D778-500C-138FE3711ED2}"/>
              </a:ext>
            </a:extLst>
          </p:cNvPr>
          <p:cNvGrpSpPr>
            <a:grpSpLocks/>
          </p:cNvGrpSpPr>
          <p:nvPr/>
        </p:nvGrpSpPr>
        <p:grpSpPr bwMode="auto">
          <a:xfrm>
            <a:off x="3921125" y="5524500"/>
            <a:ext cx="520700" cy="152400"/>
            <a:chOff x="990" y="2694"/>
            <a:chExt cx="328" cy="96"/>
          </a:xfrm>
        </p:grpSpPr>
        <p:sp>
          <p:nvSpPr>
            <p:cNvPr id="429087" name="Oval 31">
              <a:extLst>
                <a:ext uri="{FF2B5EF4-FFF2-40B4-BE49-F238E27FC236}">
                  <a16:creationId xmlns:a16="http://schemas.microsoft.com/office/drawing/2014/main" id="{C6D2894D-A5B3-6085-6D43-C38C0DE6154A}"/>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9088" name="Oval 32">
              <a:extLst>
                <a:ext uri="{FF2B5EF4-FFF2-40B4-BE49-F238E27FC236}">
                  <a16:creationId xmlns:a16="http://schemas.microsoft.com/office/drawing/2014/main" id="{44BEC3A5-74D1-3E3E-9DF3-F877072A10B6}"/>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7283" name="Group 33">
            <a:extLst>
              <a:ext uri="{FF2B5EF4-FFF2-40B4-BE49-F238E27FC236}">
                <a16:creationId xmlns:a16="http://schemas.microsoft.com/office/drawing/2014/main" id="{6F3A832A-B50C-D7CE-09B5-353E0D47D0B1}"/>
              </a:ext>
            </a:extLst>
          </p:cNvPr>
          <p:cNvGrpSpPr>
            <a:grpSpLocks/>
          </p:cNvGrpSpPr>
          <p:nvPr/>
        </p:nvGrpSpPr>
        <p:grpSpPr bwMode="auto">
          <a:xfrm rot="-5400000">
            <a:off x="4473575" y="4987925"/>
            <a:ext cx="520700" cy="152400"/>
            <a:chOff x="990" y="2694"/>
            <a:chExt cx="328" cy="96"/>
          </a:xfrm>
        </p:grpSpPr>
        <p:sp>
          <p:nvSpPr>
            <p:cNvPr id="429090" name="Oval 34">
              <a:extLst>
                <a:ext uri="{FF2B5EF4-FFF2-40B4-BE49-F238E27FC236}">
                  <a16:creationId xmlns:a16="http://schemas.microsoft.com/office/drawing/2014/main" id="{FF7164A2-9C28-22C9-1D47-1A3D0DFCBCD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9091" name="Oval 35">
              <a:extLst>
                <a:ext uri="{FF2B5EF4-FFF2-40B4-BE49-F238E27FC236}">
                  <a16:creationId xmlns:a16="http://schemas.microsoft.com/office/drawing/2014/main" id="{07B89920-413B-063D-182D-9E5E3B8AE3A0}"/>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7284" name="Group 36">
            <a:extLst>
              <a:ext uri="{FF2B5EF4-FFF2-40B4-BE49-F238E27FC236}">
                <a16:creationId xmlns:a16="http://schemas.microsoft.com/office/drawing/2014/main" id="{4F28AF82-18B8-B4C7-5259-C4098CD5FC37}"/>
              </a:ext>
            </a:extLst>
          </p:cNvPr>
          <p:cNvGrpSpPr>
            <a:grpSpLocks/>
          </p:cNvGrpSpPr>
          <p:nvPr/>
        </p:nvGrpSpPr>
        <p:grpSpPr bwMode="auto">
          <a:xfrm rot="-5400000">
            <a:off x="3422650" y="4989513"/>
            <a:ext cx="520700" cy="152400"/>
            <a:chOff x="990" y="2694"/>
            <a:chExt cx="328" cy="96"/>
          </a:xfrm>
        </p:grpSpPr>
        <p:sp>
          <p:nvSpPr>
            <p:cNvPr id="429093" name="Oval 37">
              <a:extLst>
                <a:ext uri="{FF2B5EF4-FFF2-40B4-BE49-F238E27FC236}">
                  <a16:creationId xmlns:a16="http://schemas.microsoft.com/office/drawing/2014/main" id="{95F330F7-A0CE-A141-C862-8F03990D3099}"/>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9094" name="Oval 38">
              <a:extLst>
                <a:ext uri="{FF2B5EF4-FFF2-40B4-BE49-F238E27FC236}">
                  <a16:creationId xmlns:a16="http://schemas.microsoft.com/office/drawing/2014/main" id="{051BFE42-94E9-FAF1-D967-DFF6B57A24A7}"/>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7285" name="Group 39">
            <a:extLst>
              <a:ext uri="{FF2B5EF4-FFF2-40B4-BE49-F238E27FC236}">
                <a16:creationId xmlns:a16="http://schemas.microsoft.com/office/drawing/2014/main" id="{64356716-8E46-9537-FD01-37040CBB2627}"/>
              </a:ext>
            </a:extLst>
          </p:cNvPr>
          <p:cNvGrpSpPr>
            <a:grpSpLocks/>
          </p:cNvGrpSpPr>
          <p:nvPr/>
        </p:nvGrpSpPr>
        <p:grpSpPr bwMode="auto">
          <a:xfrm>
            <a:off x="2535238" y="4132263"/>
            <a:ext cx="520700" cy="152400"/>
            <a:chOff x="990" y="2694"/>
            <a:chExt cx="328" cy="96"/>
          </a:xfrm>
        </p:grpSpPr>
        <p:sp>
          <p:nvSpPr>
            <p:cNvPr id="429096" name="Oval 40">
              <a:extLst>
                <a:ext uri="{FF2B5EF4-FFF2-40B4-BE49-F238E27FC236}">
                  <a16:creationId xmlns:a16="http://schemas.microsoft.com/office/drawing/2014/main" id="{437E2C65-68A9-49C2-6ACF-007A9AFC8E9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9097" name="Oval 41">
              <a:extLst>
                <a:ext uri="{FF2B5EF4-FFF2-40B4-BE49-F238E27FC236}">
                  <a16:creationId xmlns:a16="http://schemas.microsoft.com/office/drawing/2014/main" id="{D0EE4BCC-1934-19AF-E887-FF3F3BD40535}"/>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7286" name="Group 42">
            <a:extLst>
              <a:ext uri="{FF2B5EF4-FFF2-40B4-BE49-F238E27FC236}">
                <a16:creationId xmlns:a16="http://schemas.microsoft.com/office/drawing/2014/main" id="{6EC4204E-19FC-BF83-1EB9-71230D95EA8C}"/>
              </a:ext>
            </a:extLst>
          </p:cNvPr>
          <p:cNvGrpSpPr>
            <a:grpSpLocks/>
          </p:cNvGrpSpPr>
          <p:nvPr/>
        </p:nvGrpSpPr>
        <p:grpSpPr bwMode="auto">
          <a:xfrm rot="-5400000">
            <a:off x="2035175" y="3584575"/>
            <a:ext cx="520700" cy="152400"/>
            <a:chOff x="990" y="2694"/>
            <a:chExt cx="328" cy="96"/>
          </a:xfrm>
        </p:grpSpPr>
        <p:sp>
          <p:nvSpPr>
            <p:cNvPr id="429099" name="Oval 43">
              <a:extLst>
                <a:ext uri="{FF2B5EF4-FFF2-40B4-BE49-F238E27FC236}">
                  <a16:creationId xmlns:a16="http://schemas.microsoft.com/office/drawing/2014/main" id="{C7A10357-FD92-8008-7302-354F33CCA0D3}"/>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9100" name="Oval 44">
              <a:extLst>
                <a:ext uri="{FF2B5EF4-FFF2-40B4-BE49-F238E27FC236}">
                  <a16:creationId xmlns:a16="http://schemas.microsoft.com/office/drawing/2014/main" id="{3ABA953F-4B19-B17B-99D0-79E4701CE82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7287" name="Group 45">
            <a:extLst>
              <a:ext uri="{FF2B5EF4-FFF2-40B4-BE49-F238E27FC236}">
                <a16:creationId xmlns:a16="http://schemas.microsoft.com/office/drawing/2014/main" id="{6A2C42CE-0387-D557-512A-DB4538CBD3F5}"/>
              </a:ext>
            </a:extLst>
          </p:cNvPr>
          <p:cNvGrpSpPr>
            <a:grpSpLocks/>
          </p:cNvGrpSpPr>
          <p:nvPr/>
        </p:nvGrpSpPr>
        <p:grpSpPr bwMode="auto">
          <a:xfrm>
            <a:off x="2554288" y="2998788"/>
            <a:ext cx="520700" cy="152400"/>
            <a:chOff x="990" y="2694"/>
            <a:chExt cx="328" cy="96"/>
          </a:xfrm>
        </p:grpSpPr>
        <p:sp>
          <p:nvSpPr>
            <p:cNvPr id="429102" name="Oval 46">
              <a:extLst>
                <a:ext uri="{FF2B5EF4-FFF2-40B4-BE49-F238E27FC236}">
                  <a16:creationId xmlns:a16="http://schemas.microsoft.com/office/drawing/2014/main" id="{0F573288-B77B-2CB5-06E3-06E867B2791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9103" name="Oval 47">
              <a:extLst>
                <a:ext uri="{FF2B5EF4-FFF2-40B4-BE49-F238E27FC236}">
                  <a16:creationId xmlns:a16="http://schemas.microsoft.com/office/drawing/2014/main" id="{71A3AB82-2279-50E5-ABF1-7ED846046495}"/>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7288" name="Group 48">
            <a:extLst>
              <a:ext uri="{FF2B5EF4-FFF2-40B4-BE49-F238E27FC236}">
                <a16:creationId xmlns:a16="http://schemas.microsoft.com/office/drawing/2014/main" id="{9F081A4F-9D76-8B01-551E-33BF8ABB4FCB}"/>
              </a:ext>
            </a:extLst>
          </p:cNvPr>
          <p:cNvGrpSpPr>
            <a:grpSpLocks/>
          </p:cNvGrpSpPr>
          <p:nvPr/>
        </p:nvGrpSpPr>
        <p:grpSpPr bwMode="auto">
          <a:xfrm rot="-2653714">
            <a:off x="3451225" y="3211513"/>
            <a:ext cx="520700" cy="152400"/>
            <a:chOff x="990" y="2694"/>
            <a:chExt cx="328" cy="96"/>
          </a:xfrm>
        </p:grpSpPr>
        <p:sp>
          <p:nvSpPr>
            <p:cNvPr id="429105" name="Oval 49">
              <a:extLst>
                <a:ext uri="{FF2B5EF4-FFF2-40B4-BE49-F238E27FC236}">
                  <a16:creationId xmlns:a16="http://schemas.microsoft.com/office/drawing/2014/main" id="{4B6D1FB1-ECA2-0D77-609D-ABB121CC4505}"/>
                </a:ext>
              </a:extLst>
            </p:cNvPr>
            <p:cNvSpPr>
              <a:spLocks noChangeArrowheads="1"/>
            </p:cNvSpPr>
            <p:nvPr/>
          </p:nvSpPr>
          <p:spPr bwMode="auto">
            <a:xfrm>
              <a:off x="991" y="2694"/>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9106" name="Oval 50">
              <a:extLst>
                <a:ext uri="{FF2B5EF4-FFF2-40B4-BE49-F238E27FC236}">
                  <a16:creationId xmlns:a16="http://schemas.microsoft.com/office/drawing/2014/main" id="{FCFCF634-0C47-2307-0F88-80562FD0FC7C}"/>
                </a:ext>
              </a:extLst>
            </p:cNvPr>
            <p:cNvSpPr>
              <a:spLocks noChangeArrowheads="1"/>
            </p:cNvSpPr>
            <p:nvPr/>
          </p:nvSpPr>
          <p:spPr bwMode="auto">
            <a:xfrm>
              <a:off x="1235" y="2691"/>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7289" name="Group 51">
            <a:extLst>
              <a:ext uri="{FF2B5EF4-FFF2-40B4-BE49-F238E27FC236}">
                <a16:creationId xmlns:a16="http://schemas.microsoft.com/office/drawing/2014/main" id="{394FCC87-BE68-B802-7DC4-25A56384209D}"/>
              </a:ext>
            </a:extLst>
          </p:cNvPr>
          <p:cNvGrpSpPr>
            <a:grpSpLocks/>
          </p:cNvGrpSpPr>
          <p:nvPr/>
        </p:nvGrpSpPr>
        <p:grpSpPr bwMode="auto">
          <a:xfrm rot="-2653714">
            <a:off x="4422775" y="4048125"/>
            <a:ext cx="520700" cy="152400"/>
            <a:chOff x="990" y="2694"/>
            <a:chExt cx="328" cy="96"/>
          </a:xfrm>
        </p:grpSpPr>
        <p:sp>
          <p:nvSpPr>
            <p:cNvPr id="429108" name="Oval 52">
              <a:extLst>
                <a:ext uri="{FF2B5EF4-FFF2-40B4-BE49-F238E27FC236}">
                  <a16:creationId xmlns:a16="http://schemas.microsoft.com/office/drawing/2014/main" id="{89D15569-036E-7ED6-3E45-00F6352F5612}"/>
                </a:ext>
              </a:extLst>
            </p:cNvPr>
            <p:cNvSpPr>
              <a:spLocks noChangeArrowheads="1"/>
            </p:cNvSpPr>
            <p:nvPr/>
          </p:nvSpPr>
          <p:spPr bwMode="auto">
            <a:xfrm>
              <a:off x="991"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29109" name="Oval 53">
              <a:extLst>
                <a:ext uri="{FF2B5EF4-FFF2-40B4-BE49-F238E27FC236}">
                  <a16:creationId xmlns:a16="http://schemas.microsoft.com/office/drawing/2014/main" id="{81678AF9-D49F-8F8B-2FDF-448F7AD9D89A}"/>
                </a:ext>
              </a:extLst>
            </p:cNvPr>
            <p:cNvSpPr>
              <a:spLocks noChangeArrowheads="1"/>
            </p:cNvSpPr>
            <p:nvPr/>
          </p:nvSpPr>
          <p:spPr bwMode="auto">
            <a:xfrm>
              <a:off x="1235" y="2691"/>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29110" name="Text Box 54">
            <a:extLst>
              <a:ext uri="{FF2B5EF4-FFF2-40B4-BE49-F238E27FC236}">
                <a16:creationId xmlns:a16="http://schemas.microsoft.com/office/drawing/2014/main" id="{720A70EF-6B9B-475A-5FE7-D43E48C911EA}"/>
              </a:ext>
            </a:extLst>
          </p:cNvPr>
          <p:cNvSpPr txBox="1">
            <a:spLocks noChangeArrowheads="1"/>
          </p:cNvSpPr>
          <p:nvPr/>
        </p:nvSpPr>
        <p:spPr bwMode="auto">
          <a:xfrm>
            <a:off x="719138" y="4913313"/>
            <a:ext cx="2071687" cy="519112"/>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C0128"/>
                </a:solidFill>
                <a:effectLst>
                  <a:outerShdw blurRad="38100" dist="38100" dir="2700000" algn="tl">
                    <a:srgbClr val="000000"/>
                  </a:outerShdw>
                </a:effectLst>
                <a:latin typeface="Times New Roman" pitchFamily="18" charset="0"/>
                <a:ea typeface="+mn-ea"/>
              </a:rPr>
              <a:t> 3 Regions</a:t>
            </a:r>
          </a:p>
        </p:txBody>
      </p:sp>
      <p:sp>
        <p:nvSpPr>
          <p:cNvPr id="429111" name="Text Box 55">
            <a:extLst>
              <a:ext uri="{FF2B5EF4-FFF2-40B4-BE49-F238E27FC236}">
                <a16:creationId xmlns:a16="http://schemas.microsoft.com/office/drawing/2014/main" id="{30AA6B13-76A0-809B-1B22-869917D9B27A}"/>
              </a:ext>
            </a:extLst>
          </p:cNvPr>
          <p:cNvSpPr txBox="1">
            <a:spLocks noChangeArrowheads="1"/>
          </p:cNvSpPr>
          <p:nvPr/>
        </p:nvSpPr>
        <p:spPr bwMode="auto">
          <a:xfrm>
            <a:off x="3341688" y="3678238"/>
            <a:ext cx="484187" cy="579437"/>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1</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
        <p:nvSpPr>
          <p:cNvPr id="429112" name="Text Box 56">
            <a:extLst>
              <a:ext uri="{FF2B5EF4-FFF2-40B4-BE49-F238E27FC236}">
                <a16:creationId xmlns:a16="http://schemas.microsoft.com/office/drawing/2014/main" id="{930660E3-DAAB-788E-0FCD-28E3C6764EA2}"/>
              </a:ext>
            </a:extLst>
          </p:cNvPr>
          <p:cNvSpPr txBox="1">
            <a:spLocks noChangeArrowheads="1"/>
          </p:cNvSpPr>
          <p:nvPr/>
        </p:nvSpPr>
        <p:spPr bwMode="auto">
          <a:xfrm>
            <a:off x="3327400" y="2727325"/>
            <a:ext cx="484188" cy="579438"/>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2</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
        <p:nvSpPr>
          <p:cNvPr id="429113" name="Text Box 57">
            <a:extLst>
              <a:ext uri="{FF2B5EF4-FFF2-40B4-BE49-F238E27FC236}">
                <a16:creationId xmlns:a16="http://schemas.microsoft.com/office/drawing/2014/main" id="{A3648AD9-78FB-83FE-A2D9-7B96020CF261}"/>
              </a:ext>
            </a:extLst>
          </p:cNvPr>
          <p:cNvSpPr txBox="1">
            <a:spLocks noChangeArrowheads="1"/>
          </p:cNvSpPr>
          <p:nvPr/>
        </p:nvSpPr>
        <p:spPr bwMode="auto">
          <a:xfrm>
            <a:off x="4283075" y="2695575"/>
            <a:ext cx="484188" cy="579438"/>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3</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a:extLst>
              <a:ext uri="{FF2B5EF4-FFF2-40B4-BE49-F238E27FC236}">
                <a16:creationId xmlns:a16="http://schemas.microsoft.com/office/drawing/2014/main" id="{0B3A6F40-2BB3-E153-3593-A410E72DB35B}"/>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30083" name="Text Box 3">
            <a:extLst>
              <a:ext uri="{FF2B5EF4-FFF2-40B4-BE49-F238E27FC236}">
                <a16:creationId xmlns:a16="http://schemas.microsoft.com/office/drawing/2014/main" id="{85F87DD7-354C-3090-9CD7-A1F22DF609D0}"/>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0084" name="Text Box 4">
            <a:extLst>
              <a:ext uri="{FF2B5EF4-FFF2-40B4-BE49-F238E27FC236}">
                <a16:creationId xmlns:a16="http://schemas.microsoft.com/office/drawing/2014/main" id="{1D0C2C8A-EC70-4287-B92D-A379727761B5}"/>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0085" name="Text Box 5">
            <a:extLst>
              <a:ext uri="{FF2B5EF4-FFF2-40B4-BE49-F238E27FC236}">
                <a16:creationId xmlns:a16="http://schemas.microsoft.com/office/drawing/2014/main" id="{F447A11F-459B-173B-8053-E17AC50D8E64}"/>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0086" name="Line 6">
            <a:extLst>
              <a:ext uri="{FF2B5EF4-FFF2-40B4-BE49-F238E27FC236}">
                <a16:creationId xmlns:a16="http://schemas.microsoft.com/office/drawing/2014/main" id="{5166B956-1068-D6BA-0734-B3AA8365D5AF}"/>
              </a:ext>
            </a:extLst>
          </p:cNvPr>
          <p:cNvSpPr>
            <a:spLocks noChangeShapeType="1"/>
          </p:cNvSpPr>
          <p:nvPr/>
        </p:nvSpPr>
        <p:spPr bwMode="auto">
          <a:xfrm>
            <a:off x="3309938" y="3694113"/>
            <a:ext cx="433387"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0087" name="Line 7">
            <a:extLst>
              <a:ext uri="{FF2B5EF4-FFF2-40B4-BE49-F238E27FC236}">
                <a16:creationId xmlns:a16="http://schemas.microsoft.com/office/drawing/2014/main" id="{D5C0039B-0A5E-10EC-FD8B-1ACE312F79CD}"/>
              </a:ext>
            </a:extLst>
          </p:cNvPr>
          <p:cNvSpPr>
            <a:spLocks noChangeShapeType="1"/>
          </p:cNvSpPr>
          <p:nvPr/>
        </p:nvSpPr>
        <p:spPr bwMode="auto">
          <a:xfrm>
            <a:off x="4799013" y="3695700"/>
            <a:ext cx="434975"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0088" name="Text Box 8">
            <a:extLst>
              <a:ext uri="{FF2B5EF4-FFF2-40B4-BE49-F238E27FC236}">
                <a16:creationId xmlns:a16="http://schemas.microsoft.com/office/drawing/2014/main" id="{AF49E7A6-6AE7-4265-FECA-A5807CBB5846}"/>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0089" name="Line 9">
            <a:extLst>
              <a:ext uri="{FF2B5EF4-FFF2-40B4-BE49-F238E27FC236}">
                <a16:creationId xmlns:a16="http://schemas.microsoft.com/office/drawing/2014/main" id="{39AA30A1-F2AE-7EF1-9157-D66D07552ED5}"/>
              </a:ext>
            </a:extLst>
          </p:cNvPr>
          <p:cNvSpPr>
            <a:spLocks noChangeShapeType="1"/>
          </p:cNvSpPr>
          <p:nvPr/>
        </p:nvSpPr>
        <p:spPr bwMode="auto">
          <a:xfrm flipV="1">
            <a:off x="4227513" y="2874963"/>
            <a:ext cx="0" cy="31750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0090" name="Line 10">
            <a:extLst>
              <a:ext uri="{FF2B5EF4-FFF2-40B4-BE49-F238E27FC236}">
                <a16:creationId xmlns:a16="http://schemas.microsoft.com/office/drawing/2014/main" id="{B1BFE476-DEB9-5DB2-EA21-5F7D877F11AB}"/>
              </a:ext>
            </a:extLst>
          </p:cNvPr>
          <p:cNvSpPr>
            <a:spLocks noChangeShapeType="1"/>
          </p:cNvSpPr>
          <p:nvPr/>
        </p:nvSpPr>
        <p:spPr bwMode="auto">
          <a:xfrm flipV="1">
            <a:off x="4213225" y="421481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0091" name="Text Box 11">
            <a:extLst>
              <a:ext uri="{FF2B5EF4-FFF2-40B4-BE49-F238E27FC236}">
                <a16:creationId xmlns:a16="http://schemas.microsoft.com/office/drawing/2014/main" id="{C019D0E3-AE2A-5EFB-3C0F-3D47F4949CE9}"/>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grpSp>
        <p:nvGrpSpPr>
          <p:cNvPr id="269324" name="Group 12">
            <a:extLst>
              <a:ext uri="{FF2B5EF4-FFF2-40B4-BE49-F238E27FC236}">
                <a16:creationId xmlns:a16="http://schemas.microsoft.com/office/drawing/2014/main" id="{FD83B040-C47D-AD29-A173-AD919BC6D21C}"/>
              </a:ext>
            </a:extLst>
          </p:cNvPr>
          <p:cNvGrpSpPr>
            <a:grpSpLocks/>
          </p:cNvGrpSpPr>
          <p:nvPr/>
        </p:nvGrpSpPr>
        <p:grpSpPr bwMode="auto">
          <a:xfrm>
            <a:off x="5324475" y="4181475"/>
            <a:ext cx="520700" cy="152400"/>
            <a:chOff x="990" y="2694"/>
            <a:chExt cx="328" cy="96"/>
          </a:xfrm>
        </p:grpSpPr>
        <p:sp>
          <p:nvSpPr>
            <p:cNvPr id="430093" name="Oval 13">
              <a:extLst>
                <a:ext uri="{FF2B5EF4-FFF2-40B4-BE49-F238E27FC236}">
                  <a16:creationId xmlns:a16="http://schemas.microsoft.com/office/drawing/2014/main" id="{328529B1-B6C7-6987-71CB-AF00CC4F42DA}"/>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0094" name="Oval 14">
              <a:extLst>
                <a:ext uri="{FF2B5EF4-FFF2-40B4-BE49-F238E27FC236}">
                  <a16:creationId xmlns:a16="http://schemas.microsoft.com/office/drawing/2014/main" id="{CEB24C9B-10DE-7D4E-2567-69B3131BFC4F}"/>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9325" name="Group 15">
            <a:extLst>
              <a:ext uri="{FF2B5EF4-FFF2-40B4-BE49-F238E27FC236}">
                <a16:creationId xmlns:a16="http://schemas.microsoft.com/office/drawing/2014/main" id="{B1048FC1-811A-D543-FF7E-194F233E1485}"/>
              </a:ext>
            </a:extLst>
          </p:cNvPr>
          <p:cNvGrpSpPr>
            <a:grpSpLocks/>
          </p:cNvGrpSpPr>
          <p:nvPr/>
        </p:nvGrpSpPr>
        <p:grpSpPr bwMode="auto">
          <a:xfrm rot="-5400000">
            <a:off x="5922963" y="3660775"/>
            <a:ext cx="520700" cy="152400"/>
            <a:chOff x="990" y="2694"/>
            <a:chExt cx="328" cy="96"/>
          </a:xfrm>
        </p:grpSpPr>
        <p:sp>
          <p:nvSpPr>
            <p:cNvPr id="430096" name="Oval 16">
              <a:extLst>
                <a:ext uri="{FF2B5EF4-FFF2-40B4-BE49-F238E27FC236}">
                  <a16:creationId xmlns:a16="http://schemas.microsoft.com/office/drawing/2014/main" id="{82817E3F-192A-C8D3-0CB1-8616F7E785D3}"/>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0097" name="Oval 17">
              <a:extLst>
                <a:ext uri="{FF2B5EF4-FFF2-40B4-BE49-F238E27FC236}">
                  <a16:creationId xmlns:a16="http://schemas.microsoft.com/office/drawing/2014/main" id="{C6D28EDE-E81C-B612-9793-BA18EDFAE870}"/>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9326" name="Group 18">
            <a:extLst>
              <a:ext uri="{FF2B5EF4-FFF2-40B4-BE49-F238E27FC236}">
                <a16:creationId xmlns:a16="http://schemas.microsoft.com/office/drawing/2014/main" id="{D1E847C8-1E4B-C3C9-DDD3-B8C11D0F8235}"/>
              </a:ext>
            </a:extLst>
          </p:cNvPr>
          <p:cNvGrpSpPr>
            <a:grpSpLocks/>
          </p:cNvGrpSpPr>
          <p:nvPr/>
        </p:nvGrpSpPr>
        <p:grpSpPr bwMode="auto">
          <a:xfrm>
            <a:off x="5326063" y="3063875"/>
            <a:ext cx="520700" cy="152400"/>
            <a:chOff x="990" y="2694"/>
            <a:chExt cx="328" cy="96"/>
          </a:xfrm>
        </p:grpSpPr>
        <p:sp>
          <p:nvSpPr>
            <p:cNvPr id="430099" name="Oval 19">
              <a:extLst>
                <a:ext uri="{FF2B5EF4-FFF2-40B4-BE49-F238E27FC236}">
                  <a16:creationId xmlns:a16="http://schemas.microsoft.com/office/drawing/2014/main" id="{C6B185E3-3F46-CA27-1FA3-612E58A6D6F3}"/>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0100" name="Oval 20">
              <a:extLst>
                <a:ext uri="{FF2B5EF4-FFF2-40B4-BE49-F238E27FC236}">
                  <a16:creationId xmlns:a16="http://schemas.microsoft.com/office/drawing/2014/main" id="{1BE3A2B9-C6A0-5153-2E3D-D23A52C25A5D}"/>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9327" name="Group 21">
            <a:extLst>
              <a:ext uri="{FF2B5EF4-FFF2-40B4-BE49-F238E27FC236}">
                <a16:creationId xmlns:a16="http://schemas.microsoft.com/office/drawing/2014/main" id="{64444FC9-449F-30F3-6968-CBE3EE304D8F}"/>
              </a:ext>
            </a:extLst>
          </p:cNvPr>
          <p:cNvGrpSpPr>
            <a:grpSpLocks/>
          </p:cNvGrpSpPr>
          <p:nvPr/>
        </p:nvGrpSpPr>
        <p:grpSpPr bwMode="auto">
          <a:xfrm>
            <a:off x="3986213" y="1811338"/>
            <a:ext cx="520700" cy="152400"/>
            <a:chOff x="990" y="2694"/>
            <a:chExt cx="328" cy="96"/>
          </a:xfrm>
        </p:grpSpPr>
        <p:sp>
          <p:nvSpPr>
            <p:cNvPr id="430102" name="Oval 22">
              <a:extLst>
                <a:ext uri="{FF2B5EF4-FFF2-40B4-BE49-F238E27FC236}">
                  <a16:creationId xmlns:a16="http://schemas.microsoft.com/office/drawing/2014/main" id="{2C9A0B7A-3022-1A53-D7FA-8C18B94426ED}"/>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0103" name="Oval 23">
              <a:extLst>
                <a:ext uri="{FF2B5EF4-FFF2-40B4-BE49-F238E27FC236}">
                  <a16:creationId xmlns:a16="http://schemas.microsoft.com/office/drawing/2014/main" id="{1F5A85F9-31E5-651B-BCF0-4D253A96E95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9328" name="Group 24">
            <a:extLst>
              <a:ext uri="{FF2B5EF4-FFF2-40B4-BE49-F238E27FC236}">
                <a16:creationId xmlns:a16="http://schemas.microsoft.com/office/drawing/2014/main" id="{96340205-90C1-7B2A-54BB-F5C4A1A47AD4}"/>
              </a:ext>
            </a:extLst>
          </p:cNvPr>
          <p:cNvGrpSpPr>
            <a:grpSpLocks/>
          </p:cNvGrpSpPr>
          <p:nvPr/>
        </p:nvGrpSpPr>
        <p:grpSpPr bwMode="auto">
          <a:xfrm rot="-5400000">
            <a:off x="4521200" y="2344738"/>
            <a:ext cx="520700" cy="152400"/>
            <a:chOff x="990" y="2694"/>
            <a:chExt cx="328" cy="96"/>
          </a:xfrm>
        </p:grpSpPr>
        <p:sp>
          <p:nvSpPr>
            <p:cNvPr id="430105" name="Oval 25">
              <a:extLst>
                <a:ext uri="{FF2B5EF4-FFF2-40B4-BE49-F238E27FC236}">
                  <a16:creationId xmlns:a16="http://schemas.microsoft.com/office/drawing/2014/main" id="{957E7D16-DE74-15CB-8F89-A8F0FE420C6B}"/>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0106" name="Oval 26">
              <a:extLst>
                <a:ext uri="{FF2B5EF4-FFF2-40B4-BE49-F238E27FC236}">
                  <a16:creationId xmlns:a16="http://schemas.microsoft.com/office/drawing/2014/main" id="{2DAF256C-91BC-8BAC-F69F-C1B61770BF2D}"/>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9329" name="Group 27">
            <a:extLst>
              <a:ext uri="{FF2B5EF4-FFF2-40B4-BE49-F238E27FC236}">
                <a16:creationId xmlns:a16="http://schemas.microsoft.com/office/drawing/2014/main" id="{1A97A071-D947-0F94-CC23-696C74E4AA92}"/>
              </a:ext>
            </a:extLst>
          </p:cNvPr>
          <p:cNvGrpSpPr>
            <a:grpSpLocks/>
          </p:cNvGrpSpPr>
          <p:nvPr/>
        </p:nvGrpSpPr>
        <p:grpSpPr bwMode="auto">
          <a:xfrm rot="-5400000">
            <a:off x="3470275" y="2363788"/>
            <a:ext cx="520700" cy="152400"/>
            <a:chOff x="990" y="2694"/>
            <a:chExt cx="328" cy="96"/>
          </a:xfrm>
        </p:grpSpPr>
        <p:sp>
          <p:nvSpPr>
            <p:cNvPr id="430108" name="Oval 28">
              <a:extLst>
                <a:ext uri="{FF2B5EF4-FFF2-40B4-BE49-F238E27FC236}">
                  <a16:creationId xmlns:a16="http://schemas.microsoft.com/office/drawing/2014/main" id="{8E7F4FD7-7CE0-B448-DB4A-23FA9F9EFA79}"/>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0109" name="Oval 29">
              <a:extLst>
                <a:ext uri="{FF2B5EF4-FFF2-40B4-BE49-F238E27FC236}">
                  <a16:creationId xmlns:a16="http://schemas.microsoft.com/office/drawing/2014/main" id="{D08345F5-B0DB-68F6-5B72-1695550A341F}"/>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9330" name="Group 30">
            <a:extLst>
              <a:ext uri="{FF2B5EF4-FFF2-40B4-BE49-F238E27FC236}">
                <a16:creationId xmlns:a16="http://schemas.microsoft.com/office/drawing/2014/main" id="{2B1D9EB4-E754-5651-934E-C1C5737C0CCA}"/>
              </a:ext>
            </a:extLst>
          </p:cNvPr>
          <p:cNvGrpSpPr>
            <a:grpSpLocks/>
          </p:cNvGrpSpPr>
          <p:nvPr/>
        </p:nvGrpSpPr>
        <p:grpSpPr bwMode="auto">
          <a:xfrm>
            <a:off x="3921125" y="5524500"/>
            <a:ext cx="520700" cy="152400"/>
            <a:chOff x="990" y="2694"/>
            <a:chExt cx="328" cy="96"/>
          </a:xfrm>
        </p:grpSpPr>
        <p:sp>
          <p:nvSpPr>
            <p:cNvPr id="430111" name="Oval 31">
              <a:extLst>
                <a:ext uri="{FF2B5EF4-FFF2-40B4-BE49-F238E27FC236}">
                  <a16:creationId xmlns:a16="http://schemas.microsoft.com/office/drawing/2014/main" id="{EED942CC-3832-338D-B1EE-F4AC2D628A1F}"/>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0112" name="Oval 32">
              <a:extLst>
                <a:ext uri="{FF2B5EF4-FFF2-40B4-BE49-F238E27FC236}">
                  <a16:creationId xmlns:a16="http://schemas.microsoft.com/office/drawing/2014/main" id="{098B73FA-E592-7483-A29C-CCC84FBB985E}"/>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9331" name="Group 33">
            <a:extLst>
              <a:ext uri="{FF2B5EF4-FFF2-40B4-BE49-F238E27FC236}">
                <a16:creationId xmlns:a16="http://schemas.microsoft.com/office/drawing/2014/main" id="{6686156A-4845-20C3-98F7-B0C47A816CE9}"/>
              </a:ext>
            </a:extLst>
          </p:cNvPr>
          <p:cNvGrpSpPr>
            <a:grpSpLocks/>
          </p:cNvGrpSpPr>
          <p:nvPr/>
        </p:nvGrpSpPr>
        <p:grpSpPr bwMode="auto">
          <a:xfrm rot="-5400000">
            <a:off x="4473575" y="4987925"/>
            <a:ext cx="520700" cy="152400"/>
            <a:chOff x="990" y="2694"/>
            <a:chExt cx="328" cy="96"/>
          </a:xfrm>
        </p:grpSpPr>
        <p:sp>
          <p:nvSpPr>
            <p:cNvPr id="430114" name="Oval 34">
              <a:extLst>
                <a:ext uri="{FF2B5EF4-FFF2-40B4-BE49-F238E27FC236}">
                  <a16:creationId xmlns:a16="http://schemas.microsoft.com/office/drawing/2014/main" id="{D9F51273-13F7-55C2-C39D-8AC7A12DD4B4}"/>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0115" name="Oval 35">
              <a:extLst>
                <a:ext uri="{FF2B5EF4-FFF2-40B4-BE49-F238E27FC236}">
                  <a16:creationId xmlns:a16="http://schemas.microsoft.com/office/drawing/2014/main" id="{BD9B305C-A930-1C77-7778-ABB7FB1CBAF7}"/>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9332" name="Group 36">
            <a:extLst>
              <a:ext uri="{FF2B5EF4-FFF2-40B4-BE49-F238E27FC236}">
                <a16:creationId xmlns:a16="http://schemas.microsoft.com/office/drawing/2014/main" id="{4E1BCB64-40D7-B956-4578-5FEB3209B24D}"/>
              </a:ext>
            </a:extLst>
          </p:cNvPr>
          <p:cNvGrpSpPr>
            <a:grpSpLocks/>
          </p:cNvGrpSpPr>
          <p:nvPr/>
        </p:nvGrpSpPr>
        <p:grpSpPr bwMode="auto">
          <a:xfrm rot="-5400000">
            <a:off x="3422650" y="4989513"/>
            <a:ext cx="520700" cy="152400"/>
            <a:chOff x="990" y="2694"/>
            <a:chExt cx="328" cy="96"/>
          </a:xfrm>
        </p:grpSpPr>
        <p:sp>
          <p:nvSpPr>
            <p:cNvPr id="430117" name="Oval 37">
              <a:extLst>
                <a:ext uri="{FF2B5EF4-FFF2-40B4-BE49-F238E27FC236}">
                  <a16:creationId xmlns:a16="http://schemas.microsoft.com/office/drawing/2014/main" id="{062415B9-0D1E-62E9-1BE3-A56F4DE7A61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0118" name="Oval 38">
              <a:extLst>
                <a:ext uri="{FF2B5EF4-FFF2-40B4-BE49-F238E27FC236}">
                  <a16:creationId xmlns:a16="http://schemas.microsoft.com/office/drawing/2014/main" id="{CFFC0A05-E373-24E9-14E0-025E3C6B2741}"/>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9333" name="Group 39">
            <a:extLst>
              <a:ext uri="{FF2B5EF4-FFF2-40B4-BE49-F238E27FC236}">
                <a16:creationId xmlns:a16="http://schemas.microsoft.com/office/drawing/2014/main" id="{2AF3B314-A0E0-960D-732C-CD1F0328B4FA}"/>
              </a:ext>
            </a:extLst>
          </p:cNvPr>
          <p:cNvGrpSpPr>
            <a:grpSpLocks/>
          </p:cNvGrpSpPr>
          <p:nvPr/>
        </p:nvGrpSpPr>
        <p:grpSpPr bwMode="auto">
          <a:xfrm>
            <a:off x="2535238" y="4132263"/>
            <a:ext cx="520700" cy="152400"/>
            <a:chOff x="990" y="2694"/>
            <a:chExt cx="328" cy="96"/>
          </a:xfrm>
        </p:grpSpPr>
        <p:sp>
          <p:nvSpPr>
            <p:cNvPr id="430120" name="Oval 40">
              <a:extLst>
                <a:ext uri="{FF2B5EF4-FFF2-40B4-BE49-F238E27FC236}">
                  <a16:creationId xmlns:a16="http://schemas.microsoft.com/office/drawing/2014/main" id="{372C3142-E604-BE7A-26E2-3367DE0C0F6D}"/>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0121" name="Oval 41">
              <a:extLst>
                <a:ext uri="{FF2B5EF4-FFF2-40B4-BE49-F238E27FC236}">
                  <a16:creationId xmlns:a16="http://schemas.microsoft.com/office/drawing/2014/main" id="{9ACD4140-361D-661B-BAAC-E20ACB32914A}"/>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9334" name="Group 42">
            <a:extLst>
              <a:ext uri="{FF2B5EF4-FFF2-40B4-BE49-F238E27FC236}">
                <a16:creationId xmlns:a16="http://schemas.microsoft.com/office/drawing/2014/main" id="{85580AD4-D762-2E64-497A-3352C24B1AC2}"/>
              </a:ext>
            </a:extLst>
          </p:cNvPr>
          <p:cNvGrpSpPr>
            <a:grpSpLocks/>
          </p:cNvGrpSpPr>
          <p:nvPr/>
        </p:nvGrpSpPr>
        <p:grpSpPr bwMode="auto">
          <a:xfrm rot="-5400000">
            <a:off x="2035175" y="3584575"/>
            <a:ext cx="520700" cy="152400"/>
            <a:chOff x="990" y="2694"/>
            <a:chExt cx="328" cy="96"/>
          </a:xfrm>
        </p:grpSpPr>
        <p:sp>
          <p:nvSpPr>
            <p:cNvPr id="430123" name="Oval 43">
              <a:extLst>
                <a:ext uri="{FF2B5EF4-FFF2-40B4-BE49-F238E27FC236}">
                  <a16:creationId xmlns:a16="http://schemas.microsoft.com/office/drawing/2014/main" id="{90B6EB0D-AF51-CBBE-A5E2-96A1939B429D}"/>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0124" name="Oval 44">
              <a:extLst>
                <a:ext uri="{FF2B5EF4-FFF2-40B4-BE49-F238E27FC236}">
                  <a16:creationId xmlns:a16="http://schemas.microsoft.com/office/drawing/2014/main" id="{738468FA-8D55-9ECA-E29B-53BA8972AA0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9335" name="Group 45">
            <a:extLst>
              <a:ext uri="{FF2B5EF4-FFF2-40B4-BE49-F238E27FC236}">
                <a16:creationId xmlns:a16="http://schemas.microsoft.com/office/drawing/2014/main" id="{CDF590BA-257D-0A49-E5C6-75F36216EDD8}"/>
              </a:ext>
            </a:extLst>
          </p:cNvPr>
          <p:cNvGrpSpPr>
            <a:grpSpLocks/>
          </p:cNvGrpSpPr>
          <p:nvPr/>
        </p:nvGrpSpPr>
        <p:grpSpPr bwMode="auto">
          <a:xfrm>
            <a:off x="2554288" y="2998788"/>
            <a:ext cx="520700" cy="152400"/>
            <a:chOff x="990" y="2694"/>
            <a:chExt cx="328" cy="96"/>
          </a:xfrm>
        </p:grpSpPr>
        <p:sp>
          <p:nvSpPr>
            <p:cNvPr id="430126" name="Oval 46">
              <a:extLst>
                <a:ext uri="{FF2B5EF4-FFF2-40B4-BE49-F238E27FC236}">
                  <a16:creationId xmlns:a16="http://schemas.microsoft.com/office/drawing/2014/main" id="{689B98C8-0471-EE45-4546-F77B0677A78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0127" name="Oval 47">
              <a:extLst>
                <a:ext uri="{FF2B5EF4-FFF2-40B4-BE49-F238E27FC236}">
                  <a16:creationId xmlns:a16="http://schemas.microsoft.com/office/drawing/2014/main" id="{DC0749E7-44B9-A281-63F8-5F45BB791D1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9336" name="Group 48">
            <a:extLst>
              <a:ext uri="{FF2B5EF4-FFF2-40B4-BE49-F238E27FC236}">
                <a16:creationId xmlns:a16="http://schemas.microsoft.com/office/drawing/2014/main" id="{B65B7A13-6976-4726-B3D7-60882A9CF84C}"/>
              </a:ext>
            </a:extLst>
          </p:cNvPr>
          <p:cNvGrpSpPr>
            <a:grpSpLocks/>
          </p:cNvGrpSpPr>
          <p:nvPr/>
        </p:nvGrpSpPr>
        <p:grpSpPr bwMode="auto">
          <a:xfrm rot="-2653714">
            <a:off x="3451225" y="3211513"/>
            <a:ext cx="520700" cy="152400"/>
            <a:chOff x="990" y="2694"/>
            <a:chExt cx="328" cy="96"/>
          </a:xfrm>
        </p:grpSpPr>
        <p:sp>
          <p:nvSpPr>
            <p:cNvPr id="430129" name="Oval 49">
              <a:extLst>
                <a:ext uri="{FF2B5EF4-FFF2-40B4-BE49-F238E27FC236}">
                  <a16:creationId xmlns:a16="http://schemas.microsoft.com/office/drawing/2014/main" id="{6E399349-06E8-42EF-C831-9DC01FC9E303}"/>
                </a:ext>
              </a:extLst>
            </p:cNvPr>
            <p:cNvSpPr>
              <a:spLocks noChangeArrowheads="1"/>
            </p:cNvSpPr>
            <p:nvPr/>
          </p:nvSpPr>
          <p:spPr bwMode="auto">
            <a:xfrm>
              <a:off x="991" y="2694"/>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0130" name="Oval 50">
              <a:extLst>
                <a:ext uri="{FF2B5EF4-FFF2-40B4-BE49-F238E27FC236}">
                  <a16:creationId xmlns:a16="http://schemas.microsoft.com/office/drawing/2014/main" id="{0F7221B8-A66C-6C9E-D5B0-BC08E8D71288}"/>
                </a:ext>
              </a:extLst>
            </p:cNvPr>
            <p:cNvSpPr>
              <a:spLocks noChangeArrowheads="1"/>
            </p:cNvSpPr>
            <p:nvPr/>
          </p:nvSpPr>
          <p:spPr bwMode="auto">
            <a:xfrm>
              <a:off x="1235" y="2691"/>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69337" name="Group 51">
            <a:extLst>
              <a:ext uri="{FF2B5EF4-FFF2-40B4-BE49-F238E27FC236}">
                <a16:creationId xmlns:a16="http://schemas.microsoft.com/office/drawing/2014/main" id="{29479815-F3B5-4D11-1A49-C6A2AD87ED39}"/>
              </a:ext>
            </a:extLst>
          </p:cNvPr>
          <p:cNvGrpSpPr>
            <a:grpSpLocks/>
          </p:cNvGrpSpPr>
          <p:nvPr/>
        </p:nvGrpSpPr>
        <p:grpSpPr bwMode="auto">
          <a:xfrm rot="-2653714">
            <a:off x="4422775" y="4048125"/>
            <a:ext cx="520700" cy="152400"/>
            <a:chOff x="990" y="2694"/>
            <a:chExt cx="328" cy="96"/>
          </a:xfrm>
        </p:grpSpPr>
        <p:sp>
          <p:nvSpPr>
            <p:cNvPr id="430132" name="Oval 52">
              <a:extLst>
                <a:ext uri="{FF2B5EF4-FFF2-40B4-BE49-F238E27FC236}">
                  <a16:creationId xmlns:a16="http://schemas.microsoft.com/office/drawing/2014/main" id="{6A6AD300-5E27-52CA-9CDC-6F19F20B37B3}"/>
                </a:ext>
              </a:extLst>
            </p:cNvPr>
            <p:cNvSpPr>
              <a:spLocks noChangeArrowheads="1"/>
            </p:cNvSpPr>
            <p:nvPr/>
          </p:nvSpPr>
          <p:spPr bwMode="auto">
            <a:xfrm>
              <a:off x="991"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0133" name="Oval 53">
              <a:extLst>
                <a:ext uri="{FF2B5EF4-FFF2-40B4-BE49-F238E27FC236}">
                  <a16:creationId xmlns:a16="http://schemas.microsoft.com/office/drawing/2014/main" id="{191A027B-3299-F683-E378-8B0CB3DE2D7F}"/>
                </a:ext>
              </a:extLst>
            </p:cNvPr>
            <p:cNvSpPr>
              <a:spLocks noChangeArrowheads="1"/>
            </p:cNvSpPr>
            <p:nvPr/>
          </p:nvSpPr>
          <p:spPr bwMode="auto">
            <a:xfrm>
              <a:off x="1235" y="2691"/>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30134" name="Text Box 54">
            <a:extLst>
              <a:ext uri="{FF2B5EF4-FFF2-40B4-BE49-F238E27FC236}">
                <a16:creationId xmlns:a16="http://schemas.microsoft.com/office/drawing/2014/main" id="{45033771-5BD4-0DC0-0F8E-B3C50D5CDDCC}"/>
              </a:ext>
            </a:extLst>
          </p:cNvPr>
          <p:cNvSpPr txBox="1">
            <a:spLocks noChangeArrowheads="1"/>
          </p:cNvSpPr>
          <p:nvPr/>
        </p:nvSpPr>
        <p:spPr bwMode="auto">
          <a:xfrm>
            <a:off x="719138" y="4913313"/>
            <a:ext cx="2071687" cy="519112"/>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C0128"/>
                </a:solidFill>
                <a:effectLst>
                  <a:outerShdw blurRad="38100" dist="38100" dir="2700000" algn="tl">
                    <a:srgbClr val="000000"/>
                  </a:outerShdw>
                </a:effectLst>
                <a:latin typeface="Times New Roman" pitchFamily="18" charset="0"/>
                <a:ea typeface="+mn-ea"/>
              </a:rPr>
              <a:t> 4 Regions</a:t>
            </a:r>
          </a:p>
        </p:txBody>
      </p:sp>
      <p:sp>
        <p:nvSpPr>
          <p:cNvPr id="430135" name="Text Box 55">
            <a:extLst>
              <a:ext uri="{FF2B5EF4-FFF2-40B4-BE49-F238E27FC236}">
                <a16:creationId xmlns:a16="http://schemas.microsoft.com/office/drawing/2014/main" id="{C85F718A-6B3B-E622-8496-82BDF4293E97}"/>
              </a:ext>
            </a:extLst>
          </p:cNvPr>
          <p:cNvSpPr txBox="1">
            <a:spLocks noChangeArrowheads="1"/>
          </p:cNvSpPr>
          <p:nvPr/>
        </p:nvSpPr>
        <p:spPr bwMode="auto">
          <a:xfrm>
            <a:off x="3341688" y="3678238"/>
            <a:ext cx="484187" cy="579437"/>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1</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
        <p:nvSpPr>
          <p:cNvPr id="430136" name="Text Box 56">
            <a:extLst>
              <a:ext uri="{FF2B5EF4-FFF2-40B4-BE49-F238E27FC236}">
                <a16:creationId xmlns:a16="http://schemas.microsoft.com/office/drawing/2014/main" id="{BE982C35-A752-8176-9BB6-875FDD5F5600}"/>
              </a:ext>
            </a:extLst>
          </p:cNvPr>
          <p:cNvSpPr txBox="1">
            <a:spLocks noChangeArrowheads="1"/>
          </p:cNvSpPr>
          <p:nvPr/>
        </p:nvSpPr>
        <p:spPr bwMode="auto">
          <a:xfrm>
            <a:off x="3327400" y="2727325"/>
            <a:ext cx="484188" cy="579438"/>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2</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
        <p:nvSpPr>
          <p:cNvPr id="430137" name="Text Box 57">
            <a:extLst>
              <a:ext uri="{FF2B5EF4-FFF2-40B4-BE49-F238E27FC236}">
                <a16:creationId xmlns:a16="http://schemas.microsoft.com/office/drawing/2014/main" id="{4A009D3C-9AD2-986D-80FB-069B442D0D31}"/>
              </a:ext>
            </a:extLst>
          </p:cNvPr>
          <p:cNvSpPr txBox="1">
            <a:spLocks noChangeArrowheads="1"/>
          </p:cNvSpPr>
          <p:nvPr/>
        </p:nvSpPr>
        <p:spPr bwMode="auto">
          <a:xfrm>
            <a:off x="4283075" y="2695575"/>
            <a:ext cx="484188" cy="579438"/>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3</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
        <p:nvSpPr>
          <p:cNvPr id="430138" name="Text Box 58">
            <a:extLst>
              <a:ext uri="{FF2B5EF4-FFF2-40B4-BE49-F238E27FC236}">
                <a16:creationId xmlns:a16="http://schemas.microsoft.com/office/drawing/2014/main" id="{9324897E-B3E3-8BF8-AC48-DA2A52B28FD1}"/>
              </a:ext>
            </a:extLst>
          </p:cNvPr>
          <p:cNvSpPr txBox="1">
            <a:spLocks noChangeArrowheads="1"/>
          </p:cNvSpPr>
          <p:nvPr/>
        </p:nvSpPr>
        <p:spPr bwMode="auto">
          <a:xfrm>
            <a:off x="4819650" y="3082925"/>
            <a:ext cx="484188" cy="579438"/>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4</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a:extLst>
              <a:ext uri="{FF2B5EF4-FFF2-40B4-BE49-F238E27FC236}">
                <a16:creationId xmlns:a16="http://schemas.microsoft.com/office/drawing/2014/main" id="{57D58A97-2BE1-AD4F-1131-388A3DE2DDD5}"/>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31107" name="Text Box 3">
            <a:extLst>
              <a:ext uri="{FF2B5EF4-FFF2-40B4-BE49-F238E27FC236}">
                <a16:creationId xmlns:a16="http://schemas.microsoft.com/office/drawing/2014/main" id="{185BBE9F-4F42-EDB3-58D2-5856563B7AAE}"/>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1108" name="Text Box 4">
            <a:extLst>
              <a:ext uri="{FF2B5EF4-FFF2-40B4-BE49-F238E27FC236}">
                <a16:creationId xmlns:a16="http://schemas.microsoft.com/office/drawing/2014/main" id="{96B4BF79-6E01-5ADA-0E1A-8F39BEA50AAF}"/>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1109" name="Text Box 5">
            <a:extLst>
              <a:ext uri="{FF2B5EF4-FFF2-40B4-BE49-F238E27FC236}">
                <a16:creationId xmlns:a16="http://schemas.microsoft.com/office/drawing/2014/main" id="{FBC768CE-38BA-6A1B-4365-05BA9A613B3F}"/>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1110" name="Line 6">
            <a:extLst>
              <a:ext uri="{FF2B5EF4-FFF2-40B4-BE49-F238E27FC236}">
                <a16:creationId xmlns:a16="http://schemas.microsoft.com/office/drawing/2014/main" id="{1EDA5A9C-ED13-B896-6811-E6A62AD060EB}"/>
              </a:ext>
            </a:extLst>
          </p:cNvPr>
          <p:cNvSpPr>
            <a:spLocks noChangeShapeType="1"/>
          </p:cNvSpPr>
          <p:nvPr/>
        </p:nvSpPr>
        <p:spPr bwMode="auto">
          <a:xfrm>
            <a:off x="3309938" y="3694113"/>
            <a:ext cx="433387"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1111" name="Line 7">
            <a:extLst>
              <a:ext uri="{FF2B5EF4-FFF2-40B4-BE49-F238E27FC236}">
                <a16:creationId xmlns:a16="http://schemas.microsoft.com/office/drawing/2014/main" id="{0D079866-10C6-E297-1A43-4D2FE0186E55}"/>
              </a:ext>
            </a:extLst>
          </p:cNvPr>
          <p:cNvSpPr>
            <a:spLocks noChangeShapeType="1"/>
          </p:cNvSpPr>
          <p:nvPr/>
        </p:nvSpPr>
        <p:spPr bwMode="auto">
          <a:xfrm>
            <a:off x="4799013" y="3695700"/>
            <a:ext cx="434975"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1112" name="Text Box 8">
            <a:extLst>
              <a:ext uri="{FF2B5EF4-FFF2-40B4-BE49-F238E27FC236}">
                <a16:creationId xmlns:a16="http://schemas.microsoft.com/office/drawing/2014/main" id="{308ED51A-7823-28EF-359C-F2D94B4466EB}"/>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1113" name="Line 9">
            <a:extLst>
              <a:ext uri="{FF2B5EF4-FFF2-40B4-BE49-F238E27FC236}">
                <a16:creationId xmlns:a16="http://schemas.microsoft.com/office/drawing/2014/main" id="{7699AF52-3B74-8CD8-CE76-C03C2D2641CA}"/>
              </a:ext>
            </a:extLst>
          </p:cNvPr>
          <p:cNvSpPr>
            <a:spLocks noChangeShapeType="1"/>
          </p:cNvSpPr>
          <p:nvPr/>
        </p:nvSpPr>
        <p:spPr bwMode="auto">
          <a:xfrm flipV="1">
            <a:off x="4227513" y="2874963"/>
            <a:ext cx="0" cy="31750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1114" name="Line 10">
            <a:extLst>
              <a:ext uri="{FF2B5EF4-FFF2-40B4-BE49-F238E27FC236}">
                <a16:creationId xmlns:a16="http://schemas.microsoft.com/office/drawing/2014/main" id="{771CDF23-DD00-7636-E0FF-4C7C584A983A}"/>
              </a:ext>
            </a:extLst>
          </p:cNvPr>
          <p:cNvSpPr>
            <a:spLocks noChangeShapeType="1"/>
          </p:cNvSpPr>
          <p:nvPr/>
        </p:nvSpPr>
        <p:spPr bwMode="auto">
          <a:xfrm flipV="1">
            <a:off x="4213225" y="4214813"/>
            <a:ext cx="0"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1115" name="Text Box 11">
            <a:extLst>
              <a:ext uri="{FF2B5EF4-FFF2-40B4-BE49-F238E27FC236}">
                <a16:creationId xmlns:a16="http://schemas.microsoft.com/office/drawing/2014/main" id="{0E6591A0-0C32-43EF-58F5-9E5B9F620067}"/>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grpSp>
        <p:nvGrpSpPr>
          <p:cNvPr id="271372" name="Group 12">
            <a:extLst>
              <a:ext uri="{FF2B5EF4-FFF2-40B4-BE49-F238E27FC236}">
                <a16:creationId xmlns:a16="http://schemas.microsoft.com/office/drawing/2014/main" id="{08DCDC18-E744-7D14-697C-3F5EBA3145C5}"/>
              </a:ext>
            </a:extLst>
          </p:cNvPr>
          <p:cNvGrpSpPr>
            <a:grpSpLocks/>
          </p:cNvGrpSpPr>
          <p:nvPr/>
        </p:nvGrpSpPr>
        <p:grpSpPr bwMode="auto">
          <a:xfrm>
            <a:off x="5324475" y="4181475"/>
            <a:ext cx="520700" cy="152400"/>
            <a:chOff x="990" y="2694"/>
            <a:chExt cx="328" cy="96"/>
          </a:xfrm>
        </p:grpSpPr>
        <p:sp>
          <p:nvSpPr>
            <p:cNvPr id="431117" name="Oval 13">
              <a:extLst>
                <a:ext uri="{FF2B5EF4-FFF2-40B4-BE49-F238E27FC236}">
                  <a16:creationId xmlns:a16="http://schemas.microsoft.com/office/drawing/2014/main" id="{82325563-2637-181B-ACF4-382458EB1F8B}"/>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1118" name="Oval 14">
              <a:extLst>
                <a:ext uri="{FF2B5EF4-FFF2-40B4-BE49-F238E27FC236}">
                  <a16:creationId xmlns:a16="http://schemas.microsoft.com/office/drawing/2014/main" id="{9F341B9A-9C29-B99C-205F-1F583F88B1ED}"/>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1373" name="Group 15">
            <a:extLst>
              <a:ext uri="{FF2B5EF4-FFF2-40B4-BE49-F238E27FC236}">
                <a16:creationId xmlns:a16="http://schemas.microsoft.com/office/drawing/2014/main" id="{6F0060E3-9140-F756-5A57-A58F96A5B935}"/>
              </a:ext>
            </a:extLst>
          </p:cNvPr>
          <p:cNvGrpSpPr>
            <a:grpSpLocks/>
          </p:cNvGrpSpPr>
          <p:nvPr/>
        </p:nvGrpSpPr>
        <p:grpSpPr bwMode="auto">
          <a:xfrm rot="-5400000">
            <a:off x="5922963" y="3660775"/>
            <a:ext cx="520700" cy="152400"/>
            <a:chOff x="990" y="2694"/>
            <a:chExt cx="328" cy="96"/>
          </a:xfrm>
        </p:grpSpPr>
        <p:sp>
          <p:nvSpPr>
            <p:cNvPr id="431120" name="Oval 16">
              <a:extLst>
                <a:ext uri="{FF2B5EF4-FFF2-40B4-BE49-F238E27FC236}">
                  <a16:creationId xmlns:a16="http://schemas.microsoft.com/office/drawing/2014/main" id="{805296F5-01E3-3A12-1664-EB74A1A70833}"/>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1121" name="Oval 17">
              <a:extLst>
                <a:ext uri="{FF2B5EF4-FFF2-40B4-BE49-F238E27FC236}">
                  <a16:creationId xmlns:a16="http://schemas.microsoft.com/office/drawing/2014/main" id="{58112657-FCD0-94F6-69B9-DD2668B209A2}"/>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1374" name="Group 18">
            <a:extLst>
              <a:ext uri="{FF2B5EF4-FFF2-40B4-BE49-F238E27FC236}">
                <a16:creationId xmlns:a16="http://schemas.microsoft.com/office/drawing/2014/main" id="{32AB5F7D-9642-420D-3A0E-CBFE1CA3B109}"/>
              </a:ext>
            </a:extLst>
          </p:cNvPr>
          <p:cNvGrpSpPr>
            <a:grpSpLocks/>
          </p:cNvGrpSpPr>
          <p:nvPr/>
        </p:nvGrpSpPr>
        <p:grpSpPr bwMode="auto">
          <a:xfrm>
            <a:off x="5326063" y="3063875"/>
            <a:ext cx="520700" cy="152400"/>
            <a:chOff x="990" y="2694"/>
            <a:chExt cx="328" cy="96"/>
          </a:xfrm>
        </p:grpSpPr>
        <p:sp>
          <p:nvSpPr>
            <p:cNvPr id="431123" name="Oval 19">
              <a:extLst>
                <a:ext uri="{FF2B5EF4-FFF2-40B4-BE49-F238E27FC236}">
                  <a16:creationId xmlns:a16="http://schemas.microsoft.com/office/drawing/2014/main" id="{C2289A16-BFA1-264F-9658-DF9B45B70693}"/>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1124" name="Oval 20">
              <a:extLst>
                <a:ext uri="{FF2B5EF4-FFF2-40B4-BE49-F238E27FC236}">
                  <a16:creationId xmlns:a16="http://schemas.microsoft.com/office/drawing/2014/main" id="{FF4C7CB4-5E50-7E17-5925-CEBDFF40437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1375" name="Group 21">
            <a:extLst>
              <a:ext uri="{FF2B5EF4-FFF2-40B4-BE49-F238E27FC236}">
                <a16:creationId xmlns:a16="http://schemas.microsoft.com/office/drawing/2014/main" id="{E0F4AD5E-59F7-6333-30AD-5C702751318A}"/>
              </a:ext>
            </a:extLst>
          </p:cNvPr>
          <p:cNvGrpSpPr>
            <a:grpSpLocks/>
          </p:cNvGrpSpPr>
          <p:nvPr/>
        </p:nvGrpSpPr>
        <p:grpSpPr bwMode="auto">
          <a:xfrm>
            <a:off x="3986213" y="1811338"/>
            <a:ext cx="520700" cy="152400"/>
            <a:chOff x="990" y="2694"/>
            <a:chExt cx="328" cy="96"/>
          </a:xfrm>
        </p:grpSpPr>
        <p:sp>
          <p:nvSpPr>
            <p:cNvPr id="431126" name="Oval 22">
              <a:extLst>
                <a:ext uri="{FF2B5EF4-FFF2-40B4-BE49-F238E27FC236}">
                  <a16:creationId xmlns:a16="http://schemas.microsoft.com/office/drawing/2014/main" id="{CAD4710B-A0DD-9BC4-5618-66D514F0282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1127" name="Oval 23">
              <a:extLst>
                <a:ext uri="{FF2B5EF4-FFF2-40B4-BE49-F238E27FC236}">
                  <a16:creationId xmlns:a16="http://schemas.microsoft.com/office/drawing/2014/main" id="{B7821092-027D-CC92-1956-95224162EE42}"/>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1376" name="Group 24">
            <a:extLst>
              <a:ext uri="{FF2B5EF4-FFF2-40B4-BE49-F238E27FC236}">
                <a16:creationId xmlns:a16="http://schemas.microsoft.com/office/drawing/2014/main" id="{57EE2300-6762-F54F-454E-C620C2D91BCE}"/>
              </a:ext>
            </a:extLst>
          </p:cNvPr>
          <p:cNvGrpSpPr>
            <a:grpSpLocks/>
          </p:cNvGrpSpPr>
          <p:nvPr/>
        </p:nvGrpSpPr>
        <p:grpSpPr bwMode="auto">
          <a:xfrm rot="-5400000">
            <a:off x="4521200" y="2344738"/>
            <a:ext cx="520700" cy="152400"/>
            <a:chOff x="990" y="2694"/>
            <a:chExt cx="328" cy="96"/>
          </a:xfrm>
        </p:grpSpPr>
        <p:sp>
          <p:nvSpPr>
            <p:cNvPr id="431129" name="Oval 25">
              <a:extLst>
                <a:ext uri="{FF2B5EF4-FFF2-40B4-BE49-F238E27FC236}">
                  <a16:creationId xmlns:a16="http://schemas.microsoft.com/office/drawing/2014/main" id="{1126246D-37B4-9F5A-3C7E-837D12E5C674}"/>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1130" name="Oval 26">
              <a:extLst>
                <a:ext uri="{FF2B5EF4-FFF2-40B4-BE49-F238E27FC236}">
                  <a16:creationId xmlns:a16="http://schemas.microsoft.com/office/drawing/2014/main" id="{A93A7F4D-D4C7-B255-9FFE-06C49BD4D176}"/>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1377" name="Group 27">
            <a:extLst>
              <a:ext uri="{FF2B5EF4-FFF2-40B4-BE49-F238E27FC236}">
                <a16:creationId xmlns:a16="http://schemas.microsoft.com/office/drawing/2014/main" id="{1ECACCA9-1482-BCA2-2539-823C9047E14A}"/>
              </a:ext>
            </a:extLst>
          </p:cNvPr>
          <p:cNvGrpSpPr>
            <a:grpSpLocks/>
          </p:cNvGrpSpPr>
          <p:nvPr/>
        </p:nvGrpSpPr>
        <p:grpSpPr bwMode="auto">
          <a:xfrm rot="-5400000">
            <a:off x="3470275" y="2363788"/>
            <a:ext cx="520700" cy="152400"/>
            <a:chOff x="990" y="2694"/>
            <a:chExt cx="328" cy="96"/>
          </a:xfrm>
        </p:grpSpPr>
        <p:sp>
          <p:nvSpPr>
            <p:cNvPr id="431132" name="Oval 28">
              <a:extLst>
                <a:ext uri="{FF2B5EF4-FFF2-40B4-BE49-F238E27FC236}">
                  <a16:creationId xmlns:a16="http://schemas.microsoft.com/office/drawing/2014/main" id="{B6E8031C-AC60-7518-F214-A2B5F3707539}"/>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1133" name="Oval 29">
              <a:extLst>
                <a:ext uri="{FF2B5EF4-FFF2-40B4-BE49-F238E27FC236}">
                  <a16:creationId xmlns:a16="http://schemas.microsoft.com/office/drawing/2014/main" id="{872CF71B-97AA-D2AA-27E5-12D8D60113FE}"/>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1378" name="Group 30">
            <a:extLst>
              <a:ext uri="{FF2B5EF4-FFF2-40B4-BE49-F238E27FC236}">
                <a16:creationId xmlns:a16="http://schemas.microsoft.com/office/drawing/2014/main" id="{22D575D4-7500-2898-E3D5-2DB1C012DE89}"/>
              </a:ext>
            </a:extLst>
          </p:cNvPr>
          <p:cNvGrpSpPr>
            <a:grpSpLocks/>
          </p:cNvGrpSpPr>
          <p:nvPr/>
        </p:nvGrpSpPr>
        <p:grpSpPr bwMode="auto">
          <a:xfrm>
            <a:off x="3921125" y="5524500"/>
            <a:ext cx="520700" cy="152400"/>
            <a:chOff x="990" y="2694"/>
            <a:chExt cx="328" cy="96"/>
          </a:xfrm>
        </p:grpSpPr>
        <p:sp>
          <p:nvSpPr>
            <p:cNvPr id="431135" name="Oval 31">
              <a:extLst>
                <a:ext uri="{FF2B5EF4-FFF2-40B4-BE49-F238E27FC236}">
                  <a16:creationId xmlns:a16="http://schemas.microsoft.com/office/drawing/2014/main" id="{FAE0FAA7-DBA1-7B19-92C5-C3FCF045EFA9}"/>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1136" name="Oval 32">
              <a:extLst>
                <a:ext uri="{FF2B5EF4-FFF2-40B4-BE49-F238E27FC236}">
                  <a16:creationId xmlns:a16="http://schemas.microsoft.com/office/drawing/2014/main" id="{C4DD835F-84E2-41C4-E0E0-4CE0617BE010}"/>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1379" name="Group 33">
            <a:extLst>
              <a:ext uri="{FF2B5EF4-FFF2-40B4-BE49-F238E27FC236}">
                <a16:creationId xmlns:a16="http://schemas.microsoft.com/office/drawing/2014/main" id="{5A4D7FBD-564A-3F15-AB90-E1F552DE609E}"/>
              </a:ext>
            </a:extLst>
          </p:cNvPr>
          <p:cNvGrpSpPr>
            <a:grpSpLocks/>
          </p:cNvGrpSpPr>
          <p:nvPr/>
        </p:nvGrpSpPr>
        <p:grpSpPr bwMode="auto">
          <a:xfrm rot="-5400000">
            <a:off x="4473575" y="4987925"/>
            <a:ext cx="520700" cy="152400"/>
            <a:chOff x="990" y="2694"/>
            <a:chExt cx="328" cy="96"/>
          </a:xfrm>
        </p:grpSpPr>
        <p:sp>
          <p:nvSpPr>
            <p:cNvPr id="431138" name="Oval 34">
              <a:extLst>
                <a:ext uri="{FF2B5EF4-FFF2-40B4-BE49-F238E27FC236}">
                  <a16:creationId xmlns:a16="http://schemas.microsoft.com/office/drawing/2014/main" id="{5AE2B0D2-B145-3DAA-A552-71F8BACF5696}"/>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1139" name="Oval 35">
              <a:extLst>
                <a:ext uri="{FF2B5EF4-FFF2-40B4-BE49-F238E27FC236}">
                  <a16:creationId xmlns:a16="http://schemas.microsoft.com/office/drawing/2014/main" id="{B2DBA017-C5DA-DA2B-F225-ADB434E221E7}"/>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1380" name="Group 36">
            <a:extLst>
              <a:ext uri="{FF2B5EF4-FFF2-40B4-BE49-F238E27FC236}">
                <a16:creationId xmlns:a16="http://schemas.microsoft.com/office/drawing/2014/main" id="{52436426-E594-F730-BE25-6805A6E3BC17}"/>
              </a:ext>
            </a:extLst>
          </p:cNvPr>
          <p:cNvGrpSpPr>
            <a:grpSpLocks/>
          </p:cNvGrpSpPr>
          <p:nvPr/>
        </p:nvGrpSpPr>
        <p:grpSpPr bwMode="auto">
          <a:xfrm rot="-5400000">
            <a:off x="3422650" y="4989513"/>
            <a:ext cx="520700" cy="152400"/>
            <a:chOff x="990" y="2694"/>
            <a:chExt cx="328" cy="96"/>
          </a:xfrm>
        </p:grpSpPr>
        <p:sp>
          <p:nvSpPr>
            <p:cNvPr id="431141" name="Oval 37">
              <a:extLst>
                <a:ext uri="{FF2B5EF4-FFF2-40B4-BE49-F238E27FC236}">
                  <a16:creationId xmlns:a16="http://schemas.microsoft.com/office/drawing/2014/main" id="{9CC59B2B-0EB3-0969-399C-90210EAE99AB}"/>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1142" name="Oval 38">
              <a:extLst>
                <a:ext uri="{FF2B5EF4-FFF2-40B4-BE49-F238E27FC236}">
                  <a16:creationId xmlns:a16="http://schemas.microsoft.com/office/drawing/2014/main" id="{33230748-82DD-81F5-FD35-A238F110CF65}"/>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1381" name="Group 39">
            <a:extLst>
              <a:ext uri="{FF2B5EF4-FFF2-40B4-BE49-F238E27FC236}">
                <a16:creationId xmlns:a16="http://schemas.microsoft.com/office/drawing/2014/main" id="{A27FDE46-D4CA-5241-5FD3-BCC27EDE6BB4}"/>
              </a:ext>
            </a:extLst>
          </p:cNvPr>
          <p:cNvGrpSpPr>
            <a:grpSpLocks/>
          </p:cNvGrpSpPr>
          <p:nvPr/>
        </p:nvGrpSpPr>
        <p:grpSpPr bwMode="auto">
          <a:xfrm>
            <a:off x="2535238" y="4132263"/>
            <a:ext cx="520700" cy="152400"/>
            <a:chOff x="990" y="2694"/>
            <a:chExt cx="328" cy="96"/>
          </a:xfrm>
        </p:grpSpPr>
        <p:sp>
          <p:nvSpPr>
            <p:cNvPr id="431144" name="Oval 40">
              <a:extLst>
                <a:ext uri="{FF2B5EF4-FFF2-40B4-BE49-F238E27FC236}">
                  <a16:creationId xmlns:a16="http://schemas.microsoft.com/office/drawing/2014/main" id="{C7AD10B1-7AEA-D839-1220-93381EDC2C8A}"/>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1145" name="Oval 41">
              <a:extLst>
                <a:ext uri="{FF2B5EF4-FFF2-40B4-BE49-F238E27FC236}">
                  <a16:creationId xmlns:a16="http://schemas.microsoft.com/office/drawing/2014/main" id="{0DCD80C0-BD51-9C88-D39A-7A534897839D}"/>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1382" name="Group 42">
            <a:extLst>
              <a:ext uri="{FF2B5EF4-FFF2-40B4-BE49-F238E27FC236}">
                <a16:creationId xmlns:a16="http://schemas.microsoft.com/office/drawing/2014/main" id="{95B3B004-62C3-DA25-8ABC-2D7B48A7A75E}"/>
              </a:ext>
            </a:extLst>
          </p:cNvPr>
          <p:cNvGrpSpPr>
            <a:grpSpLocks/>
          </p:cNvGrpSpPr>
          <p:nvPr/>
        </p:nvGrpSpPr>
        <p:grpSpPr bwMode="auto">
          <a:xfrm rot="-5400000">
            <a:off x="2035175" y="3584575"/>
            <a:ext cx="520700" cy="152400"/>
            <a:chOff x="990" y="2694"/>
            <a:chExt cx="328" cy="96"/>
          </a:xfrm>
        </p:grpSpPr>
        <p:sp>
          <p:nvSpPr>
            <p:cNvPr id="431147" name="Oval 43">
              <a:extLst>
                <a:ext uri="{FF2B5EF4-FFF2-40B4-BE49-F238E27FC236}">
                  <a16:creationId xmlns:a16="http://schemas.microsoft.com/office/drawing/2014/main" id="{406414B8-410E-0F5D-7CD4-FE85BC134BCB}"/>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1148" name="Oval 44">
              <a:extLst>
                <a:ext uri="{FF2B5EF4-FFF2-40B4-BE49-F238E27FC236}">
                  <a16:creationId xmlns:a16="http://schemas.microsoft.com/office/drawing/2014/main" id="{A3DAA953-FCF0-C0F6-F1E7-841C7693755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1383" name="Group 45">
            <a:extLst>
              <a:ext uri="{FF2B5EF4-FFF2-40B4-BE49-F238E27FC236}">
                <a16:creationId xmlns:a16="http://schemas.microsoft.com/office/drawing/2014/main" id="{9E3EBD2B-0562-C1B8-0C90-9D89701D5046}"/>
              </a:ext>
            </a:extLst>
          </p:cNvPr>
          <p:cNvGrpSpPr>
            <a:grpSpLocks/>
          </p:cNvGrpSpPr>
          <p:nvPr/>
        </p:nvGrpSpPr>
        <p:grpSpPr bwMode="auto">
          <a:xfrm>
            <a:off x="2554288" y="2998788"/>
            <a:ext cx="520700" cy="152400"/>
            <a:chOff x="990" y="2694"/>
            <a:chExt cx="328" cy="96"/>
          </a:xfrm>
        </p:grpSpPr>
        <p:sp>
          <p:nvSpPr>
            <p:cNvPr id="431150" name="Oval 46">
              <a:extLst>
                <a:ext uri="{FF2B5EF4-FFF2-40B4-BE49-F238E27FC236}">
                  <a16:creationId xmlns:a16="http://schemas.microsoft.com/office/drawing/2014/main" id="{5DDF3848-6800-108B-8EFF-EDE687EF0E6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1151" name="Oval 47">
              <a:extLst>
                <a:ext uri="{FF2B5EF4-FFF2-40B4-BE49-F238E27FC236}">
                  <a16:creationId xmlns:a16="http://schemas.microsoft.com/office/drawing/2014/main" id="{1011D90F-54C4-1E63-E160-071B772512A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1384" name="Group 48">
            <a:extLst>
              <a:ext uri="{FF2B5EF4-FFF2-40B4-BE49-F238E27FC236}">
                <a16:creationId xmlns:a16="http://schemas.microsoft.com/office/drawing/2014/main" id="{B3DE2098-A2FE-856B-33ED-8F3838E4DC34}"/>
              </a:ext>
            </a:extLst>
          </p:cNvPr>
          <p:cNvGrpSpPr>
            <a:grpSpLocks/>
          </p:cNvGrpSpPr>
          <p:nvPr/>
        </p:nvGrpSpPr>
        <p:grpSpPr bwMode="auto">
          <a:xfrm rot="-2653714">
            <a:off x="3451225" y="3211513"/>
            <a:ext cx="520700" cy="152400"/>
            <a:chOff x="990" y="2694"/>
            <a:chExt cx="328" cy="96"/>
          </a:xfrm>
        </p:grpSpPr>
        <p:sp>
          <p:nvSpPr>
            <p:cNvPr id="431153" name="Oval 49">
              <a:extLst>
                <a:ext uri="{FF2B5EF4-FFF2-40B4-BE49-F238E27FC236}">
                  <a16:creationId xmlns:a16="http://schemas.microsoft.com/office/drawing/2014/main" id="{375BBD34-FF7E-E651-1480-FE18397E89B4}"/>
                </a:ext>
              </a:extLst>
            </p:cNvPr>
            <p:cNvSpPr>
              <a:spLocks noChangeArrowheads="1"/>
            </p:cNvSpPr>
            <p:nvPr/>
          </p:nvSpPr>
          <p:spPr bwMode="auto">
            <a:xfrm>
              <a:off x="991" y="2694"/>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1154" name="Oval 50">
              <a:extLst>
                <a:ext uri="{FF2B5EF4-FFF2-40B4-BE49-F238E27FC236}">
                  <a16:creationId xmlns:a16="http://schemas.microsoft.com/office/drawing/2014/main" id="{BA5123E2-5C2E-E45D-AB37-5C31935081DB}"/>
                </a:ext>
              </a:extLst>
            </p:cNvPr>
            <p:cNvSpPr>
              <a:spLocks noChangeArrowheads="1"/>
            </p:cNvSpPr>
            <p:nvPr/>
          </p:nvSpPr>
          <p:spPr bwMode="auto">
            <a:xfrm>
              <a:off x="1235" y="2691"/>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1385" name="Group 51">
            <a:extLst>
              <a:ext uri="{FF2B5EF4-FFF2-40B4-BE49-F238E27FC236}">
                <a16:creationId xmlns:a16="http://schemas.microsoft.com/office/drawing/2014/main" id="{1E2443F9-9773-641C-18B9-7ACE3FD6E7CF}"/>
              </a:ext>
            </a:extLst>
          </p:cNvPr>
          <p:cNvGrpSpPr>
            <a:grpSpLocks/>
          </p:cNvGrpSpPr>
          <p:nvPr/>
        </p:nvGrpSpPr>
        <p:grpSpPr bwMode="auto">
          <a:xfrm rot="-2653714">
            <a:off x="4422775" y="4048125"/>
            <a:ext cx="520700" cy="152400"/>
            <a:chOff x="990" y="2694"/>
            <a:chExt cx="328" cy="96"/>
          </a:xfrm>
        </p:grpSpPr>
        <p:sp>
          <p:nvSpPr>
            <p:cNvPr id="431156" name="Oval 52">
              <a:extLst>
                <a:ext uri="{FF2B5EF4-FFF2-40B4-BE49-F238E27FC236}">
                  <a16:creationId xmlns:a16="http://schemas.microsoft.com/office/drawing/2014/main" id="{A249EE49-00E0-0A99-C0BD-3C61C714B83B}"/>
                </a:ext>
              </a:extLst>
            </p:cNvPr>
            <p:cNvSpPr>
              <a:spLocks noChangeArrowheads="1"/>
            </p:cNvSpPr>
            <p:nvPr/>
          </p:nvSpPr>
          <p:spPr bwMode="auto">
            <a:xfrm>
              <a:off x="991" y="2694"/>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1157" name="Oval 53">
              <a:extLst>
                <a:ext uri="{FF2B5EF4-FFF2-40B4-BE49-F238E27FC236}">
                  <a16:creationId xmlns:a16="http://schemas.microsoft.com/office/drawing/2014/main" id="{6B688F84-A298-9D49-7715-CA3C8D33D9F1}"/>
                </a:ext>
              </a:extLst>
            </p:cNvPr>
            <p:cNvSpPr>
              <a:spLocks noChangeArrowheads="1"/>
            </p:cNvSpPr>
            <p:nvPr/>
          </p:nvSpPr>
          <p:spPr bwMode="auto">
            <a:xfrm>
              <a:off x="1235" y="2691"/>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31158" name="Text Box 54">
            <a:extLst>
              <a:ext uri="{FF2B5EF4-FFF2-40B4-BE49-F238E27FC236}">
                <a16:creationId xmlns:a16="http://schemas.microsoft.com/office/drawing/2014/main" id="{055B19AF-AAC3-D5DB-2C5B-6C2BD7F95D81}"/>
              </a:ext>
            </a:extLst>
          </p:cNvPr>
          <p:cNvSpPr txBox="1">
            <a:spLocks noChangeArrowheads="1"/>
          </p:cNvSpPr>
          <p:nvPr/>
        </p:nvSpPr>
        <p:spPr bwMode="auto">
          <a:xfrm>
            <a:off x="719138" y="4913313"/>
            <a:ext cx="2071687" cy="519112"/>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C0128"/>
                </a:solidFill>
                <a:effectLst>
                  <a:outerShdw blurRad="38100" dist="38100" dir="2700000" algn="tl">
                    <a:srgbClr val="000000"/>
                  </a:outerShdw>
                </a:effectLst>
                <a:latin typeface="Times New Roman" pitchFamily="18" charset="0"/>
                <a:ea typeface="+mn-ea"/>
              </a:rPr>
              <a:t> 5 Regions</a:t>
            </a:r>
          </a:p>
        </p:txBody>
      </p:sp>
      <p:sp>
        <p:nvSpPr>
          <p:cNvPr id="431159" name="Text Box 55">
            <a:extLst>
              <a:ext uri="{FF2B5EF4-FFF2-40B4-BE49-F238E27FC236}">
                <a16:creationId xmlns:a16="http://schemas.microsoft.com/office/drawing/2014/main" id="{BD386AB6-10FC-D7A1-78C3-A6B747D5117C}"/>
              </a:ext>
            </a:extLst>
          </p:cNvPr>
          <p:cNvSpPr txBox="1">
            <a:spLocks noChangeArrowheads="1"/>
          </p:cNvSpPr>
          <p:nvPr/>
        </p:nvSpPr>
        <p:spPr bwMode="auto">
          <a:xfrm>
            <a:off x="3341688" y="3678238"/>
            <a:ext cx="484187" cy="579437"/>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1</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
        <p:nvSpPr>
          <p:cNvPr id="431160" name="Text Box 56">
            <a:extLst>
              <a:ext uri="{FF2B5EF4-FFF2-40B4-BE49-F238E27FC236}">
                <a16:creationId xmlns:a16="http://schemas.microsoft.com/office/drawing/2014/main" id="{12079420-CEE5-19B2-DF21-E311C9A1DC37}"/>
              </a:ext>
            </a:extLst>
          </p:cNvPr>
          <p:cNvSpPr txBox="1">
            <a:spLocks noChangeArrowheads="1"/>
          </p:cNvSpPr>
          <p:nvPr/>
        </p:nvSpPr>
        <p:spPr bwMode="auto">
          <a:xfrm>
            <a:off x="3327400" y="2727325"/>
            <a:ext cx="484188" cy="579438"/>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2</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
        <p:nvSpPr>
          <p:cNvPr id="431161" name="Text Box 57">
            <a:extLst>
              <a:ext uri="{FF2B5EF4-FFF2-40B4-BE49-F238E27FC236}">
                <a16:creationId xmlns:a16="http://schemas.microsoft.com/office/drawing/2014/main" id="{D68E5D3D-944C-A354-2EDD-271E23C95F77}"/>
              </a:ext>
            </a:extLst>
          </p:cNvPr>
          <p:cNvSpPr txBox="1">
            <a:spLocks noChangeArrowheads="1"/>
          </p:cNvSpPr>
          <p:nvPr/>
        </p:nvSpPr>
        <p:spPr bwMode="auto">
          <a:xfrm>
            <a:off x="4283075" y="2695575"/>
            <a:ext cx="484188" cy="579438"/>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3</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
        <p:nvSpPr>
          <p:cNvPr id="431162" name="Text Box 58">
            <a:extLst>
              <a:ext uri="{FF2B5EF4-FFF2-40B4-BE49-F238E27FC236}">
                <a16:creationId xmlns:a16="http://schemas.microsoft.com/office/drawing/2014/main" id="{F92AAC25-556C-4724-F303-4CF84C3058C0}"/>
              </a:ext>
            </a:extLst>
          </p:cNvPr>
          <p:cNvSpPr txBox="1">
            <a:spLocks noChangeArrowheads="1"/>
          </p:cNvSpPr>
          <p:nvPr/>
        </p:nvSpPr>
        <p:spPr bwMode="auto">
          <a:xfrm>
            <a:off x="4819650" y="3082925"/>
            <a:ext cx="484188" cy="579438"/>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4</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
        <p:nvSpPr>
          <p:cNvPr id="431163" name="Text Box 59">
            <a:extLst>
              <a:ext uri="{FF2B5EF4-FFF2-40B4-BE49-F238E27FC236}">
                <a16:creationId xmlns:a16="http://schemas.microsoft.com/office/drawing/2014/main" id="{E04A7A03-BF0B-6E44-351E-8494A7FB9C32}"/>
              </a:ext>
            </a:extLst>
          </p:cNvPr>
          <p:cNvSpPr txBox="1">
            <a:spLocks noChangeArrowheads="1"/>
          </p:cNvSpPr>
          <p:nvPr/>
        </p:nvSpPr>
        <p:spPr bwMode="auto">
          <a:xfrm>
            <a:off x="4637088" y="4021138"/>
            <a:ext cx="484187" cy="579437"/>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5</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a:extLst>
              <a:ext uri="{FF2B5EF4-FFF2-40B4-BE49-F238E27FC236}">
                <a16:creationId xmlns:a16="http://schemas.microsoft.com/office/drawing/2014/main" id="{EA946212-1D70-BC37-801E-0D2A106594D6}"/>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32131" name="Text Box 3">
            <a:extLst>
              <a:ext uri="{FF2B5EF4-FFF2-40B4-BE49-F238E27FC236}">
                <a16:creationId xmlns:a16="http://schemas.microsoft.com/office/drawing/2014/main" id="{C5C0961B-544B-5DA1-FDC7-8414D80FABBE}"/>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2132" name="Text Box 4">
            <a:extLst>
              <a:ext uri="{FF2B5EF4-FFF2-40B4-BE49-F238E27FC236}">
                <a16:creationId xmlns:a16="http://schemas.microsoft.com/office/drawing/2014/main" id="{864AAD83-AFAA-A0C7-31CE-B74669080B57}"/>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2133" name="Text Box 5">
            <a:extLst>
              <a:ext uri="{FF2B5EF4-FFF2-40B4-BE49-F238E27FC236}">
                <a16:creationId xmlns:a16="http://schemas.microsoft.com/office/drawing/2014/main" id="{6C1D328E-E198-4D28-DEA9-07B181A6A80A}"/>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2134" name="Line 6">
            <a:extLst>
              <a:ext uri="{FF2B5EF4-FFF2-40B4-BE49-F238E27FC236}">
                <a16:creationId xmlns:a16="http://schemas.microsoft.com/office/drawing/2014/main" id="{72C04625-7C9E-3457-B3B2-2DD048C9DAA6}"/>
              </a:ext>
            </a:extLst>
          </p:cNvPr>
          <p:cNvSpPr>
            <a:spLocks noChangeShapeType="1"/>
          </p:cNvSpPr>
          <p:nvPr/>
        </p:nvSpPr>
        <p:spPr bwMode="auto">
          <a:xfrm>
            <a:off x="3309938" y="3694113"/>
            <a:ext cx="433387"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2135" name="Line 7">
            <a:extLst>
              <a:ext uri="{FF2B5EF4-FFF2-40B4-BE49-F238E27FC236}">
                <a16:creationId xmlns:a16="http://schemas.microsoft.com/office/drawing/2014/main" id="{49F4AE1C-A149-5C78-483A-23F791D057B7}"/>
              </a:ext>
            </a:extLst>
          </p:cNvPr>
          <p:cNvSpPr>
            <a:spLocks noChangeShapeType="1"/>
          </p:cNvSpPr>
          <p:nvPr/>
        </p:nvSpPr>
        <p:spPr bwMode="auto">
          <a:xfrm>
            <a:off x="4799013" y="3695700"/>
            <a:ext cx="434975"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2136" name="Text Box 8">
            <a:extLst>
              <a:ext uri="{FF2B5EF4-FFF2-40B4-BE49-F238E27FC236}">
                <a16:creationId xmlns:a16="http://schemas.microsoft.com/office/drawing/2014/main" id="{0DFB9448-4C34-C66E-9F9F-EE561D39A538}"/>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2137" name="Line 9">
            <a:extLst>
              <a:ext uri="{FF2B5EF4-FFF2-40B4-BE49-F238E27FC236}">
                <a16:creationId xmlns:a16="http://schemas.microsoft.com/office/drawing/2014/main" id="{6D96A6CE-4C31-DF92-0D07-426C86C748AB}"/>
              </a:ext>
            </a:extLst>
          </p:cNvPr>
          <p:cNvSpPr>
            <a:spLocks noChangeShapeType="1"/>
          </p:cNvSpPr>
          <p:nvPr/>
        </p:nvSpPr>
        <p:spPr bwMode="auto">
          <a:xfrm flipV="1">
            <a:off x="4227513" y="2874963"/>
            <a:ext cx="0" cy="31750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2138" name="Line 10">
            <a:extLst>
              <a:ext uri="{FF2B5EF4-FFF2-40B4-BE49-F238E27FC236}">
                <a16:creationId xmlns:a16="http://schemas.microsoft.com/office/drawing/2014/main" id="{EFEED6AF-0328-5B5A-EB03-ABA3C1F94B74}"/>
              </a:ext>
            </a:extLst>
          </p:cNvPr>
          <p:cNvSpPr>
            <a:spLocks noChangeShapeType="1"/>
          </p:cNvSpPr>
          <p:nvPr/>
        </p:nvSpPr>
        <p:spPr bwMode="auto">
          <a:xfrm flipV="1">
            <a:off x="4213225" y="4214813"/>
            <a:ext cx="0" cy="31750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2139" name="Text Box 11">
            <a:extLst>
              <a:ext uri="{FF2B5EF4-FFF2-40B4-BE49-F238E27FC236}">
                <a16:creationId xmlns:a16="http://schemas.microsoft.com/office/drawing/2014/main" id="{DAA81E65-E187-2DAD-0210-9B5FF76D5484}"/>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grpSp>
        <p:nvGrpSpPr>
          <p:cNvPr id="273420" name="Group 12">
            <a:extLst>
              <a:ext uri="{FF2B5EF4-FFF2-40B4-BE49-F238E27FC236}">
                <a16:creationId xmlns:a16="http://schemas.microsoft.com/office/drawing/2014/main" id="{1C6E06DF-B9CB-5F55-E1AF-FA6376011A75}"/>
              </a:ext>
            </a:extLst>
          </p:cNvPr>
          <p:cNvGrpSpPr>
            <a:grpSpLocks/>
          </p:cNvGrpSpPr>
          <p:nvPr/>
        </p:nvGrpSpPr>
        <p:grpSpPr bwMode="auto">
          <a:xfrm>
            <a:off x="5324475" y="4181475"/>
            <a:ext cx="520700" cy="152400"/>
            <a:chOff x="990" y="2694"/>
            <a:chExt cx="328" cy="96"/>
          </a:xfrm>
        </p:grpSpPr>
        <p:sp>
          <p:nvSpPr>
            <p:cNvPr id="432141" name="Oval 13">
              <a:extLst>
                <a:ext uri="{FF2B5EF4-FFF2-40B4-BE49-F238E27FC236}">
                  <a16:creationId xmlns:a16="http://schemas.microsoft.com/office/drawing/2014/main" id="{A87AB0DA-6D78-AEA6-5463-C0F43A733D2A}"/>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2142" name="Oval 14">
              <a:extLst>
                <a:ext uri="{FF2B5EF4-FFF2-40B4-BE49-F238E27FC236}">
                  <a16:creationId xmlns:a16="http://schemas.microsoft.com/office/drawing/2014/main" id="{ABCFD9F7-6ACF-D55D-C66C-0F25F19CDC62}"/>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3421" name="Group 15">
            <a:extLst>
              <a:ext uri="{FF2B5EF4-FFF2-40B4-BE49-F238E27FC236}">
                <a16:creationId xmlns:a16="http://schemas.microsoft.com/office/drawing/2014/main" id="{AF725158-6813-3683-690A-A1C89211FD8C}"/>
              </a:ext>
            </a:extLst>
          </p:cNvPr>
          <p:cNvGrpSpPr>
            <a:grpSpLocks/>
          </p:cNvGrpSpPr>
          <p:nvPr/>
        </p:nvGrpSpPr>
        <p:grpSpPr bwMode="auto">
          <a:xfrm rot="-5400000">
            <a:off x="5922963" y="3660775"/>
            <a:ext cx="520700" cy="152400"/>
            <a:chOff x="990" y="2694"/>
            <a:chExt cx="328" cy="96"/>
          </a:xfrm>
        </p:grpSpPr>
        <p:sp>
          <p:nvSpPr>
            <p:cNvPr id="432144" name="Oval 16">
              <a:extLst>
                <a:ext uri="{FF2B5EF4-FFF2-40B4-BE49-F238E27FC236}">
                  <a16:creationId xmlns:a16="http://schemas.microsoft.com/office/drawing/2014/main" id="{3CD277EB-2489-BD56-4D28-617DCECAA58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2145" name="Oval 17">
              <a:extLst>
                <a:ext uri="{FF2B5EF4-FFF2-40B4-BE49-F238E27FC236}">
                  <a16:creationId xmlns:a16="http://schemas.microsoft.com/office/drawing/2014/main" id="{6DEC9921-D385-E1D9-D826-E46A7E393D66}"/>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3422" name="Group 18">
            <a:extLst>
              <a:ext uri="{FF2B5EF4-FFF2-40B4-BE49-F238E27FC236}">
                <a16:creationId xmlns:a16="http://schemas.microsoft.com/office/drawing/2014/main" id="{DAD90DB1-97C0-2827-FB9C-0199BFFD4061}"/>
              </a:ext>
            </a:extLst>
          </p:cNvPr>
          <p:cNvGrpSpPr>
            <a:grpSpLocks/>
          </p:cNvGrpSpPr>
          <p:nvPr/>
        </p:nvGrpSpPr>
        <p:grpSpPr bwMode="auto">
          <a:xfrm>
            <a:off x="5326063" y="3063875"/>
            <a:ext cx="520700" cy="152400"/>
            <a:chOff x="990" y="2694"/>
            <a:chExt cx="328" cy="96"/>
          </a:xfrm>
        </p:grpSpPr>
        <p:sp>
          <p:nvSpPr>
            <p:cNvPr id="432147" name="Oval 19">
              <a:extLst>
                <a:ext uri="{FF2B5EF4-FFF2-40B4-BE49-F238E27FC236}">
                  <a16:creationId xmlns:a16="http://schemas.microsoft.com/office/drawing/2014/main" id="{CFB9BF63-E43E-1D10-1E22-0983963D6904}"/>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2148" name="Oval 20">
              <a:extLst>
                <a:ext uri="{FF2B5EF4-FFF2-40B4-BE49-F238E27FC236}">
                  <a16:creationId xmlns:a16="http://schemas.microsoft.com/office/drawing/2014/main" id="{13E0ECE5-830B-73D6-272B-3658BA2AA7B1}"/>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3423" name="Group 21">
            <a:extLst>
              <a:ext uri="{FF2B5EF4-FFF2-40B4-BE49-F238E27FC236}">
                <a16:creationId xmlns:a16="http://schemas.microsoft.com/office/drawing/2014/main" id="{3945B35E-4D49-E10D-D02D-ADBC7FA78E21}"/>
              </a:ext>
            </a:extLst>
          </p:cNvPr>
          <p:cNvGrpSpPr>
            <a:grpSpLocks/>
          </p:cNvGrpSpPr>
          <p:nvPr/>
        </p:nvGrpSpPr>
        <p:grpSpPr bwMode="auto">
          <a:xfrm>
            <a:off x="3986213" y="1811338"/>
            <a:ext cx="520700" cy="152400"/>
            <a:chOff x="990" y="2694"/>
            <a:chExt cx="328" cy="96"/>
          </a:xfrm>
        </p:grpSpPr>
        <p:sp>
          <p:nvSpPr>
            <p:cNvPr id="432150" name="Oval 22">
              <a:extLst>
                <a:ext uri="{FF2B5EF4-FFF2-40B4-BE49-F238E27FC236}">
                  <a16:creationId xmlns:a16="http://schemas.microsoft.com/office/drawing/2014/main" id="{2407598A-AF8C-C5FC-A109-C1BEEA62A2AA}"/>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2151" name="Oval 23">
              <a:extLst>
                <a:ext uri="{FF2B5EF4-FFF2-40B4-BE49-F238E27FC236}">
                  <a16:creationId xmlns:a16="http://schemas.microsoft.com/office/drawing/2014/main" id="{2510F9EF-9B27-C416-98D0-346C707739B7}"/>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3424" name="Group 24">
            <a:extLst>
              <a:ext uri="{FF2B5EF4-FFF2-40B4-BE49-F238E27FC236}">
                <a16:creationId xmlns:a16="http://schemas.microsoft.com/office/drawing/2014/main" id="{329F9C1C-1565-2CB5-5C98-57A679DAFC5A}"/>
              </a:ext>
            </a:extLst>
          </p:cNvPr>
          <p:cNvGrpSpPr>
            <a:grpSpLocks/>
          </p:cNvGrpSpPr>
          <p:nvPr/>
        </p:nvGrpSpPr>
        <p:grpSpPr bwMode="auto">
          <a:xfrm rot="-5400000">
            <a:off x="4521200" y="2344738"/>
            <a:ext cx="520700" cy="152400"/>
            <a:chOff x="990" y="2694"/>
            <a:chExt cx="328" cy="96"/>
          </a:xfrm>
        </p:grpSpPr>
        <p:sp>
          <p:nvSpPr>
            <p:cNvPr id="432153" name="Oval 25">
              <a:extLst>
                <a:ext uri="{FF2B5EF4-FFF2-40B4-BE49-F238E27FC236}">
                  <a16:creationId xmlns:a16="http://schemas.microsoft.com/office/drawing/2014/main" id="{2E52F6CA-805F-5B80-8C6E-1BB11BC7BF39}"/>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2154" name="Oval 26">
              <a:extLst>
                <a:ext uri="{FF2B5EF4-FFF2-40B4-BE49-F238E27FC236}">
                  <a16:creationId xmlns:a16="http://schemas.microsoft.com/office/drawing/2014/main" id="{CF9AED28-DA56-93F8-84FB-83F7A41FB45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3425" name="Group 27">
            <a:extLst>
              <a:ext uri="{FF2B5EF4-FFF2-40B4-BE49-F238E27FC236}">
                <a16:creationId xmlns:a16="http://schemas.microsoft.com/office/drawing/2014/main" id="{3278FD6C-9C0C-8EAF-B5F3-A4C12B04B42C}"/>
              </a:ext>
            </a:extLst>
          </p:cNvPr>
          <p:cNvGrpSpPr>
            <a:grpSpLocks/>
          </p:cNvGrpSpPr>
          <p:nvPr/>
        </p:nvGrpSpPr>
        <p:grpSpPr bwMode="auto">
          <a:xfrm rot="-5400000">
            <a:off x="3470275" y="2363788"/>
            <a:ext cx="520700" cy="152400"/>
            <a:chOff x="990" y="2694"/>
            <a:chExt cx="328" cy="96"/>
          </a:xfrm>
        </p:grpSpPr>
        <p:sp>
          <p:nvSpPr>
            <p:cNvPr id="432156" name="Oval 28">
              <a:extLst>
                <a:ext uri="{FF2B5EF4-FFF2-40B4-BE49-F238E27FC236}">
                  <a16:creationId xmlns:a16="http://schemas.microsoft.com/office/drawing/2014/main" id="{73ECF67A-37BD-8667-70D2-1E94B43D9EE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2157" name="Oval 29">
              <a:extLst>
                <a:ext uri="{FF2B5EF4-FFF2-40B4-BE49-F238E27FC236}">
                  <a16:creationId xmlns:a16="http://schemas.microsoft.com/office/drawing/2014/main" id="{47B89242-55C8-BF24-B94E-8092EC2DA71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3426" name="Group 30">
            <a:extLst>
              <a:ext uri="{FF2B5EF4-FFF2-40B4-BE49-F238E27FC236}">
                <a16:creationId xmlns:a16="http://schemas.microsoft.com/office/drawing/2014/main" id="{941DF5D8-BDC0-9428-4BE4-0ED219E4B7E6}"/>
              </a:ext>
            </a:extLst>
          </p:cNvPr>
          <p:cNvGrpSpPr>
            <a:grpSpLocks/>
          </p:cNvGrpSpPr>
          <p:nvPr/>
        </p:nvGrpSpPr>
        <p:grpSpPr bwMode="auto">
          <a:xfrm>
            <a:off x="3921125" y="5524500"/>
            <a:ext cx="520700" cy="152400"/>
            <a:chOff x="990" y="2694"/>
            <a:chExt cx="328" cy="96"/>
          </a:xfrm>
        </p:grpSpPr>
        <p:sp>
          <p:nvSpPr>
            <p:cNvPr id="432159" name="Oval 31">
              <a:extLst>
                <a:ext uri="{FF2B5EF4-FFF2-40B4-BE49-F238E27FC236}">
                  <a16:creationId xmlns:a16="http://schemas.microsoft.com/office/drawing/2014/main" id="{4D126954-CA28-0532-8190-FE8347E3AF97}"/>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2160" name="Oval 32">
              <a:extLst>
                <a:ext uri="{FF2B5EF4-FFF2-40B4-BE49-F238E27FC236}">
                  <a16:creationId xmlns:a16="http://schemas.microsoft.com/office/drawing/2014/main" id="{B02D0634-660D-BC06-4025-26F5AC066D01}"/>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3427" name="Group 33">
            <a:extLst>
              <a:ext uri="{FF2B5EF4-FFF2-40B4-BE49-F238E27FC236}">
                <a16:creationId xmlns:a16="http://schemas.microsoft.com/office/drawing/2014/main" id="{8512B349-520B-722D-5678-101A625F378C}"/>
              </a:ext>
            </a:extLst>
          </p:cNvPr>
          <p:cNvGrpSpPr>
            <a:grpSpLocks/>
          </p:cNvGrpSpPr>
          <p:nvPr/>
        </p:nvGrpSpPr>
        <p:grpSpPr bwMode="auto">
          <a:xfrm rot="-5400000">
            <a:off x="4473575" y="4987925"/>
            <a:ext cx="520700" cy="152400"/>
            <a:chOff x="990" y="2694"/>
            <a:chExt cx="328" cy="96"/>
          </a:xfrm>
        </p:grpSpPr>
        <p:sp>
          <p:nvSpPr>
            <p:cNvPr id="432162" name="Oval 34">
              <a:extLst>
                <a:ext uri="{FF2B5EF4-FFF2-40B4-BE49-F238E27FC236}">
                  <a16:creationId xmlns:a16="http://schemas.microsoft.com/office/drawing/2014/main" id="{485A4CB8-CE1A-CB05-C417-875B6CB0D2D3}"/>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2163" name="Oval 35">
              <a:extLst>
                <a:ext uri="{FF2B5EF4-FFF2-40B4-BE49-F238E27FC236}">
                  <a16:creationId xmlns:a16="http://schemas.microsoft.com/office/drawing/2014/main" id="{99FC3828-6503-5EA7-EE64-A452E772053A}"/>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3428" name="Group 36">
            <a:extLst>
              <a:ext uri="{FF2B5EF4-FFF2-40B4-BE49-F238E27FC236}">
                <a16:creationId xmlns:a16="http://schemas.microsoft.com/office/drawing/2014/main" id="{3E252E98-1637-9B30-976C-732D65252493}"/>
              </a:ext>
            </a:extLst>
          </p:cNvPr>
          <p:cNvGrpSpPr>
            <a:grpSpLocks/>
          </p:cNvGrpSpPr>
          <p:nvPr/>
        </p:nvGrpSpPr>
        <p:grpSpPr bwMode="auto">
          <a:xfrm rot="-5400000">
            <a:off x="3422650" y="4989513"/>
            <a:ext cx="520700" cy="152400"/>
            <a:chOff x="990" y="2694"/>
            <a:chExt cx="328" cy="96"/>
          </a:xfrm>
        </p:grpSpPr>
        <p:sp>
          <p:nvSpPr>
            <p:cNvPr id="432165" name="Oval 37">
              <a:extLst>
                <a:ext uri="{FF2B5EF4-FFF2-40B4-BE49-F238E27FC236}">
                  <a16:creationId xmlns:a16="http://schemas.microsoft.com/office/drawing/2014/main" id="{9543C60E-1E88-BBDD-35C5-88EA04995575}"/>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2166" name="Oval 38">
              <a:extLst>
                <a:ext uri="{FF2B5EF4-FFF2-40B4-BE49-F238E27FC236}">
                  <a16:creationId xmlns:a16="http://schemas.microsoft.com/office/drawing/2014/main" id="{48A0C0F7-BB9C-C37B-3FCA-6C1F2133B0FA}"/>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3429" name="Group 39">
            <a:extLst>
              <a:ext uri="{FF2B5EF4-FFF2-40B4-BE49-F238E27FC236}">
                <a16:creationId xmlns:a16="http://schemas.microsoft.com/office/drawing/2014/main" id="{FE41FE3F-8B1C-8AE9-D658-F413894B7707}"/>
              </a:ext>
            </a:extLst>
          </p:cNvPr>
          <p:cNvGrpSpPr>
            <a:grpSpLocks/>
          </p:cNvGrpSpPr>
          <p:nvPr/>
        </p:nvGrpSpPr>
        <p:grpSpPr bwMode="auto">
          <a:xfrm>
            <a:off x="2535238" y="4132263"/>
            <a:ext cx="520700" cy="152400"/>
            <a:chOff x="990" y="2694"/>
            <a:chExt cx="328" cy="96"/>
          </a:xfrm>
        </p:grpSpPr>
        <p:sp>
          <p:nvSpPr>
            <p:cNvPr id="432168" name="Oval 40">
              <a:extLst>
                <a:ext uri="{FF2B5EF4-FFF2-40B4-BE49-F238E27FC236}">
                  <a16:creationId xmlns:a16="http://schemas.microsoft.com/office/drawing/2014/main" id="{DBC96947-C3CA-31A9-6FE3-6A7EB518E88A}"/>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2169" name="Oval 41">
              <a:extLst>
                <a:ext uri="{FF2B5EF4-FFF2-40B4-BE49-F238E27FC236}">
                  <a16:creationId xmlns:a16="http://schemas.microsoft.com/office/drawing/2014/main" id="{AD3DB68D-3F4E-9955-7033-70EF2FD9D844}"/>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3430" name="Group 42">
            <a:extLst>
              <a:ext uri="{FF2B5EF4-FFF2-40B4-BE49-F238E27FC236}">
                <a16:creationId xmlns:a16="http://schemas.microsoft.com/office/drawing/2014/main" id="{4A293BFC-E5D9-C0B4-D658-4912EA2C4C11}"/>
              </a:ext>
            </a:extLst>
          </p:cNvPr>
          <p:cNvGrpSpPr>
            <a:grpSpLocks/>
          </p:cNvGrpSpPr>
          <p:nvPr/>
        </p:nvGrpSpPr>
        <p:grpSpPr bwMode="auto">
          <a:xfrm rot="-5400000">
            <a:off x="2035175" y="3584575"/>
            <a:ext cx="520700" cy="152400"/>
            <a:chOff x="990" y="2694"/>
            <a:chExt cx="328" cy="96"/>
          </a:xfrm>
        </p:grpSpPr>
        <p:sp>
          <p:nvSpPr>
            <p:cNvPr id="432171" name="Oval 43">
              <a:extLst>
                <a:ext uri="{FF2B5EF4-FFF2-40B4-BE49-F238E27FC236}">
                  <a16:creationId xmlns:a16="http://schemas.microsoft.com/office/drawing/2014/main" id="{436353FC-087D-262A-99B7-454C63B5CBA7}"/>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2172" name="Oval 44">
              <a:extLst>
                <a:ext uri="{FF2B5EF4-FFF2-40B4-BE49-F238E27FC236}">
                  <a16:creationId xmlns:a16="http://schemas.microsoft.com/office/drawing/2014/main" id="{AC18253B-EA5A-663E-0F39-BE2C403A3F2A}"/>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3431" name="Group 45">
            <a:extLst>
              <a:ext uri="{FF2B5EF4-FFF2-40B4-BE49-F238E27FC236}">
                <a16:creationId xmlns:a16="http://schemas.microsoft.com/office/drawing/2014/main" id="{58084464-76D5-FA8D-B693-1198B587FD1F}"/>
              </a:ext>
            </a:extLst>
          </p:cNvPr>
          <p:cNvGrpSpPr>
            <a:grpSpLocks/>
          </p:cNvGrpSpPr>
          <p:nvPr/>
        </p:nvGrpSpPr>
        <p:grpSpPr bwMode="auto">
          <a:xfrm>
            <a:off x="2554288" y="2998788"/>
            <a:ext cx="520700" cy="152400"/>
            <a:chOff x="990" y="2694"/>
            <a:chExt cx="328" cy="96"/>
          </a:xfrm>
        </p:grpSpPr>
        <p:sp>
          <p:nvSpPr>
            <p:cNvPr id="432174" name="Oval 46">
              <a:extLst>
                <a:ext uri="{FF2B5EF4-FFF2-40B4-BE49-F238E27FC236}">
                  <a16:creationId xmlns:a16="http://schemas.microsoft.com/office/drawing/2014/main" id="{3FC8DB9F-582E-20F1-811D-6537D72BAE01}"/>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2175" name="Oval 47">
              <a:extLst>
                <a:ext uri="{FF2B5EF4-FFF2-40B4-BE49-F238E27FC236}">
                  <a16:creationId xmlns:a16="http://schemas.microsoft.com/office/drawing/2014/main" id="{4F85F606-C042-B41A-B4F8-156DA82D3BEB}"/>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3432" name="Group 48">
            <a:extLst>
              <a:ext uri="{FF2B5EF4-FFF2-40B4-BE49-F238E27FC236}">
                <a16:creationId xmlns:a16="http://schemas.microsoft.com/office/drawing/2014/main" id="{0CC341C1-8496-40CE-5E56-F9E5E7BBAE88}"/>
              </a:ext>
            </a:extLst>
          </p:cNvPr>
          <p:cNvGrpSpPr>
            <a:grpSpLocks/>
          </p:cNvGrpSpPr>
          <p:nvPr/>
        </p:nvGrpSpPr>
        <p:grpSpPr bwMode="auto">
          <a:xfrm rot="-2653714">
            <a:off x="3451225" y="3211513"/>
            <a:ext cx="520700" cy="152400"/>
            <a:chOff x="990" y="2694"/>
            <a:chExt cx="328" cy="96"/>
          </a:xfrm>
        </p:grpSpPr>
        <p:sp>
          <p:nvSpPr>
            <p:cNvPr id="432177" name="Oval 49">
              <a:extLst>
                <a:ext uri="{FF2B5EF4-FFF2-40B4-BE49-F238E27FC236}">
                  <a16:creationId xmlns:a16="http://schemas.microsoft.com/office/drawing/2014/main" id="{757ADA1D-3121-C673-149D-38C06C4B2201}"/>
                </a:ext>
              </a:extLst>
            </p:cNvPr>
            <p:cNvSpPr>
              <a:spLocks noChangeArrowheads="1"/>
            </p:cNvSpPr>
            <p:nvPr/>
          </p:nvSpPr>
          <p:spPr bwMode="auto">
            <a:xfrm>
              <a:off x="991" y="2694"/>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2178" name="Oval 50">
              <a:extLst>
                <a:ext uri="{FF2B5EF4-FFF2-40B4-BE49-F238E27FC236}">
                  <a16:creationId xmlns:a16="http://schemas.microsoft.com/office/drawing/2014/main" id="{A8D41FB9-F40B-F022-1A08-466C1C7FD09C}"/>
                </a:ext>
              </a:extLst>
            </p:cNvPr>
            <p:cNvSpPr>
              <a:spLocks noChangeArrowheads="1"/>
            </p:cNvSpPr>
            <p:nvPr/>
          </p:nvSpPr>
          <p:spPr bwMode="auto">
            <a:xfrm>
              <a:off x="1235" y="2691"/>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3433" name="Group 51">
            <a:extLst>
              <a:ext uri="{FF2B5EF4-FFF2-40B4-BE49-F238E27FC236}">
                <a16:creationId xmlns:a16="http://schemas.microsoft.com/office/drawing/2014/main" id="{9B0C4EA3-970C-F3AE-CD82-8228AE356681}"/>
              </a:ext>
            </a:extLst>
          </p:cNvPr>
          <p:cNvGrpSpPr>
            <a:grpSpLocks/>
          </p:cNvGrpSpPr>
          <p:nvPr/>
        </p:nvGrpSpPr>
        <p:grpSpPr bwMode="auto">
          <a:xfrm rot="-2653714">
            <a:off x="4422775" y="4048125"/>
            <a:ext cx="520700" cy="152400"/>
            <a:chOff x="990" y="2694"/>
            <a:chExt cx="328" cy="96"/>
          </a:xfrm>
        </p:grpSpPr>
        <p:sp>
          <p:nvSpPr>
            <p:cNvPr id="432180" name="Oval 52">
              <a:extLst>
                <a:ext uri="{FF2B5EF4-FFF2-40B4-BE49-F238E27FC236}">
                  <a16:creationId xmlns:a16="http://schemas.microsoft.com/office/drawing/2014/main" id="{9E3C67C5-1F60-BE1C-7A45-92CBA516227E}"/>
                </a:ext>
              </a:extLst>
            </p:cNvPr>
            <p:cNvSpPr>
              <a:spLocks noChangeArrowheads="1"/>
            </p:cNvSpPr>
            <p:nvPr/>
          </p:nvSpPr>
          <p:spPr bwMode="auto">
            <a:xfrm>
              <a:off x="991" y="2694"/>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2181" name="Oval 53">
              <a:extLst>
                <a:ext uri="{FF2B5EF4-FFF2-40B4-BE49-F238E27FC236}">
                  <a16:creationId xmlns:a16="http://schemas.microsoft.com/office/drawing/2014/main" id="{860DC77B-0198-FEDB-5559-7C2E3A12FB3D}"/>
                </a:ext>
              </a:extLst>
            </p:cNvPr>
            <p:cNvSpPr>
              <a:spLocks noChangeArrowheads="1"/>
            </p:cNvSpPr>
            <p:nvPr/>
          </p:nvSpPr>
          <p:spPr bwMode="auto">
            <a:xfrm>
              <a:off x="1235" y="2691"/>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32182" name="Text Box 54">
            <a:extLst>
              <a:ext uri="{FF2B5EF4-FFF2-40B4-BE49-F238E27FC236}">
                <a16:creationId xmlns:a16="http://schemas.microsoft.com/office/drawing/2014/main" id="{EEFFCE96-C999-5428-36E2-3D97BB7366E8}"/>
              </a:ext>
            </a:extLst>
          </p:cNvPr>
          <p:cNvSpPr txBox="1">
            <a:spLocks noChangeArrowheads="1"/>
          </p:cNvSpPr>
          <p:nvPr/>
        </p:nvSpPr>
        <p:spPr bwMode="auto">
          <a:xfrm>
            <a:off x="719138" y="4913313"/>
            <a:ext cx="2071687" cy="519112"/>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C0128"/>
                </a:solidFill>
                <a:effectLst>
                  <a:outerShdw blurRad="38100" dist="38100" dir="2700000" algn="tl">
                    <a:srgbClr val="000000"/>
                  </a:outerShdw>
                </a:effectLst>
                <a:latin typeface="Times New Roman" pitchFamily="18" charset="0"/>
                <a:ea typeface="+mn-ea"/>
              </a:rPr>
              <a:t> 6 Regions</a:t>
            </a:r>
          </a:p>
        </p:txBody>
      </p:sp>
      <p:sp>
        <p:nvSpPr>
          <p:cNvPr id="432183" name="Text Box 55">
            <a:extLst>
              <a:ext uri="{FF2B5EF4-FFF2-40B4-BE49-F238E27FC236}">
                <a16:creationId xmlns:a16="http://schemas.microsoft.com/office/drawing/2014/main" id="{28C2181E-5E87-0D17-D524-E473D93E4B3F}"/>
              </a:ext>
            </a:extLst>
          </p:cNvPr>
          <p:cNvSpPr txBox="1">
            <a:spLocks noChangeArrowheads="1"/>
          </p:cNvSpPr>
          <p:nvPr/>
        </p:nvSpPr>
        <p:spPr bwMode="auto">
          <a:xfrm>
            <a:off x="3341688" y="3678238"/>
            <a:ext cx="484187" cy="579437"/>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1</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
        <p:nvSpPr>
          <p:cNvPr id="432184" name="Text Box 56">
            <a:extLst>
              <a:ext uri="{FF2B5EF4-FFF2-40B4-BE49-F238E27FC236}">
                <a16:creationId xmlns:a16="http://schemas.microsoft.com/office/drawing/2014/main" id="{46B4B5E7-A270-A448-5A58-3388C4F7F35B}"/>
              </a:ext>
            </a:extLst>
          </p:cNvPr>
          <p:cNvSpPr txBox="1">
            <a:spLocks noChangeArrowheads="1"/>
          </p:cNvSpPr>
          <p:nvPr/>
        </p:nvSpPr>
        <p:spPr bwMode="auto">
          <a:xfrm>
            <a:off x="3327400" y="2727325"/>
            <a:ext cx="484188" cy="579438"/>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2</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
        <p:nvSpPr>
          <p:cNvPr id="432185" name="Text Box 57">
            <a:extLst>
              <a:ext uri="{FF2B5EF4-FFF2-40B4-BE49-F238E27FC236}">
                <a16:creationId xmlns:a16="http://schemas.microsoft.com/office/drawing/2014/main" id="{FE2434FF-1CCC-11C1-5E86-B93A8C555133}"/>
              </a:ext>
            </a:extLst>
          </p:cNvPr>
          <p:cNvSpPr txBox="1">
            <a:spLocks noChangeArrowheads="1"/>
          </p:cNvSpPr>
          <p:nvPr/>
        </p:nvSpPr>
        <p:spPr bwMode="auto">
          <a:xfrm>
            <a:off x="4283075" y="2695575"/>
            <a:ext cx="484188" cy="579438"/>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3</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
        <p:nvSpPr>
          <p:cNvPr id="432186" name="Text Box 58">
            <a:extLst>
              <a:ext uri="{FF2B5EF4-FFF2-40B4-BE49-F238E27FC236}">
                <a16:creationId xmlns:a16="http://schemas.microsoft.com/office/drawing/2014/main" id="{6014056A-097A-263A-8CA4-B59B94B145C1}"/>
              </a:ext>
            </a:extLst>
          </p:cNvPr>
          <p:cNvSpPr txBox="1">
            <a:spLocks noChangeArrowheads="1"/>
          </p:cNvSpPr>
          <p:nvPr/>
        </p:nvSpPr>
        <p:spPr bwMode="auto">
          <a:xfrm>
            <a:off x="4819650" y="3082925"/>
            <a:ext cx="484188" cy="579438"/>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4</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
        <p:nvSpPr>
          <p:cNvPr id="432187" name="Text Box 59">
            <a:extLst>
              <a:ext uri="{FF2B5EF4-FFF2-40B4-BE49-F238E27FC236}">
                <a16:creationId xmlns:a16="http://schemas.microsoft.com/office/drawing/2014/main" id="{A3B04732-8A4A-1CEE-B839-428B97148BD2}"/>
              </a:ext>
            </a:extLst>
          </p:cNvPr>
          <p:cNvSpPr txBox="1">
            <a:spLocks noChangeArrowheads="1"/>
          </p:cNvSpPr>
          <p:nvPr/>
        </p:nvSpPr>
        <p:spPr bwMode="auto">
          <a:xfrm>
            <a:off x="4637088" y="4021138"/>
            <a:ext cx="484187" cy="579437"/>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5</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
        <p:nvSpPr>
          <p:cNvPr id="432188" name="Text Box 60">
            <a:extLst>
              <a:ext uri="{FF2B5EF4-FFF2-40B4-BE49-F238E27FC236}">
                <a16:creationId xmlns:a16="http://schemas.microsoft.com/office/drawing/2014/main" id="{1042C0EA-CE60-AEF3-34FA-77A6890D80E8}"/>
              </a:ext>
            </a:extLst>
          </p:cNvPr>
          <p:cNvSpPr txBox="1">
            <a:spLocks noChangeArrowheads="1"/>
          </p:cNvSpPr>
          <p:nvPr/>
        </p:nvSpPr>
        <p:spPr bwMode="auto">
          <a:xfrm>
            <a:off x="3719513" y="4040188"/>
            <a:ext cx="484187" cy="579437"/>
          </a:xfrm>
          <a:prstGeom prst="rect">
            <a:avLst/>
          </a:prstGeom>
          <a:noFill/>
          <a:ln w="12700">
            <a:noFill/>
            <a:miter lim="800000"/>
            <a:headEnd/>
            <a:tailEnd/>
          </a:ln>
          <a:effectLst/>
        </p:spPr>
        <p:txBody>
          <a:bodyPr>
            <a:spAutoFit/>
          </a:bodyPr>
          <a:lstStyle/>
          <a:p>
            <a:pPr>
              <a:spcBef>
                <a:spcPct val="50000"/>
              </a:spcBef>
              <a:defRPr/>
            </a:pPr>
            <a:r>
              <a:rPr lang="en-US" sz="3200">
                <a:solidFill>
                  <a:srgbClr val="FC0128"/>
                </a:solidFill>
                <a:effectLst>
                  <a:outerShdw blurRad="38100" dist="38100" dir="2700000" algn="tl">
                    <a:srgbClr val="000000"/>
                  </a:outerShdw>
                </a:effectLst>
                <a:latin typeface="Times New Roman" pitchFamily="18" charset="0"/>
                <a:ea typeface="+mn-ea"/>
              </a:rPr>
              <a:t>6</a:t>
            </a:r>
            <a:endParaRPr lang="en-US" sz="3200">
              <a:solidFill>
                <a:srgbClr val="FFFFFF"/>
              </a:solidFill>
              <a:effectLst>
                <a:outerShdw blurRad="38100" dist="38100" dir="2700000" algn="tl">
                  <a:srgbClr val="000000"/>
                </a:outerShdw>
              </a:effectLst>
              <a:latin typeface="Times New Roman" pitchFamily="18" charset="0"/>
              <a:ea typeface="+mn-ea"/>
            </a:endParaRPr>
          </a:p>
        </p:txBody>
      </p:sp>
    </p:spTree>
    <p:custDataLst>
      <p:tags r:id="rId1"/>
    </p:custData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a:extLst>
              <a:ext uri="{FF2B5EF4-FFF2-40B4-BE49-F238E27FC236}">
                <a16:creationId xmlns:a16="http://schemas.microsoft.com/office/drawing/2014/main" id="{6E3A90A4-3E8F-5E22-2222-B38505D534F8}"/>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33155" name="Text Box 3">
            <a:extLst>
              <a:ext uri="{FF2B5EF4-FFF2-40B4-BE49-F238E27FC236}">
                <a16:creationId xmlns:a16="http://schemas.microsoft.com/office/drawing/2014/main" id="{2A0EC873-E383-DAD9-7B4E-764E7038897C}"/>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3156" name="Text Box 4">
            <a:extLst>
              <a:ext uri="{FF2B5EF4-FFF2-40B4-BE49-F238E27FC236}">
                <a16:creationId xmlns:a16="http://schemas.microsoft.com/office/drawing/2014/main" id="{B9B9708E-F62F-AD5C-047D-4BB3688B03B4}"/>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3157" name="Text Box 5">
            <a:extLst>
              <a:ext uri="{FF2B5EF4-FFF2-40B4-BE49-F238E27FC236}">
                <a16:creationId xmlns:a16="http://schemas.microsoft.com/office/drawing/2014/main" id="{58DC26D8-09A2-D70A-6BCB-5009AB509138}"/>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3158" name="Line 6">
            <a:extLst>
              <a:ext uri="{FF2B5EF4-FFF2-40B4-BE49-F238E27FC236}">
                <a16:creationId xmlns:a16="http://schemas.microsoft.com/office/drawing/2014/main" id="{CBF702B8-71D9-12DF-F1FA-70D648E993C8}"/>
              </a:ext>
            </a:extLst>
          </p:cNvPr>
          <p:cNvSpPr>
            <a:spLocks noChangeShapeType="1"/>
          </p:cNvSpPr>
          <p:nvPr/>
        </p:nvSpPr>
        <p:spPr bwMode="auto">
          <a:xfrm>
            <a:off x="3309938" y="3694113"/>
            <a:ext cx="433387"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3159" name="Line 7">
            <a:extLst>
              <a:ext uri="{FF2B5EF4-FFF2-40B4-BE49-F238E27FC236}">
                <a16:creationId xmlns:a16="http://schemas.microsoft.com/office/drawing/2014/main" id="{C0B0E247-DA31-4084-D326-7444DD94EB16}"/>
              </a:ext>
            </a:extLst>
          </p:cNvPr>
          <p:cNvSpPr>
            <a:spLocks noChangeShapeType="1"/>
          </p:cNvSpPr>
          <p:nvPr/>
        </p:nvSpPr>
        <p:spPr bwMode="auto">
          <a:xfrm>
            <a:off x="4799013" y="3695700"/>
            <a:ext cx="434975"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3160" name="Text Box 8">
            <a:extLst>
              <a:ext uri="{FF2B5EF4-FFF2-40B4-BE49-F238E27FC236}">
                <a16:creationId xmlns:a16="http://schemas.microsoft.com/office/drawing/2014/main" id="{58DCC932-7D5F-6C93-E229-3E02DC0A4C5B}"/>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3161" name="Line 9">
            <a:extLst>
              <a:ext uri="{FF2B5EF4-FFF2-40B4-BE49-F238E27FC236}">
                <a16:creationId xmlns:a16="http://schemas.microsoft.com/office/drawing/2014/main" id="{4FDB37E2-A2CB-D05C-C018-39A98B65196C}"/>
              </a:ext>
            </a:extLst>
          </p:cNvPr>
          <p:cNvSpPr>
            <a:spLocks noChangeShapeType="1"/>
          </p:cNvSpPr>
          <p:nvPr/>
        </p:nvSpPr>
        <p:spPr bwMode="auto">
          <a:xfrm flipV="1">
            <a:off x="4227513" y="2874963"/>
            <a:ext cx="0" cy="31750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3162" name="Line 10">
            <a:extLst>
              <a:ext uri="{FF2B5EF4-FFF2-40B4-BE49-F238E27FC236}">
                <a16:creationId xmlns:a16="http://schemas.microsoft.com/office/drawing/2014/main" id="{615D0C0E-FA56-0978-107E-6FB1079355DB}"/>
              </a:ext>
            </a:extLst>
          </p:cNvPr>
          <p:cNvSpPr>
            <a:spLocks noChangeShapeType="1"/>
          </p:cNvSpPr>
          <p:nvPr/>
        </p:nvSpPr>
        <p:spPr bwMode="auto">
          <a:xfrm flipV="1">
            <a:off x="4213225" y="4214813"/>
            <a:ext cx="0" cy="31750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3163" name="Text Box 11">
            <a:extLst>
              <a:ext uri="{FF2B5EF4-FFF2-40B4-BE49-F238E27FC236}">
                <a16:creationId xmlns:a16="http://schemas.microsoft.com/office/drawing/2014/main" id="{0A206AC7-06B0-8CAE-7BE0-76855BCB0C71}"/>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grpSp>
        <p:nvGrpSpPr>
          <p:cNvPr id="275468" name="Group 12">
            <a:extLst>
              <a:ext uri="{FF2B5EF4-FFF2-40B4-BE49-F238E27FC236}">
                <a16:creationId xmlns:a16="http://schemas.microsoft.com/office/drawing/2014/main" id="{A1E457ED-AE1B-97B6-D28A-6548C04669D3}"/>
              </a:ext>
            </a:extLst>
          </p:cNvPr>
          <p:cNvGrpSpPr>
            <a:grpSpLocks/>
          </p:cNvGrpSpPr>
          <p:nvPr/>
        </p:nvGrpSpPr>
        <p:grpSpPr bwMode="auto">
          <a:xfrm>
            <a:off x="5324475" y="4181475"/>
            <a:ext cx="520700" cy="152400"/>
            <a:chOff x="990" y="2694"/>
            <a:chExt cx="328" cy="96"/>
          </a:xfrm>
        </p:grpSpPr>
        <p:sp>
          <p:nvSpPr>
            <p:cNvPr id="433165" name="Oval 13">
              <a:extLst>
                <a:ext uri="{FF2B5EF4-FFF2-40B4-BE49-F238E27FC236}">
                  <a16:creationId xmlns:a16="http://schemas.microsoft.com/office/drawing/2014/main" id="{518F8F5F-C9C2-D453-144C-5634B17AD4CC}"/>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3166" name="Oval 14">
              <a:extLst>
                <a:ext uri="{FF2B5EF4-FFF2-40B4-BE49-F238E27FC236}">
                  <a16:creationId xmlns:a16="http://schemas.microsoft.com/office/drawing/2014/main" id="{9DE11FD2-3240-CA0A-E34E-75F4BE89CC1D}"/>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5469" name="Group 15">
            <a:extLst>
              <a:ext uri="{FF2B5EF4-FFF2-40B4-BE49-F238E27FC236}">
                <a16:creationId xmlns:a16="http://schemas.microsoft.com/office/drawing/2014/main" id="{7F7F2F35-6026-EFF5-5320-03AA2620976E}"/>
              </a:ext>
            </a:extLst>
          </p:cNvPr>
          <p:cNvGrpSpPr>
            <a:grpSpLocks/>
          </p:cNvGrpSpPr>
          <p:nvPr/>
        </p:nvGrpSpPr>
        <p:grpSpPr bwMode="auto">
          <a:xfrm rot="-5400000">
            <a:off x="5922963" y="3660775"/>
            <a:ext cx="520700" cy="152400"/>
            <a:chOff x="990" y="2694"/>
            <a:chExt cx="328" cy="96"/>
          </a:xfrm>
        </p:grpSpPr>
        <p:sp>
          <p:nvSpPr>
            <p:cNvPr id="433168" name="Oval 16">
              <a:extLst>
                <a:ext uri="{FF2B5EF4-FFF2-40B4-BE49-F238E27FC236}">
                  <a16:creationId xmlns:a16="http://schemas.microsoft.com/office/drawing/2014/main" id="{394EBF75-2179-A039-3DB2-D2F89D1E2EDC}"/>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3169" name="Oval 17">
              <a:extLst>
                <a:ext uri="{FF2B5EF4-FFF2-40B4-BE49-F238E27FC236}">
                  <a16:creationId xmlns:a16="http://schemas.microsoft.com/office/drawing/2014/main" id="{DB4AEDA6-5212-6D4C-0EC5-616E7A265090}"/>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5470" name="Group 18">
            <a:extLst>
              <a:ext uri="{FF2B5EF4-FFF2-40B4-BE49-F238E27FC236}">
                <a16:creationId xmlns:a16="http://schemas.microsoft.com/office/drawing/2014/main" id="{CA4F6EAE-937E-0B82-5EDE-D7D86615CC99}"/>
              </a:ext>
            </a:extLst>
          </p:cNvPr>
          <p:cNvGrpSpPr>
            <a:grpSpLocks/>
          </p:cNvGrpSpPr>
          <p:nvPr/>
        </p:nvGrpSpPr>
        <p:grpSpPr bwMode="auto">
          <a:xfrm>
            <a:off x="5326063" y="3063875"/>
            <a:ext cx="520700" cy="152400"/>
            <a:chOff x="990" y="2694"/>
            <a:chExt cx="328" cy="96"/>
          </a:xfrm>
        </p:grpSpPr>
        <p:sp>
          <p:nvSpPr>
            <p:cNvPr id="433171" name="Oval 19">
              <a:extLst>
                <a:ext uri="{FF2B5EF4-FFF2-40B4-BE49-F238E27FC236}">
                  <a16:creationId xmlns:a16="http://schemas.microsoft.com/office/drawing/2014/main" id="{1F0BE4EF-A641-F8F6-7E74-4DE8505443C3}"/>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3172" name="Oval 20">
              <a:extLst>
                <a:ext uri="{FF2B5EF4-FFF2-40B4-BE49-F238E27FC236}">
                  <a16:creationId xmlns:a16="http://schemas.microsoft.com/office/drawing/2014/main" id="{B10CABEF-23E3-2E14-ACE7-8D2D1C6A8AA4}"/>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5471" name="Group 21">
            <a:extLst>
              <a:ext uri="{FF2B5EF4-FFF2-40B4-BE49-F238E27FC236}">
                <a16:creationId xmlns:a16="http://schemas.microsoft.com/office/drawing/2014/main" id="{AA2F068F-AFC3-20F2-87C7-48DC5571332D}"/>
              </a:ext>
            </a:extLst>
          </p:cNvPr>
          <p:cNvGrpSpPr>
            <a:grpSpLocks/>
          </p:cNvGrpSpPr>
          <p:nvPr/>
        </p:nvGrpSpPr>
        <p:grpSpPr bwMode="auto">
          <a:xfrm>
            <a:off x="3986213" y="1811338"/>
            <a:ext cx="520700" cy="152400"/>
            <a:chOff x="990" y="2694"/>
            <a:chExt cx="328" cy="96"/>
          </a:xfrm>
        </p:grpSpPr>
        <p:sp>
          <p:nvSpPr>
            <p:cNvPr id="433174" name="Oval 22">
              <a:extLst>
                <a:ext uri="{FF2B5EF4-FFF2-40B4-BE49-F238E27FC236}">
                  <a16:creationId xmlns:a16="http://schemas.microsoft.com/office/drawing/2014/main" id="{129A8CC2-F48C-BC81-D1ED-5C26B8D685D6}"/>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3175" name="Oval 23">
              <a:extLst>
                <a:ext uri="{FF2B5EF4-FFF2-40B4-BE49-F238E27FC236}">
                  <a16:creationId xmlns:a16="http://schemas.microsoft.com/office/drawing/2014/main" id="{94DB8672-C728-4E4B-2826-6166C9F04EEE}"/>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5472" name="Group 24">
            <a:extLst>
              <a:ext uri="{FF2B5EF4-FFF2-40B4-BE49-F238E27FC236}">
                <a16:creationId xmlns:a16="http://schemas.microsoft.com/office/drawing/2014/main" id="{DC31DA74-45A1-8F31-119D-72B2E905AADD}"/>
              </a:ext>
            </a:extLst>
          </p:cNvPr>
          <p:cNvGrpSpPr>
            <a:grpSpLocks/>
          </p:cNvGrpSpPr>
          <p:nvPr/>
        </p:nvGrpSpPr>
        <p:grpSpPr bwMode="auto">
          <a:xfrm rot="-5400000">
            <a:off x="4521200" y="2344738"/>
            <a:ext cx="520700" cy="152400"/>
            <a:chOff x="990" y="2694"/>
            <a:chExt cx="328" cy="96"/>
          </a:xfrm>
        </p:grpSpPr>
        <p:sp>
          <p:nvSpPr>
            <p:cNvPr id="433177" name="Oval 25">
              <a:extLst>
                <a:ext uri="{FF2B5EF4-FFF2-40B4-BE49-F238E27FC236}">
                  <a16:creationId xmlns:a16="http://schemas.microsoft.com/office/drawing/2014/main" id="{A6A35BB8-9905-E0C3-D5C7-45FB94539D9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3178" name="Oval 26">
              <a:extLst>
                <a:ext uri="{FF2B5EF4-FFF2-40B4-BE49-F238E27FC236}">
                  <a16:creationId xmlns:a16="http://schemas.microsoft.com/office/drawing/2014/main" id="{9BBB10C8-4931-80BF-C972-47DE3495CF5E}"/>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5473" name="Group 27">
            <a:extLst>
              <a:ext uri="{FF2B5EF4-FFF2-40B4-BE49-F238E27FC236}">
                <a16:creationId xmlns:a16="http://schemas.microsoft.com/office/drawing/2014/main" id="{9B48BEF3-E3A9-7DF3-551E-BD9AD68D434F}"/>
              </a:ext>
            </a:extLst>
          </p:cNvPr>
          <p:cNvGrpSpPr>
            <a:grpSpLocks/>
          </p:cNvGrpSpPr>
          <p:nvPr/>
        </p:nvGrpSpPr>
        <p:grpSpPr bwMode="auto">
          <a:xfrm rot="-5400000">
            <a:off x="3470275" y="2363788"/>
            <a:ext cx="520700" cy="152400"/>
            <a:chOff x="990" y="2694"/>
            <a:chExt cx="328" cy="96"/>
          </a:xfrm>
        </p:grpSpPr>
        <p:sp>
          <p:nvSpPr>
            <p:cNvPr id="433180" name="Oval 28">
              <a:extLst>
                <a:ext uri="{FF2B5EF4-FFF2-40B4-BE49-F238E27FC236}">
                  <a16:creationId xmlns:a16="http://schemas.microsoft.com/office/drawing/2014/main" id="{8F28CF2E-B794-AC0E-3727-9977DFD70AF6}"/>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3181" name="Oval 29">
              <a:extLst>
                <a:ext uri="{FF2B5EF4-FFF2-40B4-BE49-F238E27FC236}">
                  <a16:creationId xmlns:a16="http://schemas.microsoft.com/office/drawing/2014/main" id="{6FEEB361-4BDB-AA07-B35C-45D8AE18A5CE}"/>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5474" name="Group 30">
            <a:extLst>
              <a:ext uri="{FF2B5EF4-FFF2-40B4-BE49-F238E27FC236}">
                <a16:creationId xmlns:a16="http://schemas.microsoft.com/office/drawing/2014/main" id="{921CB513-3D5F-D125-962C-8CDBC96A632F}"/>
              </a:ext>
            </a:extLst>
          </p:cNvPr>
          <p:cNvGrpSpPr>
            <a:grpSpLocks/>
          </p:cNvGrpSpPr>
          <p:nvPr/>
        </p:nvGrpSpPr>
        <p:grpSpPr bwMode="auto">
          <a:xfrm>
            <a:off x="3921125" y="5524500"/>
            <a:ext cx="520700" cy="152400"/>
            <a:chOff x="990" y="2694"/>
            <a:chExt cx="328" cy="96"/>
          </a:xfrm>
        </p:grpSpPr>
        <p:sp>
          <p:nvSpPr>
            <p:cNvPr id="433183" name="Oval 31">
              <a:extLst>
                <a:ext uri="{FF2B5EF4-FFF2-40B4-BE49-F238E27FC236}">
                  <a16:creationId xmlns:a16="http://schemas.microsoft.com/office/drawing/2014/main" id="{8CA381BF-ED03-740F-4CFE-07C826BAEF69}"/>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3184" name="Oval 32">
              <a:extLst>
                <a:ext uri="{FF2B5EF4-FFF2-40B4-BE49-F238E27FC236}">
                  <a16:creationId xmlns:a16="http://schemas.microsoft.com/office/drawing/2014/main" id="{D5BFAB9A-6FFA-0828-CF4F-5EB509480F2F}"/>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5475" name="Group 33">
            <a:extLst>
              <a:ext uri="{FF2B5EF4-FFF2-40B4-BE49-F238E27FC236}">
                <a16:creationId xmlns:a16="http://schemas.microsoft.com/office/drawing/2014/main" id="{1D1D1E6F-C5E7-2786-1C1D-AF3682888D18}"/>
              </a:ext>
            </a:extLst>
          </p:cNvPr>
          <p:cNvGrpSpPr>
            <a:grpSpLocks/>
          </p:cNvGrpSpPr>
          <p:nvPr/>
        </p:nvGrpSpPr>
        <p:grpSpPr bwMode="auto">
          <a:xfrm rot="-5400000">
            <a:off x="4473575" y="4987925"/>
            <a:ext cx="520700" cy="152400"/>
            <a:chOff x="990" y="2694"/>
            <a:chExt cx="328" cy="96"/>
          </a:xfrm>
        </p:grpSpPr>
        <p:sp>
          <p:nvSpPr>
            <p:cNvPr id="433186" name="Oval 34">
              <a:extLst>
                <a:ext uri="{FF2B5EF4-FFF2-40B4-BE49-F238E27FC236}">
                  <a16:creationId xmlns:a16="http://schemas.microsoft.com/office/drawing/2014/main" id="{33CEAB52-7CDF-8C4D-BDAB-E06419AB01C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3187" name="Oval 35">
              <a:extLst>
                <a:ext uri="{FF2B5EF4-FFF2-40B4-BE49-F238E27FC236}">
                  <a16:creationId xmlns:a16="http://schemas.microsoft.com/office/drawing/2014/main" id="{D4C60CFC-EF18-24EE-0603-9F928BBCA3CA}"/>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5476" name="Group 36">
            <a:extLst>
              <a:ext uri="{FF2B5EF4-FFF2-40B4-BE49-F238E27FC236}">
                <a16:creationId xmlns:a16="http://schemas.microsoft.com/office/drawing/2014/main" id="{67D891BA-168E-2F5B-6B1F-8319B2269B49}"/>
              </a:ext>
            </a:extLst>
          </p:cNvPr>
          <p:cNvGrpSpPr>
            <a:grpSpLocks/>
          </p:cNvGrpSpPr>
          <p:nvPr/>
        </p:nvGrpSpPr>
        <p:grpSpPr bwMode="auto">
          <a:xfrm rot="-5400000">
            <a:off x="3422650" y="4989513"/>
            <a:ext cx="520700" cy="152400"/>
            <a:chOff x="990" y="2694"/>
            <a:chExt cx="328" cy="96"/>
          </a:xfrm>
        </p:grpSpPr>
        <p:sp>
          <p:nvSpPr>
            <p:cNvPr id="433189" name="Oval 37">
              <a:extLst>
                <a:ext uri="{FF2B5EF4-FFF2-40B4-BE49-F238E27FC236}">
                  <a16:creationId xmlns:a16="http://schemas.microsoft.com/office/drawing/2014/main" id="{E6A7A314-B89D-E803-27E3-1CDE9FA5E299}"/>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3190" name="Oval 38">
              <a:extLst>
                <a:ext uri="{FF2B5EF4-FFF2-40B4-BE49-F238E27FC236}">
                  <a16:creationId xmlns:a16="http://schemas.microsoft.com/office/drawing/2014/main" id="{0480ACA6-88CD-19A3-89BD-22E3903E87AD}"/>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5477" name="Group 39">
            <a:extLst>
              <a:ext uri="{FF2B5EF4-FFF2-40B4-BE49-F238E27FC236}">
                <a16:creationId xmlns:a16="http://schemas.microsoft.com/office/drawing/2014/main" id="{CB5A7373-6388-6151-BB3F-1B7E133655DD}"/>
              </a:ext>
            </a:extLst>
          </p:cNvPr>
          <p:cNvGrpSpPr>
            <a:grpSpLocks/>
          </p:cNvGrpSpPr>
          <p:nvPr/>
        </p:nvGrpSpPr>
        <p:grpSpPr bwMode="auto">
          <a:xfrm>
            <a:off x="2535238" y="4132263"/>
            <a:ext cx="520700" cy="152400"/>
            <a:chOff x="990" y="2694"/>
            <a:chExt cx="328" cy="96"/>
          </a:xfrm>
        </p:grpSpPr>
        <p:sp>
          <p:nvSpPr>
            <p:cNvPr id="433192" name="Oval 40">
              <a:extLst>
                <a:ext uri="{FF2B5EF4-FFF2-40B4-BE49-F238E27FC236}">
                  <a16:creationId xmlns:a16="http://schemas.microsoft.com/office/drawing/2014/main" id="{7E30773D-697E-8D7C-7FB8-9300DA9B3777}"/>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3193" name="Oval 41">
              <a:extLst>
                <a:ext uri="{FF2B5EF4-FFF2-40B4-BE49-F238E27FC236}">
                  <a16:creationId xmlns:a16="http://schemas.microsoft.com/office/drawing/2014/main" id="{EA7E43B7-9EDF-688C-778C-85A0B45F5822}"/>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5478" name="Group 42">
            <a:extLst>
              <a:ext uri="{FF2B5EF4-FFF2-40B4-BE49-F238E27FC236}">
                <a16:creationId xmlns:a16="http://schemas.microsoft.com/office/drawing/2014/main" id="{3ACFAABE-D643-3428-A46D-5FACF03E28C5}"/>
              </a:ext>
            </a:extLst>
          </p:cNvPr>
          <p:cNvGrpSpPr>
            <a:grpSpLocks/>
          </p:cNvGrpSpPr>
          <p:nvPr/>
        </p:nvGrpSpPr>
        <p:grpSpPr bwMode="auto">
          <a:xfrm rot="-5400000">
            <a:off x="2035175" y="3584575"/>
            <a:ext cx="520700" cy="152400"/>
            <a:chOff x="990" y="2694"/>
            <a:chExt cx="328" cy="96"/>
          </a:xfrm>
        </p:grpSpPr>
        <p:sp>
          <p:nvSpPr>
            <p:cNvPr id="433195" name="Oval 43">
              <a:extLst>
                <a:ext uri="{FF2B5EF4-FFF2-40B4-BE49-F238E27FC236}">
                  <a16:creationId xmlns:a16="http://schemas.microsoft.com/office/drawing/2014/main" id="{F2C7882D-31D3-DA68-982D-C462397A4723}"/>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3196" name="Oval 44">
              <a:extLst>
                <a:ext uri="{FF2B5EF4-FFF2-40B4-BE49-F238E27FC236}">
                  <a16:creationId xmlns:a16="http://schemas.microsoft.com/office/drawing/2014/main" id="{97760783-25FA-AFFE-6F3A-13DFA0A5E6E5}"/>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5479" name="Group 45">
            <a:extLst>
              <a:ext uri="{FF2B5EF4-FFF2-40B4-BE49-F238E27FC236}">
                <a16:creationId xmlns:a16="http://schemas.microsoft.com/office/drawing/2014/main" id="{61048508-53DD-38D0-AF68-ABA85F63AF62}"/>
              </a:ext>
            </a:extLst>
          </p:cNvPr>
          <p:cNvGrpSpPr>
            <a:grpSpLocks/>
          </p:cNvGrpSpPr>
          <p:nvPr/>
        </p:nvGrpSpPr>
        <p:grpSpPr bwMode="auto">
          <a:xfrm>
            <a:off x="2554288" y="2998788"/>
            <a:ext cx="520700" cy="152400"/>
            <a:chOff x="990" y="2694"/>
            <a:chExt cx="328" cy="96"/>
          </a:xfrm>
        </p:grpSpPr>
        <p:sp>
          <p:nvSpPr>
            <p:cNvPr id="433198" name="Oval 46">
              <a:extLst>
                <a:ext uri="{FF2B5EF4-FFF2-40B4-BE49-F238E27FC236}">
                  <a16:creationId xmlns:a16="http://schemas.microsoft.com/office/drawing/2014/main" id="{22AE089C-19E7-6839-6215-FA0145F64317}"/>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3199" name="Oval 47">
              <a:extLst>
                <a:ext uri="{FF2B5EF4-FFF2-40B4-BE49-F238E27FC236}">
                  <a16:creationId xmlns:a16="http://schemas.microsoft.com/office/drawing/2014/main" id="{D37EDF5C-2196-FBC1-95D0-276B59B11A74}"/>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5480" name="Group 48">
            <a:extLst>
              <a:ext uri="{FF2B5EF4-FFF2-40B4-BE49-F238E27FC236}">
                <a16:creationId xmlns:a16="http://schemas.microsoft.com/office/drawing/2014/main" id="{AA410397-460B-B29C-530A-1194C105570C}"/>
              </a:ext>
            </a:extLst>
          </p:cNvPr>
          <p:cNvGrpSpPr>
            <a:grpSpLocks/>
          </p:cNvGrpSpPr>
          <p:nvPr/>
        </p:nvGrpSpPr>
        <p:grpSpPr bwMode="auto">
          <a:xfrm rot="-2653714">
            <a:off x="3451225" y="3211513"/>
            <a:ext cx="520700" cy="152400"/>
            <a:chOff x="990" y="2694"/>
            <a:chExt cx="328" cy="96"/>
          </a:xfrm>
        </p:grpSpPr>
        <p:sp>
          <p:nvSpPr>
            <p:cNvPr id="433201" name="Oval 49">
              <a:extLst>
                <a:ext uri="{FF2B5EF4-FFF2-40B4-BE49-F238E27FC236}">
                  <a16:creationId xmlns:a16="http://schemas.microsoft.com/office/drawing/2014/main" id="{3F2CA385-DB0D-F83C-89E4-2A8FA052FCA6}"/>
                </a:ext>
              </a:extLst>
            </p:cNvPr>
            <p:cNvSpPr>
              <a:spLocks noChangeArrowheads="1"/>
            </p:cNvSpPr>
            <p:nvPr/>
          </p:nvSpPr>
          <p:spPr bwMode="auto">
            <a:xfrm>
              <a:off x="991" y="2694"/>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3202" name="Oval 50">
              <a:extLst>
                <a:ext uri="{FF2B5EF4-FFF2-40B4-BE49-F238E27FC236}">
                  <a16:creationId xmlns:a16="http://schemas.microsoft.com/office/drawing/2014/main" id="{39BD9A33-E1F3-5DB9-FBAC-CDC35FE553E5}"/>
                </a:ext>
              </a:extLst>
            </p:cNvPr>
            <p:cNvSpPr>
              <a:spLocks noChangeArrowheads="1"/>
            </p:cNvSpPr>
            <p:nvPr/>
          </p:nvSpPr>
          <p:spPr bwMode="auto">
            <a:xfrm>
              <a:off x="1235" y="2691"/>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5481" name="Group 51">
            <a:extLst>
              <a:ext uri="{FF2B5EF4-FFF2-40B4-BE49-F238E27FC236}">
                <a16:creationId xmlns:a16="http://schemas.microsoft.com/office/drawing/2014/main" id="{2FEC3B99-CBBE-0169-1130-53E5F6BB1AFC}"/>
              </a:ext>
            </a:extLst>
          </p:cNvPr>
          <p:cNvGrpSpPr>
            <a:grpSpLocks/>
          </p:cNvGrpSpPr>
          <p:nvPr/>
        </p:nvGrpSpPr>
        <p:grpSpPr bwMode="auto">
          <a:xfrm rot="-2653714">
            <a:off x="4422775" y="4048125"/>
            <a:ext cx="520700" cy="152400"/>
            <a:chOff x="990" y="2694"/>
            <a:chExt cx="328" cy="96"/>
          </a:xfrm>
        </p:grpSpPr>
        <p:sp>
          <p:nvSpPr>
            <p:cNvPr id="433204" name="Oval 52">
              <a:extLst>
                <a:ext uri="{FF2B5EF4-FFF2-40B4-BE49-F238E27FC236}">
                  <a16:creationId xmlns:a16="http://schemas.microsoft.com/office/drawing/2014/main" id="{B6E7E1E8-0AC6-D06A-01FB-532032EE029D}"/>
                </a:ext>
              </a:extLst>
            </p:cNvPr>
            <p:cNvSpPr>
              <a:spLocks noChangeArrowheads="1"/>
            </p:cNvSpPr>
            <p:nvPr/>
          </p:nvSpPr>
          <p:spPr bwMode="auto">
            <a:xfrm>
              <a:off x="991" y="2694"/>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3205" name="Oval 53">
              <a:extLst>
                <a:ext uri="{FF2B5EF4-FFF2-40B4-BE49-F238E27FC236}">
                  <a16:creationId xmlns:a16="http://schemas.microsoft.com/office/drawing/2014/main" id="{CC2C5F71-6EF9-9998-4D42-4F6FE1AE9B32}"/>
                </a:ext>
              </a:extLst>
            </p:cNvPr>
            <p:cNvSpPr>
              <a:spLocks noChangeArrowheads="1"/>
            </p:cNvSpPr>
            <p:nvPr/>
          </p:nvSpPr>
          <p:spPr bwMode="auto">
            <a:xfrm>
              <a:off x="1235" y="2691"/>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33206" name="Text Box 54">
            <a:extLst>
              <a:ext uri="{FF2B5EF4-FFF2-40B4-BE49-F238E27FC236}">
                <a16:creationId xmlns:a16="http://schemas.microsoft.com/office/drawing/2014/main" id="{35ED1463-2997-9BF8-B0DA-D1FEC6D9F4EC}"/>
              </a:ext>
            </a:extLst>
          </p:cNvPr>
          <p:cNvSpPr txBox="1">
            <a:spLocks noChangeArrowheads="1"/>
          </p:cNvSpPr>
          <p:nvPr/>
        </p:nvSpPr>
        <p:spPr bwMode="auto">
          <a:xfrm>
            <a:off x="719138" y="4913313"/>
            <a:ext cx="2071687" cy="519112"/>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C0128"/>
                </a:solidFill>
                <a:effectLst>
                  <a:outerShdw blurRad="38100" dist="38100" dir="2700000" algn="tl">
                    <a:srgbClr val="000000"/>
                  </a:outerShdw>
                </a:effectLst>
                <a:latin typeface="Times New Roman" pitchFamily="18" charset="0"/>
                <a:ea typeface="+mn-ea"/>
              </a:rPr>
              <a:t> 6 Regions</a:t>
            </a:r>
          </a:p>
        </p:txBody>
      </p:sp>
    </p:spTree>
    <p:custDataLst>
      <p:tags r:id="rId1"/>
    </p:custData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a:extLst>
              <a:ext uri="{FF2B5EF4-FFF2-40B4-BE49-F238E27FC236}">
                <a16:creationId xmlns:a16="http://schemas.microsoft.com/office/drawing/2014/main" id="{0CFB2BFA-02F7-D186-A3E6-B55F138E789D}"/>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34179" name="Text Box 3">
            <a:extLst>
              <a:ext uri="{FF2B5EF4-FFF2-40B4-BE49-F238E27FC236}">
                <a16:creationId xmlns:a16="http://schemas.microsoft.com/office/drawing/2014/main" id="{51D36F88-F5C0-76A4-A3D3-9DA7D517B063}"/>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4180" name="Text Box 4">
            <a:extLst>
              <a:ext uri="{FF2B5EF4-FFF2-40B4-BE49-F238E27FC236}">
                <a16:creationId xmlns:a16="http://schemas.microsoft.com/office/drawing/2014/main" id="{A5B8EDDE-C1AD-65C4-8CF7-5E004919853A}"/>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4181" name="Text Box 5">
            <a:extLst>
              <a:ext uri="{FF2B5EF4-FFF2-40B4-BE49-F238E27FC236}">
                <a16:creationId xmlns:a16="http://schemas.microsoft.com/office/drawing/2014/main" id="{5C0FB9E5-6887-DAA9-3E4C-BD9588D1E6E3}"/>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4182" name="Line 6">
            <a:extLst>
              <a:ext uri="{FF2B5EF4-FFF2-40B4-BE49-F238E27FC236}">
                <a16:creationId xmlns:a16="http://schemas.microsoft.com/office/drawing/2014/main" id="{784D7BAF-B394-328E-4BBB-50B2DAD283F9}"/>
              </a:ext>
            </a:extLst>
          </p:cNvPr>
          <p:cNvSpPr>
            <a:spLocks noChangeShapeType="1"/>
          </p:cNvSpPr>
          <p:nvPr/>
        </p:nvSpPr>
        <p:spPr bwMode="auto">
          <a:xfrm>
            <a:off x="3309938" y="3694113"/>
            <a:ext cx="433387"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4183" name="Line 7">
            <a:extLst>
              <a:ext uri="{FF2B5EF4-FFF2-40B4-BE49-F238E27FC236}">
                <a16:creationId xmlns:a16="http://schemas.microsoft.com/office/drawing/2014/main" id="{B2BC5EFE-8414-589C-34BD-00860A8B6980}"/>
              </a:ext>
            </a:extLst>
          </p:cNvPr>
          <p:cNvSpPr>
            <a:spLocks noChangeShapeType="1"/>
          </p:cNvSpPr>
          <p:nvPr/>
        </p:nvSpPr>
        <p:spPr bwMode="auto">
          <a:xfrm>
            <a:off x="4799013" y="3695700"/>
            <a:ext cx="434975"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4184" name="Text Box 8">
            <a:extLst>
              <a:ext uri="{FF2B5EF4-FFF2-40B4-BE49-F238E27FC236}">
                <a16:creationId xmlns:a16="http://schemas.microsoft.com/office/drawing/2014/main" id="{2394AC16-226A-31C7-AF5D-9564CF7D2962}"/>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4185" name="Line 9">
            <a:extLst>
              <a:ext uri="{FF2B5EF4-FFF2-40B4-BE49-F238E27FC236}">
                <a16:creationId xmlns:a16="http://schemas.microsoft.com/office/drawing/2014/main" id="{84248FA3-490C-9748-78DB-CF686F1C4FCF}"/>
              </a:ext>
            </a:extLst>
          </p:cNvPr>
          <p:cNvSpPr>
            <a:spLocks noChangeShapeType="1"/>
          </p:cNvSpPr>
          <p:nvPr/>
        </p:nvSpPr>
        <p:spPr bwMode="auto">
          <a:xfrm flipV="1">
            <a:off x="4227513" y="2874963"/>
            <a:ext cx="0" cy="31750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4186" name="Line 10">
            <a:extLst>
              <a:ext uri="{FF2B5EF4-FFF2-40B4-BE49-F238E27FC236}">
                <a16:creationId xmlns:a16="http://schemas.microsoft.com/office/drawing/2014/main" id="{F14E57FB-B678-C8AB-7F3E-E684EAE3535F}"/>
              </a:ext>
            </a:extLst>
          </p:cNvPr>
          <p:cNvSpPr>
            <a:spLocks noChangeShapeType="1"/>
          </p:cNvSpPr>
          <p:nvPr/>
        </p:nvSpPr>
        <p:spPr bwMode="auto">
          <a:xfrm flipV="1">
            <a:off x="4213225" y="4214813"/>
            <a:ext cx="0" cy="31750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4187" name="Text Box 11">
            <a:extLst>
              <a:ext uri="{FF2B5EF4-FFF2-40B4-BE49-F238E27FC236}">
                <a16:creationId xmlns:a16="http://schemas.microsoft.com/office/drawing/2014/main" id="{D10E94EF-CBFE-193E-5800-42812E61F679}"/>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grpSp>
        <p:nvGrpSpPr>
          <p:cNvPr id="277516" name="Group 12">
            <a:extLst>
              <a:ext uri="{FF2B5EF4-FFF2-40B4-BE49-F238E27FC236}">
                <a16:creationId xmlns:a16="http://schemas.microsoft.com/office/drawing/2014/main" id="{90631D75-95C3-BDD3-C4B5-505EA9CFDEF0}"/>
              </a:ext>
            </a:extLst>
          </p:cNvPr>
          <p:cNvGrpSpPr>
            <a:grpSpLocks/>
          </p:cNvGrpSpPr>
          <p:nvPr/>
        </p:nvGrpSpPr>
        <p:grpSpPr bwMode="auto">
          <a:xfrm>
            <a:off x="5324475" y="4181475"/>
            <a:ext cx="520700" cy="152400"/>
            <a:chOff x="990" y="2694"/>
            <a:chExt cx="328" cy="96"/>
          </a:xfrm>
        </p:grpSpPr>
        <p:sp>
          <p:nvSpPr>
            <p:cNvPr id="434189" name="Oval 13">
              <a:extLst>
                <a:ext uri="{FF2B5EF4-FFF2-40B4-BE49-F238E27FC236}">
                  <a16:creationId xmlns:a16="http://schemas.microsoft.com/office/drawing/2014/main" id="{E377E23C-1CEE-6FAF-EE6B-52D30E58D837}"/>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4190" name="Oval 14">
              <a:extLst>
                <a:ext uri="{FF2B5EF4-FFF2-40B4-BE49-F238E27FC236}">
                  <a16:creationId xmlns:a16="http://schemas.microsoft.com/office/drawing/2014/main" id="{F3F651FE-6F6E-58F3-47E1-6E9E3FA12DC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7517" name="Group 15">
            <a:extLst>
              <a:ext uri="{FF2B5EF4-FFF2-40B4-BE49-F238E27FC236}">
                <a16:creationId xmlns:a16="http://schemas.microsoft.com/office/drawing/2014/main" id="{5B3F3EA3-1DC5-F41E-B6FC-B0E9DF606628}"/>
              </a:ext>
            </a:extLst>
          </p:cNvPr>
          <p:cNvGrpSpPr>
            <a:grpSpLocks/>
          </p:cNvGrpSpPr>
          <p:nvPr/>
        </p:nvGrpSpPr>
        <p:grpSpPr bwMode="auto">
          <a:xfrm rot="-5400000">
            <a:off x="5922963" y="3660775"/>
            <a:ext cx="520700" cy="152400"/>
            <a:chOff x="990" y="2694"/>
            <a:chExt cx="328" cy="96"/>
          </a:xfrm>
        </p:grpSpPr>
        <p:sp>
          <p:nvSpPr>
            <p:cNvPr id="434192" name="Oval 16">
              <a:extLst>
                <a:ext uri="{FF2B5EF4-FFF2-40B4-BE49-F238E27FC236}">
                  <a16:creationId xmlns:a16="http://schemas.microsoft.com/office/drawing/2014/main" id="{F999E862-BAFF-4556-0ADE-57A693586109}"/>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4193" name="Oval 17">
              <a:extLst>
                <a:ext uri="{FF2B5EF4-FFF2-40B4-BE49-F238E27FC236}">
                  <a16:creationId xmlns:a16="http://schemas.microsoft.com/office/drawing/2014/main" id="{D3F8742E-EBED-90B5-1786-D3C2530D35C2}"/>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7518" name="Group 18">
            <a:extLst>
              <a:ext uri="{FF2B5EF4-FFF2-40B4-BE49-F238E27FC236}">
                <a16:creationId xmlns:a16="http://schemas.microsoft.com/office/drawing/2014/main" id="{E3198D57-71EB-0161-DDD9-0F946BB623A7}"/>
              </a:ext>
            </a:extLst>
          </p:cNvPr>
          <p:cNvGrpSpPr>
            <a:grpSpLocks/>
          </p:cNvGrpSpPr>
          <p:nvPr/>
        </p:nvGrpSpPr>
        <p:grpSpPr bwMode="auto">
          <a:xfrm>
            <a:off x="5326063" y="3063875"/>
            <a:ext cx="520700" cy="152400"/>
            <a:chOff x="990" y="2694"/>
            <a:chExt cx="328" cy="96"/>
          </a:xfrm>
        </p:grpSpPr>
        <p:sp>
          <p:nvSpPr>
            <p:cNvPr id="434195" name="Oval 19">
              <a:extLst>
                <a:ext uri="{FF2B5EF4-FFF2-40B4-BE49-F238E27FC236}">
                  <a16:creationId xmlns:a16="http://schemas.microsoft.com/office/drawing/2014/main" id="{C9C5435F-5A7B-D03A-F5DB-4A831EBF2BE1}"/>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4196" name="Oval 20">
              <a:extLst>
                <a:ext uri="{FF2B5EF4-FFF2-40B4-BE49-F238E27FC236}">
                  <a16:creationId xmlns:a16="http://schemas.microsoft.com/office/drawing/2014/main" id="{8866E83A-7589-4286-62C6-BF31041ECCF8}"/>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7519" name="Group 21">
            <a:extLst>
              <a:ext uri="{FF2B5EF4-FFF2-40B4-BE49-F238E27FC236}">
                <a16:creationId xmlns:a16="http://schemas.microsoft.com/office/drawing/2014/main" id="{FB3A49C4-0FE2-A7F4-5754-CF57E060FEFA}"/>
              </a:ext>
            </a:extLst>
          </p:cNvPr>
          <p:cNvGrpSpPr>
            <a:grpSpLocks/>
          </p:cNvGrpSpPr>
          <p:nvPr/>
        </p:nvGrpSpPr>
        <p:grpSpPr bwMode="auto">
          <a:xfrm>
            <a:off x="3986213" y="1811338"/>
            <a:ext cx="520700" cy="152400"/>
            <a:chOff x="990" y="2694"/>
            <a:chExt cx="328" cy="96"/>
          </a:xfrm>
        </p:grpSpPr>
        <p:sp>
          <p:nvSpPr>
            <p:cNvPr id="434198" name="Oval 22">
              <a:extLst>
                <a:ext uri="{FF2B5EF4-FFF2-40B4-BE49-F238E27FC236}">
                  <a16:creationId xmlns:a16="http://schemas.microsoft.com/office/drawing/2014/main" id="{6563BB26-7111-591A-EC08-E00D1F76474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4199" name="Oval 23">
              <a:extLst>
                <a:ext uri="{FF2B5EF4-FFF2-40B4-BE49-F238E27FC236}">
                  <a16:creationId xmlns:a16="http://schemas.microsoft.com/office/drawing/2014/main" id="{AA4D0E8F-B39B-BAAB-7722-5E2BEC40AAE0}"/>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7520" name="Group 24">
            <a:extLst>
              <a:ext uri="{FF2B5EF4-FFF2-40B4-BE49-F238E27FC236}">
                <a16:creationId xmlns:a16="http://schemas.microsoft.com/office/drawing/2014/main" id="{BA88A097-3EAE-7C7B-5B26-7AA8A2D6A718}"/>
              </a:ext>
            </a:extLst>
          </p:cNvPr>
          <p:cNvGrpSpPr>
            <a:grpSpLocks/>
          </p:cNvGrpSpPr>
          <p:nvPr/>
        </p:nvGrpSpPr>
        <p:grpSpPr bwMode="auto">
          <a:xfrm rot="-5400000">
            <a:off x="4521200" y="2344738"/>
            <a:ext cx="520700" cy="152400"/>
            <a:chOff x="990" y="2694"/>
            <a:chExt cx="328" cy="96"/>
          </a:xfrm>
        </p:grpSpPr>
        <p:sp>
          <p:nvSpPr>
            <p:cNvPr id="434201" name="Oval 25">
              <a:extLst>
                <a:ext uri="{FF2B5EF4-FFF2-40B4-BE49-F238E27FC236}">
                  <a16:creationId xmlns:a16="http://schemas.microsoft.com/office/drawing/2014/main" id="{BA030733-942A-97FB-C2AC-401727CB6EA5}"/>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4202" name="Oval 26">
              <a:extLst>
                <a:ext uri="{FF2B5EF4-FFF2-40B4-BE49-F238E27FC236}">
                  <a16:creationId xmlns:a16="http://schemas.microsoft.com/office/drawing/2014/main" id="{EAECE2EA-18AE-5C9D-0D48-FA8A0E84E6F7}"/>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7521" name="Group 27">
            <a:extLst>
              <a:ext uri="{FF2B5EF4-FFF2-40B4-BE49-F238E27FC236}">
                <a16:creationId xmlns:a16="http://schemas.microsoft.com/office/drawing/2014/main" id="{C6B1E0D8-E31D-813F-A2B3-21BA3359433E}"/>
              </a:ext>
            </a:extLst>
          </p:cNvPr>
          <p:cNvGrpSpPr>
            <a:grpSpLocks/>
          </p:cNvGrpSpPr>
          <p:nvPr/>
        </p:nvGrpSpPr>
        <p:grpSpPr bwMode="auto">
          <a:xfrm rot="-5400000">
            <a:off x="3470275" y="2363788"/>
            <a:ext cx="520700" cy="152400"/>
            <a:chOff x="990" y="2694"/>
            <a:chExt cx="328" cy="96"/>
          </a:xfrm>
        </p:grpSpPr>
        <p:sp>
          <p:nvSpPr>
            <p:cNvPr id="434204" name="Oval 28">
              <a:extLst>
                <a:ext uri="{FF2B5EF4-FFF2-40B4-BE49-F238E27FC236}">
                  <a16:creationId xmlns:a16="http://schemas.microsoft.com/office/drawing/2014/main" id="{3FA6EEE1-7CF0-A15C-AEBB-3A0F33FB0F99}"/>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4205" name="Oval 29">
              <a:extLst>
                <a:ext uri="{FF2B5EF4-FFF2-40B4-BE49-F238E27FC236}">
                  <a16:creationId xmlns:a16="http://schemas.microsoft.com/office/drawing/2014/main" id="{F291416F-69BD-A228-239E-C53C6791F63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7522" name="Group 30">
            <a:extLst>
              <a:ext uri="{FF2B5EF4-FFF2-40B4-BE49-F238E27FC236}">
                <a16:creationId xmlns:a16="http://schemas.microsoft.com/office/drawing/2014/main" id="{11959E68-C5C6-149A-9F99-7F804C743F75}"/>
              </a:ext>
            </a:extLst>
          </p:cNvPr>
          <p:cNvGrpSpPr>
            <a:grpSpLocks/>
          </p:cNvGrpSpPr>
          <p:nvPr/>
        </p:nvGrpSpPr>
        <p:grpSpPr bwMode="auto">
          <a:xfrm>
            <a:off x="3921125" y="5524500"/>
            <a:ext cx="520700" cy="152400"/>
            <a:chOff x="990" y="2694"/>
            <a:chExt cx="328" cy="96"/>
          </a:xfrm>
        </p:grpSpPr>
        <p:sp>
          <p:nvSpPr>
            <p:cNvPr id="434207" name="Oval 31">
              <a:extLst>
                <a:ext uri="{FF2B5EF4-FFF2-40B4-BE49-F238E27FC236}">
                  <a16:creationId xmlns:a16="http://schemas.microsoft.com/office/drawing/2014/main" id="{95B2CAE7-7310-A864-C68B-9B19B8E28EAA}"/>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4208" name="Oval 32">
              <a:extLst>
                <a:ext uri="{FF2B5EF4-FFF2-40B4-BE49-F238E27FC236}">
                  <a16:creationId xmlns:a16="http://schemas.microsoft.com/office/drawing/2014/main" id="{195E663B-9143-4076-51AC-C6FAC798FDA5}"/>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7523" name="Group 33">
            <a:extLst>
              <a:ext uri="{FF2B5EF4-FFF2-40B4-BE49-F238E27FC236}">
                <a16:creationId xmlns:a16="http://schemas.microsoft.com/office/drawing/2014/main" id="{2D51BC3B-E174-9802-0FF2-72F693168EE9}"/>
              </a:ext>
            </a:extLst>
          </p:cNvPr>
          <p:cNvGrpSpPr>
            <a:grpSpLocks/>
          </p:cNvGrpSpPr>
          <p:nvPr/>
        </p:nvGrpSpPr>
        <p:grpSpPr bwMode="auto">
          <a:xfrm rot="-5400000">
            <a:off x="4473575" y="4987925"/>
            <a:ext cx="520700" cy="152400"/>
            <a:chOff x="990" y="2694"/>
            <a:chExt cx="328" cy="96"/>
          </a:xfrm>
        </p:grpSpPr>
        <p:sp>
          <p:nvSpPr>
            <p:cNvPr id="434210" name="Oval 34">
              <a:extLst>
                <a:ext uri="{FF2B5EF4-FFF2-40B4-BE49-F238E27FC236}">
                  <a16:creationId xmlns:a16="http://schemas.microsoft.com/office/drawing/2014/main" id="{0D2C8982-2183-7601-3A05-B679AABF1A81}"/>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4211" name="Oval 35">
              <a:extLst>
                <a:ext uri="{FF2B5EF4-FFF2-40B4-BE49-F238E27FC236}">
                  <a16:creationId xmlns:a16="http://schemas.microsoft.com/office/drawing/2014/main" id="{6D2DD868-E9E5-71CA-73E8-1776E233E58E}"/>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7524" name="Group 36">
            <a:extLst>
              <a:ext uri="{FF2B5EF4-FFF2-40B4-BE49-F238E27FC236}">
                <a16:creationId xmlns:a16="http://schemas.microsoft.com/office/drawing/2014/main" id="{4C7AED1F-8804-02DB-2D2E-D1BE8B2D74EB}"/>
              </a:ext>
            </a:extLst>
          </p:cNvPr>
          <p:cNvGrpSpPr>
            <a:grpSpLocks/>
          </p:cNvGrpSpPr>
          <p:nvPr/>
        </p:nvGrpSpPr>
        <p:grpSpPr bwMode="auto">
          <a:xfrm rot="-5400000">
            <a:off x="3422650" y="4989513"/>
            <a:ext cx="520700" cy="152400"/>
            <a:chOff x="990" y="2694"/>
            <a:chExt cx="328" cy="96"/>
          </a:xfrm>
        </p:grpSpPr>
        <p:sp>
          <p:nvSpPr>
            <p:cNvPr id="434213" name="Oval 37">
              <a:extLst>
                <a:ext uri="{FF2B5EF4-FFF2-40B4-BE49-F238E27FC236}">
                  <a16:creationId xmlns:a16="http://schemas.microsoft.com/office/drawing/2014/main" id="{9F7E6FB3-CEB1-F83A-F26B-119BA8F8175C}"/>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4214" name="Oval 38">
              <a:extLst>
                <a:ext uri="{FF2B5EF4-FFF2-40B4-BE49-F238E27FC236}">
                  <a16:creationId xmlns:a16="http://schemas.microsoft.com/office/drawing/2014/main" id="{42870B61-837B-BF74-B80A-BDF739CAB5E5}"/>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7525" name="Group 39">
            <a:extLst>
              <a:ext uri="{FF2B5EF4-FFF2-40B4-BE49-F238E27FC236}">
                <a16:creationId xmlns:a16="http://schemas.microsoft.com/office/drawing/2014/main" id="{FE9030FC-1F4E-A388-25C9-562609762FD4}"/>
              </a:ext>
            </a:extLst>
          </p:cNvPr>
          <p:cNvGrpSpPr>
            <a:grpSpLocks/>
          </p:cNvGrpSpPr>
          <p:nvPr/>
        </p:nvGrpSpPr>
        <p:grpSpPr bwMode="auto">
          <a:xfrm>
            <a:off x="2535238" y="4132263"/>
            <a:ext cx="520700" cy="152400"/>
            <a:chOff x="990" y="2694"/>
            <a:chExt cx="328" cy="96"/>
          </a:xfrm>
        </p:grpSpPr>
        <p:sp>
          <p:nvSpPr>
            <p:cNvPr id="434216" name="Oval 40">
              <a:extLst>
                <a:ext uri="{FF2B5EF4-FFF2-40B4-BE49-F238E27FC236}">
                  <a16:creationId xmlns:a16="http://schemas.microsoft.com/office/drawing/2014/main" id="{EBAECAEF-D2D3-9D92-E1DB-0A184164D927}"/>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4217" name="Oval 41">
              <a:extLst>
                <a:ext uri="{FF2B5EF4-FFF2-40B4-BE49-F238E27FC236}">
                  <a16:creationId xmlns:a16="http://schemas.microsoft.com/office/drawing/2014/main" id="{659A2C95-2982-1591-BCD5-ACC25EBB7E16}"/>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7526" name="Group 42">
            <a:extLst>
              <a:ext uri="{FF2B5EF4-FFF2-40B4-BE49-F238E27FC236}">
                <a16:creationId xmlns:a16="http://schemas.microsoft.com/office/drawing/2014/main" id="{A66EAA6B-09A6-5E68-D8EF-E7690ED65DD9}"/>
              </a:ext>
            </a:extLst>
          </p:cNvPr>
          <p:cNvGrpSpPr>
            <a:grpSpLocks/>
          </p:cNvGrpSpPr>
          <p:nvPr/>
        </p:nvGrpSpPr>
        <p:grpSpPr bwMode="auto">
          <a:xfrm rot="-5400000">
            <a:off x="2035175" y="3584575"/>
            <a:ext cx="520700" cy="152400"/>
            <a:chOff x="990" y="2694"/>
            <a:chExt cx="328" cy="96"/>
          </a:xfrm>
        </p:grpSpPr>
        <p:sp>
          <p:nvSpPr>
            <p:cNvPr id="434219" name="Oval 43">
              <a:extLst>
                <a:ext uri="{FF2B5EF4-FFF2-40B4-BE49-F238E27FC236}">
                  <a16:creationId xmlns:a16="http://schemas.microsoft.com/office/drawing/2014/main" id="{84AA9056-4A20-F76A-D537-F54D84E16ACE}"/>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4220" name="Oval 44">
              <a:extLst>
                <a:ext uri="{FF2B5EF4-FFF2-40B4-BE49-F238E27FC236}">
                  <a16:creationId xmlns:a16="http://schemas.microsoft.com/office/drawing/2014/main" id="{5AA3AD59-34F5-9E07-4EBB-2ACD650DC364}"/>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7527" name="Group 45">
            <a:extLst>
              <a:ext uri="{FF2B5EF4-FFF2-40B4-BE49-F238E27FC236}">
                <a16:creationId xmlns:a16="http://schemas.microsoft.com/office/drawing/2014/main" id="{49451B5F-6B9D-D0E4-DAC0-831114525EE9}"/>
              </a:ext>
            </a:extLst>
          </p:cNvPr>
          <p:cNvGrpSpPr>
            <a:grpSpLocks/>
          </p:cNvGrpSpPr>
          <p:nvPr/>
        </p:nvGrpSpPr>
        <p:grpSpPr bwMode="auto">
          <a:xfrm>
            <a:off x="2554288" y="2998788"/>
            <a:ext cx="520700" cy="152400"/>
            <a:chOff x="990" y="2694"/>
            <a:chExt cx="328" cy="96"/>
          </a:xfrm>
        </p:grpSpPr>
        <p:sp>
          <p:nvSpPr>
            <p:cNvPr id="434222" name="Oval 46">
              <a:extLst>
                <a:ext uri="{FF2B5EF4-FFF2-40B4-BE49-F238E27FC236}">
                  <a16:creationId xmlns:a16="http://schemas.microsoft.com/office/drawing/2014/main" id="{5BD4B7B8-3F68-559D-BFD2-AA91CB8C8EBA}"/>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4223" name="Oval 47">
              <a:extLst>
                <a:ext uri="{FF2B5EF4-FFF2-40B4-BE49-F238E27FC236}">
                  <a16:creationId xmlns:a16="http://schemas.microsoft.com/office/drawing/2014/main" id="{A440321C-8663-6591-BDB0-3951B601914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7528" name="Group 48">
            <a:extLst>
              <a:ext uri="{FF2B5EF4-FFF2-40B4-BE49-F238E27FC236}">
                <a16:creationId xmlns:a16="http://schemas.microsoft.com/office/drawing/2014/main" id="{A3BCE7D3-5FBD-EEC4-D683-5505D29B096E}"/>
              </a:ext>
            </a:extLst>
          </p:cNvPr>
          <p:cNvGrpSpPr>
            <a:grpSpLocks/>
          </p:cNvGrpSpPr>
          <p:nvPr/>
        </p:nvGrpSpPr>
        <p:grpSpPr bwMode="auto">
          <a:xfrm rot="-2653714">
            <a:off x="3451225" y="3211513"/>
            <a:ext cx="520700" cy="152400"/>
            <a:chOff x="990" y="2694"/>
            <a:chExt cx="328" cy="96"/>
          </a:xfrm>
        </p:grpSpPr>
        <p:sp>
          <p:nvSpPr>
            <p:cNvPr id="434225" name="Oval 49">
              <a:extLst>
                <a:ext uri="{FF2B5EF4-FFF2-40B4-BE49-F238E27FC236}">
                  <a16:creationId xmlns:a16="http://schemas.microsoft.com/office/drawing/2014/main" id="{0AC7D641-F89A-577A-BB19-5231FB9D2FF9}"/>
                </a:ext>
              </a:extLst>
            </p:cNvPr>
            <p:cNvSpPr>
              <a:spLocks noChangeArrowheads="1"/>
            </p:cNvSpPr>
            <p:nvPr/>
          </p:nvSpPr>
          <p:spPr bwMode="auto">
            <a:xfrm>
              <a:off x="991" y="2694"/>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4226" name="Oval 50">
              <a:extLst>
                <a:ext uri="{FF2B5EF4-FFF2-40B4-BE49-F238E27FC236}">
                  <a16:creationId xmlns:a16="http://schemas.microsoft.com/office/drawing/2014/main" id="{8F6399C3-ECA7-C44D-5110-37FEA032C47B}"/>
                </a:ext>
              </a:extLst>
            </p:cNvPr>
            <p:cNvSpPr>
              <a:spLocks noChangeArrowheads="1"/>
            </p:cNvSpPr>
            <p:nvPr/>
          </p:nvSpPr>
          <p:spPr bwMode="auto">
            <a:xfrm>
              <a:off x="1235" y="2691"/>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7529" name="Group 51">
            <a:extLst>
              <a:ext uri="{FF2B5EF4-FFF2-40B4-BE49-F238E27FC236}">
                <a16:creationId xmlns:a16="http://schemas.microsoft.com/office/drawing/2014/main" id="{E7F5A96D-6A5D-B8B8-0EA6-DEED4FED7B3E}"/>
              </a:ext>
            </a:extLst>
          </p:cNvPr>
          <p:cNvGrpSpPr>
            <a:grpSpLocks/>
          </p:cNvGrpSpPr>
          <p:nvPr/>
        </p:nvGrpSpPr>
        <p:grpSpPr bwMode="auto">
          <a:xfrm rot="-2653714">
            <a:off x="4422775" y="4048125"/>
            <a:ext cx="520700" cy="152400"/>
            <a:chOff x="990" y="2694"/>
            <a:chExt cx="328" cy="96"/>
          </a:xfrm>
        </p:grpSpPr>
        <p:sp>
          <p:nvSpPr>
            <p:cNvPr id="434228" name="Oval 52">
              <a:extLst>
                <a:ext uri="{FF2B5EF4-FFF2-40B4-BE49-F238E27FC236}">
                  <a16:creationId xmlns:a16="http://schemas.microsoft.com/office/drawing/2014/main" id="{69E9309D-A3C1-723E-2B49-B961584664DC}"/>
                </a:ext>
              </a:extLst>
            </p:cNvPr>
            <p:cNvSpPr>
              <a:spLocks noChangeArrowheads="1"/>
            </p:cNvSpPr>
            <p:nvPr/>
          </p:nvSpPr>
          <p:spPr bwMode="auto">
            <a:xfrm>
              <a:off x="991" y="2694"/>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4229" name="Oval 53">
              <a:extLst>
                <a:ext uri="{FF2B5EF4-FFF2-40B4-BE49-F238E27FC236}">
                  <a16:creationId xmlns:a16="http://schemas.microsoft.com/office/drawing/2014/main" id="{8BA78F6D-1CF8-2FA6-1B54-DF7AAC087046}"/>
                </a:ext>
              </a:extLst>
            </p:cNvPr>
            <p:cNvSpPr>
              <a:spLocks noChangeArrowheads="1"/>
            </p:cNvSpPr>
            <p:nvPr/>
          </p:nvSpPr>
          <p:spPr bwMode="auto">
            <a:xfrm>
              <a:off x="1235" y="2691"/>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34230" name="Text Box 54">
            <a:extLst>
              <a:ext uri="{FF2B5EF4-FFF2-40B4-BE49-F238E27FC236}">
                <a16:creationId xmlns:a16="http://schemas.microsoft.com/office/drawing/2014/main" id="{803E3315-B9DC-F9CD-4F96-A96677BCC499}"/>
              </a:ext>
            </a:extLst>
          </p:cNvPr>
          <p:cNvSpPr txBox="1">
            <a:spLocks noChangeArrowheads="1"/>
          </p:cNvSpPr>
          <p:nvPr/>
        </p:nvSpPr>
        <p:spPr bwMode="auto">
          <a:xfrm>
            <a:off x="719138" y="4913313"/>
            <a:ext cx="2071687" cy="519112"/>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C0128"/>
                </a:solidFill>
                <a:effectLst>
                  <a:outerShdw blurRad="38100" dist="38100" dir="2700000" algn="tl">
                    <a:srgbClr val="000000"/>
                  </a:outerShdw>
                </a:effectLst>
                <a:latin typeface="Times New Roman" pitchFamily="18" charset="0"/>
                <a:ea typeface="+mn-ea"/>
              </a:rPr>
              <a:t> 6 Regions</a:t>
            </a:r>
          </a:p>
        </p:txBody>
      </p:sp>
      <p:sp>
        <p:nvSpPr>
          <p:cNvPr id="434231" name="Text Box 55">
            <a:extLst>
              <a:ext uri="{FF2B5EF4-FFF2-40B4-BE49-F238E27FC236}">
                <a16:creationId xmlns:a16="http://schemas.microsoft.com/office/drawing/2014/main" id="{CF3B001B-04B7-4AC8-71BB-05661443CCF7}"/>
              </a:ext>
            </a:extLst>
          </p:cNvPr>
          <p:cNvSpPr txBox="1">
            <a:spLocks noChangeArrowheads="1"/>
          </p:cNvSpPr>
          <p:nvPr/>
        </p:nvSpPr>
        <p:spPr bwMode="auto">
          <a:xfrm>
            <a:off x="5818188" y="4914900"/>
            <a:ext cx="2071687" cy="519113"/>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6BF69"/>
                </a:solidFill>
                <a:effectLst>
                  <a:outerShdw blurRad="38100" dist="38100" dir="2700000" algn="tl">
                    <a:srgbClr val="000000"/>
                  </a:outerShdw>
                </a:effectLst>
                <a:latin typeface="Times New Roman" pitchFamily="18" charset="0"/>
                <a:ea typeface="+mn-ea"/>
              </a:rPr>
              <a:t> Bonds</a:t>
            </a:r>
          </a:p>
        </p:txBody>
      </p:sp>
    </p:spTree>
    <p:custDataLst>
      <p:tags r:id="rId1"/>
    </p:custData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a:extLst>
              <a:ext uri="{FF2B5EF4-FFF2-40B4-BE49-F238E27FC236}">
                <a16:creationId xmlns:a16="http://schemas.microsoft.com/office/drawing/2014/main" id="{E37B6D03-45D9-1FF4-91B0-7AD734B3F6ED}"/>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35203" name="Text Box 3">
            <a:extLst>
              <a:ext uri="{FF2B5EF4-FFF2-40B4-BE49-F238E27FC236}">
                <a16:creationId xmlns:a16="http://schemas.microsoft.com/office/drawing/2014/main" id="{092FBD1D-DBAA-7A7E-4EE1-280BBC29287E}"/>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5204" name="Text Box 4">
            <a:extLst>
              <a:ext uri="{FF2B5EF4-FFF2-40B4-BE49-F238E27FC236}">
                <a16:creationId xmlns:a16="http://schemas.microsoft.com/office/drawing/2014/main" id="{F0DC3DDB-5A8E-A49D-FFEC-11A822C75FFB}"/>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5205" name="Text Box 5">
            <a:extLst>
              <a:ext uri="{FF2B5EF4-FFF2-40B4-BE49-F238E27FC236}">
                <a16:creationId xmlns:a16="http://schemas.microsoft.com/office/drawing/2014/main" id="{97BA5DE8-98AE-57B1-084B-594D3FBCA753}"/>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5206" name="Line 6">
            <a:extLst>
              <a:ext uri="{FF2B5EF4-FFF2-40B4-BE49-F238E27FC236}">
                <a16:creationId xmlns:a16="http://schemas.microsoft.com/office/drawing/2014/main" id="{1F122FCA-F0CF-78DE-D638-704BB391DFFE}"/>
              </a:ext>
            </a:extLst>
          </p:cNvPr>
          <p:cNvSpPr>
            <a:spLocks noChangeShapeType="1"/>
          </p:cNvSpPr>
          <p:nvPr/>
        </p:nvSpPr>
        <p:spPr bwMode="auto">
          <a:xfrm>
            <a:off x="3309938" y="3694113"/>
            <a:ext cx="433387"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5207" name="Line 7">
            <a:extLst>
              <a:ext uri="{FF2B5EF4-FFF2-40B4-BE49-F238E27FC236}">
                <a16:creationId xmlns:a16="http://schemas.microsoft.com/office/drawing/2014/main" id="{84FC2CCC-FCDE-7FE8-E724-30EFFBFC0EB1}"/>
              </a:ext>
            </a:extLst>
          </p:cNvPr>
          <p:cNvSpPr>
            <a:spLocks noChangeShapeType="1"/>
          </p:cNvSpPr>
          <p:nvPr/>
        </p:nvSpPr>
        <p:spPr bwMode="auto">
          <a:xfrm>
            <a:off x="4799013" y="3695700"/>
            <a:ext cx="434975"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5208" name="Text Box 8">
            <a:extLst>
              <a:ext uri="{FF2B5EF4-FFF2-40B4-BE49-F238E27FC236}">
                <a16:creationId xmlns:a16="http://schemas.microsoft.com/office/drawing/2014/main" id="{FDAF2EA8-B4D3-19A2-4BD4-DB625BD89795}"/>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5209" name="Line 9">
            <a:extLst>
              <a:ext uri="{FF2B5EF4-FFF2-40B4-BE49-F238E27FC236}">
                <a16:creationId xmlns:a16="http://schemas.microsoft.com/office/drawing/2014/main" id="{7D9B6FA1-1E2E-43C7-76E6-90943D101576}"/>
              </a:ext>
            </a:extLst>
          </p:cNvPr>
          <p:cNvSpPr>
            <a:spLocks noChangeShapeType="1"/>
          </p:cNvSpPr>
          <p:nvPr/>
        </p:nvSpPr>
        <p:spPr bwMode="auto">
          <a:xfrm flipV="1">
            <a:off x="4227513" y="2874963"/>
            <a:ext cx="0" cy="31750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5210" name="Line 10">
            <a:extLst>
              <a:ext uri="{FF2B5EF4-FFF2-40B4-BE49-F238E27FC236}">
                <a16:creationId xmlns:a16="http://schemas.microsoft.com/office/drawing/2014/main" id="{F87ED0CA-1A8B-3C65-79F4-C77291F06BE2}"/>
              </a:ext>
            </a:extLst>
          </p:cNvPr>
          <p:cNvSpPr>
            <a:spLocks noChangeShapeType="1"/>
          </p:cNvSpPr>
          <p:nvPr/>
        </p:nvSpPr>
        <p:spPr bwMode="auto">
          <a:xfrm flipV="1">
            <a:off x="4213225" y="4214813"/>
            <a:ext cx="0" cy="317500"/>
          </a:xfrm>
          <a:prstGeom prst="line">
            <a:avLst/>
          </a:prstGeom>
          <a:noFill/>
          <a:ln w="76200">
            <a:solidFill>
              <a:schemeClr val="tx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5211" name="Text Box 11">
            <a:extLst>
              <a:ext uri="{FF2B5EF4-FFF2-40B4-BE49-F238E27FC236}">
                <a16:creationId xmlns:a16="http://schemas.microsoft.com/office/drawing/2014/main" id="{98AC3109-3CD7-D884-4E11-9773E1ABFC86}"/>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grpSp>
        <p:nvGrpSpPr>
          <p:cNvPr id="279564" name="Group 12">
            <a:extLst>
              <a:ext uri="{FF2B5EF4-FFF2-40B4-BE49-F238E27FC236}">
                <a16:creationId xmlns:a16="http://schemas.microsoft.com/office/drawing/2014/main" id="{F2006146-B8CD-738C-8CA7-CE3F3725B00A}"/>
              </a:ext>
            </a:extLst>
          </p:cNvPr>
          <p:cNvGrpSpPr>
            <a:grpSpLocks/>
          </p:cNvGrpSpPr>
          <p:nvPr/>
        </p:nvGrpSpPr>
        <p:grpSpPr bwMode="auto">
          <a:xfrm>
            <a:off x="5324475" y="4181475"/>
            <a:ext cx="520700" cy="152400"/>
            <a:chOff x="990" y="2694"/>
            <a:chExt cx="328" cy="96"/>
          </a:xfrm>
        </p:grpSpPr>
        <p:sp>
          <p:nvSpPr>
            <p:cNvPr id="435213" name="Oval 13">
              <a:extLst>
                <a:ext uri="{FF2B5EF4-FFF2-40B4-BE49-F238E27FC236}">
                  <a16:creationId xmlns:a16="http://schemas.microsoft.com/office/drawing/2014/main" id="{0F5061A3-2A6C-3CCD-8F73-076F1630548B}"/>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5214" name="Oval 14">
              <a:extLst>
                <a:ext uri="{FF2B5EF4-FFF2-40B4-BE49-F238E27FC236}">
                  <a16:creationId xmlns:a16="http://schemas.microsoft.com/office/drawing/2014/main" id="{EF419BC4-6F2A-4885-9763-C4F03E1C6E4A}"/>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9565" name="Group 15">
            <a:extLst>
              <a:ext uri="{FF2B5EF4-FFF2-40B4-BE49-F238E27FC236}">
                <a16:creationId xmlns:a16="http://schemas.microsoft.com/office/drawing/2014/main" id="{6EF5B430-3790-BEF1-E07C-BC2C6A447CBB}"/>
              </a:ext>
            </a:extLst>
          </p:cNvPr>
          <p:cNvGrpSpPr>
            <a:grpSpLocks/>
          </p:cNvGrpSpPr>
          <p:nvPr/>
        </p:nvGrpSpPr>
        <p:grpSpPr bwMode="auto">
          <a:xfrm rot="-5400000">
            <a:off x="5922963" y="3660775"/>
            <a:ext cx="520700" cy="152400"/>
            <a:chOff x="990" y="2694"/>
            <a:chExt cx="328" cy="96"/>
          </a:xfrm>
        </p:grpSpPr>
        <p:sp>
          <p:nvSpPr>
            <p:cNvPr id="435216" name="Oval 16">
              <a:extLst>
                <a:ext uri="{FF2B5EF4-FFF2-40B4-BE49-F238E27FC236}">
                  <a16:creationId xmlns:a16="http://schemas.microsoft.com/office/drawing/2014/main" id="{13BD18AA-293B-1164-6918-7DA81DA62691}"/>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5217" name="Oval 17">
              <a:extLst>
                <a:ext uri="{FF2B5EF4-FFF2-40B4-BE49-F238E27FC236}">
                  <a16:creationId xmlns:a16="http://schemas.microsoft.com/office/drawing/2014/main" id="{8ED42BD8-BF69-273F-C91A-3CB600CD34D0}"/>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9566" name="Group 18">
            <a:extLst>
              <a:ext uri="{FF2B5EF4-FFF2-40B4-BE49-F238E27FC236}">
                <a16:creationId xmlns:a16="http://schemas.microsoft.com/office/drawing/2014/main" id="{D7A55692-FE1F-77FE-4A8F-169AB48FD6F4}"/>
              </a:ext>
            </a:extLst>
          </p:cNvPr>
          <p:cNvGrpSpPr>
            <a:grpSpLocks/>
          </p:cNvGrpSpPr>
          <p:nvPr/>
        </p:nvGrpSpPr>
        <p:grpSpPr bwMode="auto">
          <a:xfrm>
            <a:off x="5326063" y="3063875"/>
            <a:ext cx="520700" cy="152400"/>
            <a:chOff x="990" y="2694"/>
            <a:chExt cx="328" cy="96"/>
          </a:xfrm>
        </p:grpSpPr>
        <p:sp>
          <p:nvSpPr>
            <p:cNvPr id="435219" name="Oval 19">
              <a:extLst>
                <a:ext uri="{FF2B5EF4-FFF2-40B4-BE49-F238E27FC236}">
                  <a16:creationId xmlns:a16="http://schemas.microsoft.com/office/drawing/2014/main" id="{6451DAB0-8F2B-3C15-5071-B8B64F85C8F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5220" name="Oval 20">
              <a:extLst>
                <a:ext uri="{FF2B5EF4-FFF2-40B4-BE49-F238E27FC236}">
                  <a16:creationId xmlns:a16="http://schemas.microsoft.com/office/drawing/2014/main" id="{52C31DD8-A720-563A-B80B-0B43DE29096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9567" name="Group 21">
            <a:extLst>
              <a:ext uri="{FF2B5EF4-FFF2-40B4-BE49-F238E27FC236}">
                <a16:creationId xmlns:a16="http://schemas.microsoft.com/office/drawing/2014/main" id="{97A84211-25BC-7DE6-9803-2D2DEF079FC5}"/>
              </a:ext>
            </a:extLst>
          </p:cNvPr>
          <p:cNvGrpSpPr>
            <a:grpSpLocks/>
          </p:cNvGrpSpPr>
          <p:nvPr/>
        </p:nvGrpSpPr>
        <p:grpSpPr bwMode="auto">
          <a:xfrm>
            <a:off x="3986213" y="1811338"/>
            <a:ext cx="520700" cy="152400"/>
            <a:chOff x="990" y="2694"/>
            <a:chExt cx="328" cy="96"/>
          </a:xfrm>
        </p:grpSpPr>
        <p:sp>
          <p:nvSpPr>
            <p:cNvPr id="435222" name="Oval 22">
              <a:extLst>
                <a:ext uri="{FF2B5EF4-FFF2-40B4-BE49-F238E27FC236}">
                  <a16:creationId xmlns:a16="http://schemas.microsoft.com/office/drawing/2014/main" id="{5B756676-3308-14A4-04C5-AEF642D60187}"/>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5223" name="Oval 23">
              <a:extLst>
                <a:ext uri="{FF2B5EF4-FFF2-40B4-BE49-F238E27FC236}">
                  <a16:creationId xmlns:a16="http://schemas.microsoft.com/office/drawing/2014/main" id="{5324027C-F181-6E56-1FFF-AA32E766CCCB}"/>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9568" name="Group 24">
            <a:extLst>
              <a:ext uri="{FF2B5EF4-FFF2-40B4-BE49-F238E27FC236}">
                <a16:creationId xmlns:a16="http://schemas.microsoft.com/office/drawing/2014/main" id="{CF070377-DA15-FDE3-F9B8-A07359395838}"/>
              </a:ext>
            </a:extLst>
          </p:cNvPr>
          <p:cNvGrpSpPr>
            <a:grpSpLocks/>
          </p:cNvGrpSpPr>
          <p:nvPr/>
        </p:nvGrpSpPr>
        <p:grpSpPr bwMode="auto">
          <a:xfrm rot="-5400000">
            <a:off x="4521200" y="2344738"/>
            <a:ext cx="520700" cy="152400"/>
            <a:chOff x="990" y="2694"/>
            <a:chExt cx="328" cy="96"/>
          </a:xfrm>
        </p:grpSpPr>
        <p:sp>
          <p:nvSpPr>
            <p:cNvPr id="435225" name="Oval 25">
              <a:extLst>
                <a:ext uri="{FF2B5EF4-FFF2-40B4-BE49-F238E27FC236}">
                  <a16:creationId xmlns:a16="http://schemas.microsoft.com/office/drawing/2014/main" id="{EA49E295-3843-4CA6-DDC2-D5513CC911FE}"/>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5226" name="Oval 26">
              <a:extLst>
                <a:ext uri="{FF2B5EF4-FFF2-40B4-BE49-F238E27FC236}">
                  <a16:creationId xmlns:a16="http://schemas.microsoft.com/office/drawing/2014/main" id="{5A73916A-8584-8B05-F7B5-56B04C4371D2}"/>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9569" name="Group 27">
            <a:extLst>
              <a:ext uri="{FF2B5EF4-FFF2-40B4-BE49-F238E27FC236}">
                <a16:creationId xmlns:a16="http://schemas.microsoft.com/office/drawing/2014/main" id="{E49996D5-27B8-20C4-D1D2-D8F0EF5BFA79}"/>
              </a:ext>
            </a:extLst>
          </p:cNvPr>
          <p:cNvGrpSpPr>
            <a:grpSpLocks/>
          </p:cNvGrpSpPr>
          <p:nvPr/>
        </p:nvGrpSpPr>
        <p:grpSpPr bwMode="auto">
          <a:xfrm rot="-5400000">
            <a:off x="3470275" y="2363788"/>
            <a:ext cx="520700" cy="152400"/>
            <a:chOff x="990" y="2694"/>
            <a:chExt cx="328" cy="96"/>
          </a:xfrm>
        </p:grpSpPr>
        <p:sp>
          <p:nvSpPr>
            <p:cNvPr id="435228" name="Oval 28">
              <a:extLst>
                <a:ext uri="{FF2B5EF4-FFF2-40B4-BE49-F238E27FC236}">
                  <a16:creationId xmlns:a16="http://schemas.microsoft.com/office/drawing/2014/main" id="{FB3C7355-46A8-6BA8-CB23-CA5344D0B78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5229" name="Oval 29">
              <a:extLst>
                <a:ext uri="{FF2B5EF4-FFF2-40B4-BE49-F238E27FC236}">
                  <a16:creationId xmlns:a16="http://schemas.microsoft.com/office/drawing/2014/main" id="{9CFF2526-897A-1D27-E35A-05AA53FF5FE5}"/>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9570" name="Group 30">
            <a:extLst>
              <a:ext uri="{FF2B5EF4-FFF2-40B4-BE49-F238E27FC236}">
                <a16:creationId xmlns:a16="http://schemas.microsoft.com/office/drawing/2014/main" id="{DC106729-744E-0116-BE03-98940F87494D}"/>
              </a:ext>
            </a:extLst>
          </p:cNvPr>
          <p:cNvGrpSpPr>
            <a:grpSpLocks/>
          </p:cNvGrpSpPr>
          <p:nvPr/>
        </p:nvGrpSpPr>
        <p:grpSpPr bwMode="auto">
          <a:xfrm>
            <a:off x="3921125" y="5524500"/>
            <a:ext cx="520700" cy="152400"/>
            <a:chOff x="990" y="2694"/>
            <a:chExt cx="328" cy="96"/>
          </a:xfrm>
        </p:grpSpPr>
        <p:sp>
          <p:nvSpPr>
            <p:cNvPr id="435231" name="Oval 31">
              <a:extLst>
                <a:ext uri="{FF2B5EF4-FFF2-40B4-BE49-F238E27FC236}">
                  <a16:creationId xmlns:a16="http://schemas.microsoft.com/office/drawing/2014/main" id="{92673DB5-A202-2A24-6470-FF7F05CA50C5}"/>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5232" name="Oval 32">
              <a:extLst>
                <a:ext uri="{FF2B5EF4-FFF2-40B4-BE49-F238E27FC236}">
                  <a16:creationId xmlns:a16="http://schemas.microsoft.com/office/drawing/2014/main" id="{60A34A96-81A1-2D9B-4B5D-E2E8245B9358}"/>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9571" name="Group 33">
            <a:extLst>
              <a:ext uri="{FF2B5EF4-FFF2-40B4-BE49-F238E27FC236}">
                <a16:creationId xmlns:a16="http://schemas.microsoft.com/office/drawing/2014/main" id="{EDFE737D-51C9-1D44-C4F1-6E36C10FF40B}"/>
              </a:ext>
            </a:extLst>
          </p:cNvPr>
          <p:cNvGrpSpPr>
            <a:grpSpLocks/>
          </p:cNvGrpSpPr>
          <p:nvPr/>
        </p:nvGrpSpPr>
        <p:grpSpPr bwMode="auto">
          <a:xfrm rot="-5400000">
            <a:off x="4473575" y="4987925"/>
            <a:ext cx="520700" cy="152400"/>
            <a:chOff x="990" y="2694"/>
            <a:chExt cx="328" cy="96"/>
          </a:xfrm>
        </p:grpSpPr>
        <p:sp>
          <p:nvSpPr>
            <p:cNvPr id="435234" name="Oval 34">
              <a:extLst>
                <a:ext uri="{FF2B5EF4-FFF2-40B4-BE49-F238E27FC236}">
                  <a16:creationId xmlns:a16="http://schemas.microsoft.com/office/drawing/2014/main" id="{76A09D65-7355-7D41-EF25-56CB7B5BA4D3}"/>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5235" name="Oval 35">
              <a:extLst>
                <a:ext uri="{FF2B5EF4-FFF2-40B4-BE49-F238E27FC236}">
                  <a16:creationId xmlns:a16="http://schemas.microsoft.com/office/drawing/2014/main" id="{52A0FF0C-A5C7-3D74-6BED-165D4A5EF796}"/>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9572" name="Group 36">
            <a:extLst>
              <a:ext uri="{FF2B5EF4-FFF2-40B4-BE49-F238E27FC236}">
                <a16:creationId xmlns:a16="http://schemas.microsoft.com/office/drawing/2014/main" id="{B8A33369-C191-72BF-7EF3-10397F6AE281}"/>
              </a:ext>
            </a:extLst>
          </p:cNvPr>
          <p:cNvGrpSpPr>
            <a:grpSpLocks/>
          </p:cNvGrpSpPr>
          <p:nvPr/>
        </p:nvGrpSpPr>
        <p:grpSpPr bwMode="auto">
          <a:xfrm rot="-5400000">
            <a:off x="3422650" y="4989513"/>
            <a:ext cx="520700" cy="152400"/>
            <a:chOff x="990" y="2694"/>
            <a:chExt cx="328" cy="96"/>
          </a:xfrm>
        </p:grpSpPr>
        <p:sp>
          <p:nvSpPr>
            <p:cNvPr id="435237" name="Oval 37">
              <a:extLst>
                <a:ext uri="{FF2B5EF4-FFF2-40B4-BE49-F238E27FC236}">
                  <a16:creationId xmlns:a16="http://schemas.microsoft.com/office/drawing/2014/main" id="{81796009-53CD-3B44-2AEE-C3E6939A727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5238" name="Oval 38">
              <a:extLst>
                <a:ext uri="{FF2B5EF4-FFF2-40B4-BE49-F238E27FC236}">
                  <a16:creationId xmlns:a16="http://schemas.microsoft.com/office/drawing/2014/main" id="{48726CA1-4615-99B8-E7FB-85B1DBA5126D}"/>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9573" name="Group 39">
            <a:extLst>
              <a:ext uri="{FF2B5EF4-FFF2-40B4-BE49-F238E27FC236}">
                <a16:creationId xmlns:a16="http://schemas.microsoft.com/office/drawing/2014/main" id="{33BC8892-5AEA-2199-3E20-8C4649DD6C27}"/>
              </a:ext>
            </a:extLst>
          </p:cNvPr>
          <p:cNvGrpSpPr>
            <a:grpSpLocks/>
          </p:cNvGrpSpPr>
          <p:nvPr/>
        </p:nvGrpSpPr>
        <p:grpSpPr bwMode="auto">
          <a:xfrm>
            <a:off x="2535238" y="4132263"/>
            <a:ext cx="520700" cy="152400"/>
            <a:chOff x="990" y="2694"/>
            <a:chExt cx="328" cy="96"/>
          </a:xfrm>
        </p:grpSpPr>
        <p:sp>
          <p:nvSpPr>
            <p:cNvPr id="435240" name="Oval 40">
              <a:extLst>
                <a:ext uri="{FF2B5EF4-FFF2-40B4-BE49-F238E27FC236}">
                  <a16:creationId xmlns:a16="http://schemas.microsoft.com/office/drawing/2014/main" id="{B99F8670-6E97-82B9-DF9A-CD59E67199E5}"/>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5241" name="Oval 41">
              <a:extLst>
                <a:ext uri="{FF2B5EF4-FFF2-40B4-BE49-F238E27FC236}">
                  <a16:creationId xmlns:a16="http://schemas.microsoft.com/office/drawing/2014/main" id="{91D400E4-8EAC-F155-F736-00B9FD2D32E6}"/>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9574" name="Group 42">
            <a:extLst>
              <a:ext uri="{FF2B5EF4-FFF2-40B4-BE49-F238E27FC236}">
                <a16:creationId xmlns:a16="http://schemas.microsoft.com/office/drawing/2014/main" id="{398EA452-E0DF-6E2A-EAF9-33DB30433C21}"/>
              </a:ext>
            </a:extLst>
          </p:cNvPr>
          <p:cNvGrpSpPr>
            <a:grpSpLocks/>
          </p:cNvGrpSpPr>
          <p:nvPr/>
        </p:nvGrpSpPr>
        <p:grpSpPr bwMode="auto">
          <a:xfrm rot="-5400000">
            <a:off x="2035175" y="3584575"/>
            <a:ext cx="520700" cy="152400"/>
            <a:chOff x="990" y="2694"/>
            <a:chExt cx="328" cy="96"/>
          </a:xfrm>
        </p:grpSpPr>
        <p:sp>
          <p:nvSpPr>
            <p:cNvPr id="435243" name="Oval 43">
              <a:extLst>
                <a:ext uri="{FF2B5EF4-FFF2-40B4-BE49-F238E27FC236}">
                  <a16:creationId xmlns:a16="http://schemas.microsoft.com/office/drawing/2014/main" id="{A7190763-B578-ACEE-2124-B68407BEE39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5244" name="Oval 44">
              <a:extLst>
                <a:ext uri="{FF2B5EF4-FFF2-40B4-BE49-F238E27FC236}">
                  <a16:creationId xmlns:a16="http://schemas.microsoft.com/office/drawing/2014/main" id="{F04AB10A-402F-9625-C5F9-CCA4AC120B57}"/>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9575" name="Group 45">
            <a:extLst>
              <a:ext uri="{FF2B5EF4-FFF2-40B4-BE49-F238E27FC236}">
                <a16:creationId xmlns:a16="http://schemas.microsoft.com/office/drawing/2014/main" id="{5AE107AF-A1CA-B74F-5E60-CE396112E39F}"/>
              </a:ext>
            </a:extLst>
          </p:cNvPr>
          <p:cNvGrpSpPr>
            <a:grpSpLocks/>
          </p:cNvGrpSpPr>
          <p:nvPr/>
        </p:nvGrpSpPr>
        <p:grpSpPr bwMode="auto">
          <a:xfrm>
            <a:off x="2554288" y="2998788"/>
            <a:ext cx="520700" cy="152400"/>
            <a:chOff x="990" y="2694"/>
            <a:chExt cx="328" cy="96"/>
          </a:xfrm>
        </p:grpSpPr>
        <p:sp>
          <p:nvSpPr>
            <p:cNvPr id="435246" name="Oval 46">
              <a:extLst>
                <a:ext uri="{FF2B5EF4-FFF2-40B4-BE49-F238E27FC236}">
                  <a16:creationId xmlns:a16="http://schemas.microsoft.com/office/drawing/2014/main" id="{1C4F7416-18D4-74B1-57F0-1B0EE88ECBC9}"/>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5247" name="Oval 47">
              <a:extLst>
                <a:ext uri="{FF2B5EF4-FFF2-40B4-BE49-F238E27FC236}">
                  <a16:creationId xmlns:a16="http://schemas.microsoft.com/office/drawing/2014/main" id="{912F3B46-FFF8-6E77-5B78-7EA3F4C62BEB}"/>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9576" name="Group 48">
            <a:extLst>
              <a:ext uri="{FF2B5EF4-FFF2-40B4-BE49-F238E27FC236}">
                <a16:creationId xmlns:a16="http://schemas.microsoft.com/office/drawing/2014/main" id="{44D6B8C2-D898-E8D9-316F-4E03120EEA8D}"/>
              </a:ext>
            </a:extLst>
          </p:cNvPr>
          <p:cNvGrpSpPr>
            <a:grpSpLocks/>
          </p:cNvGrpSpPr>
          <p:nvPr/>
        </p:nvGrpSpPr>
        <p:grpSpPr bwMode="auto">
          <a:xfrm rot="-2653714">
            <a:off x="3451225" y="3211513"/>
            <a:ext cx="520700" cy="152400"/>
            <a:chOff x="990" y="2694"/>
            <a:chExt cx="328" cy="96"/>
          </a:xfrm>
        </p:grpSpPr>
        <p:sp>
          <p:nvSpPr>
            <p:cNvPr id="435249" name="Oval 49">
              <a:extLst>
                <a:ext uri="{FF2B5EF4-FFF2-40B4-BE49-F238E27FC236}">
                  <a16:creationId xmlns:a16="http://schemas.microsoft.com/office/drawing/2014/main" id="{66F48064-958D-4064-E992-BBBFAA3DCDBB}"/>
                </a:ext>
              </a:extLst>
            </p:cNvPr>
            <p:cNvSpPr>
              <a:spLocks noChangeArrowheads="1"/>
            </p:cNvSpPr>
            <p:nvPr/>
          </p:nvSpPr>
          <p:spPr bwMode="auto">
            <a:xfrm>
              <a:off x="991" y="2694"/>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5250" name="Oval 50">
              <a:extLst>
                <a:ext uri="{FF2B5EF4-FFF2-40B4-BE49-F238E27FC236}">
                  <a16:creationId xmlns:a16="http://schemas.microsoft.com/office/drawing/2014/main" id="{8FCEE912-70C2-E45E-55B4-A87D94F4A1C9}"/>
                </a:ext>
              </a:extLst>
            </p:cNvPr>
            <p:cNvSpPr>
              <a:spLocks noChangeArrowheads="1"/>
            </p:cNvSpPr>
            <p:nvPr/>
          </p:nvSpPr>
          <p:spPr bwMode="auto">
            <a:xfrm>
              <a:off x="1235" y="2691"/>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79577" name="Group 51">
            <a:extLst>
              <a:ext uri="{FF2B5EF4-FFF2-40B4-BE49-F238E27FC236}">
                <a16:creationId xmlns:a16="http://schemas.microsoft.com/office/drawing/2014/main" id="{F8CC7CD9-C4A9-57F3-E993-038D0FE250DE}"/>
              </a:ext>
            </a:extLst>
          </p:cNvPr>
          <p:cNvGrpSpPr>
            <a:grpSpLocks/>
          </p:cNvGrpSpPr>
          <p:nvPr/>
        </p:nvGrpSpPr>
        <p:grpSpPr bwMode="auto">
          <a:xfrm rot="-2653714">
            <a:off x="4422775" y="4048125"/>
            <a:ext cx="520700" cy="152400"/>
            <a:chOff x="990" y="2694"/>
            <a:chExt cx="328" cy="96"/>
          </a:xfrm>
        </p:grpSpPr>
        <p:sp>
          <p:nvSpPr>
            <p:cNvPr id="435252" name="Oval 52">
              <a:extLst>
                <a:ext uri="{FF2B5EF4-FFF2-40B4-BE49-F238E27FC236}">
                  <a16:creationId xmlns:a16="http://schemas.microsoft.com/office/drawing/2014/main" id="{188EB02D-77F5-5F85-B8FF-33572381811C}"/>
                </a:ext>
              </a:extLst>
            </p:cNvPr>
            <p:cNvSpPr>
              <a:spLocks noChangeArrowheads="1"/>
            </p:cNvSpPr>
            <p:nvPr/>
          </p:nvSpPr>
          <p:spPr bwMode="auto">
            <a:xfrm>
              <a:off x="991" y="2694"/>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5253" name="Oval 53">
              <a:extLst>
                <a:ext uri="{FF2B5EF4-FFF2-40B4-BE49-F238E27FC236}">
                  <a16:creationId xmlns:a16="http://schemas.microsoft.com/office/drawing/2014/main" id="{D0DE59C4-D01B-003D-09C0-66CBBEDAC888}"/>
                </a:ext>
              </a:extLst>
            </p:cNvPr>
            <p:cNvSpPr>
              <a:spLocks noChangeArrowheads="1"/>
            </p:cNvSpPr>
            <p:nvPr/>
          </p:nvSpPr>
          <p:spPr bwMode="auto">
            <a:xfrm>
              <a:off x="1235" y="2691"/>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35254" name="Text Box 54">
            <a:extLst>
              <a:ext uri="{FF2B5EF4-FFF2-40B4-BE49-F238E27FC236}">
                <a16:creationId xmlns:a16="http://schemas.microsoft.com/office/drawing/2014/main" id="{4685F451-A2D3-0AF2-512E-EAC5D6A08291}"/>
              </a:ext>
            </a:extLst>
          </p:cNvPr>
          <p:cNvSpPr txBox="1">
            <a:spLocks noChangeArrowheads="1"/>
          </p:cNvSpPr>
          <p:nvPr/>
        </p:nvSpPr>
        <p:spPr bwMode="auto">
          <a:xfrm>
            <a:off x="719138" y="4913313"/>
            <a:ext cx="2071687" cy="519112"/>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C0128"/>
                </a:solidFill>
                <a:effectLst>
                  <a:outerShdw blurRad="38100" dist="38100" dir="2700000" algn="tl">
                    <a:srgbClr val="000000"/>
                  </a:outerShdw>
                </a:effectLst>
                <a:latin typeface="Times New Roman" pitchFamily="18" charset="0"/>
                <a:ea typeface="+mn-ea"/>
              </a:rPr>
              <a:t> 6 Regions</a:t>
            </a:r>
          </a:p>
        </p:txBody>
      </p:sp>
      <p:sp>
        <p:nvSpPr>
          <p:cNvPr id="435255" name="Text Box 55">
            <a:extLst>
              <a:ext uri="{FF2B5EF4-FFF2-40B4-BE49-F238E27FC236}">
                <a16:creationId xmlns:a16="http://schemas.microsoft.com/office/drawing/2014/main" id="{E752D773-4E68-A8F2-5FF7-B7F580F72DD1}"/>
              </a:ext>
            </a:extLst>
          </p:cNvPr>
          <p:cNvSpPr txBox="1">
            <a:spLocks noChangeArrowheads="1"/>
          </p:cNvSpPr>
          <p:nvPr/>
        </p:nvSpPr>
        <p:spPr bwMode="auto">
          <a:xfrm>
            <a:off x="5818188" y="4914900"/>
            <a:ext cx="2071687" cy="519113"/>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6BF69"/>
                </a:solidFill>
                <a:effectLst>
                  <a:outerShdw blurRad="38100" dist="38100" dir="2700000" algn="tl">
                    <a:srgbClr val="000000"/>
                  </a:outerShdw>
                </a:effectLst>
                <a:latin typeface="Times New Roman" pitchFamily="18" charset="0"/>
                <a:ea typeface="+mn-ea"/>
              </a:rPr>
              <a:t> 1 Bond</a:t>
            </a:r>
          </a:p>
        </p:txBody>
      </p:sp>
      <p:sp>
        <p:nvSpPr>
          <p:cNvPr id="435256" name="Text Box 56">
            <a:extLst>
              <a:ext uri="{FF2B5EF4-FFF2-40B4-BE49-F238E27FC236}">
                <a16:creationId xmlns:a16="http://schemas.microsoft.com/office/drawing/2014/main" id="{4E87B374-8B66-7381-FA6A-356B57D56C0E}"/>
              </a:ext>
            </a:extLst>
          </p:cNvPr>
          <p:cNvSpPr txBox="1">
            <a:spLocks noChangeArrowheads="1"/>
          </p:cNvSpPr>
          <p:nvPr/>
        </p:nvSpPr>
        <p:spPr bwMode="auto">
          <a:xfrm>
            <a:off x="3794125" y="4062413"/>
            <a:ext cx="484188" cy="579437"/>
          </a:xfrm>
          <a:prstGeom prst="rect">
            <a:avLst/>
          </a:prstGeom>
          <a:noFill/>
          <a:ln w="12700">
            <a:noFill/>
            <a:miter lim="800000"/>
            <a:headEnd/>
            <a:tailEnd/>
          </a:ln>
          <a:effectLst/>
        </p:spPr>
        <p:txBody>
          <a:bodyPr>
            <a:spAutoFit/>
          </a:bodyPr>
          <a:lstStyle/>
          <a:p>
            <a:pPr>
              <a:spcBef>
                <a:spcPct val="50000"/>
              </a:spcBef>
              <a:defRPr/>
            </a:pPr>
            <a:r>
              <a:rPr lang="en-US" sz="3200">
                <a:solidFill>
                  <a:srgbClr val="F6BF69"/>
                </a:solidFill>
                <a:effectLst>
                  <a:outerShdw blurRad="38100" dist="38100" dir="2700000" algn="tl">
                    <a:srgbClr val="000000"/>
                  </a:outerShdw>
                </a:effectLst>
                <a:latin typeface="Times New Roman" pitchFamily="18" charset="0"/>
                <a:ea typeface="+mn-ea"/>
              </a:rPr>
              <a:t>1</a:t>
            </a:r>
          </a:p>
        </p:txBody>
      </p:sp>
    </p:spTree>
    <p:custDataLst>
      <p:tags r:id="rId1"/>
    </p:custData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a:extLst>
              <a:ext uri="{FF2B5EF4-FFF2-40B4-BE49-F238E27FC236}">
                <a16:creationId xmlns:a16="http://schemas.microsoft.com/office/drawing/2014/main" id="{39DBB960-D5A2-1DD6-2B4F-8F0F71F74DF3}"/>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36227" name="Text Box 3">
            <a:extLst>
              <a:ext uri="{FF2B5EF4-FFF2-40B4-BE49-F238E27FC236}">
                <a16:creationId xmlns:a16="http://schemas.microsoft.com/office/drawing/2014/main" id="{7FBD9B76-579A-D90D-39D2-49A306804CD8}"/>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6228" name="Text Box 4">
            <a:extLst>
              <a:ext uri="{FF2B5EF4-FFF2-40B4-BE49-F238E27FC236}">
                <a16:creationId xmlns:a16="http://schemas.microsoft.com/office/drawing/2014/main" id="{67406955-4FE0-525E-6688-7365CBFB3E81}"/>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6229" name="Text Box 5">
            <a:extLst>
              <a:ext uri="{FF2B5EF4-FFF2-40B4-BE49-F238E27FC236}">
                <a16:creationId xmlns:a16="http://schemas.microsoft.com/office/drawing/2014/main" id="{F14663A9-BBD5-A424-E6BE-E9D0A7873E7B}"/>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6230" name="Line 6">
            <a:extLst>
              <a:ext uri="{FF2B5EF4-FFF2-40B4-BE49-F238E27FC236}">
                <a16:creationId xmlns:a16="http://schemas.microsoft.com/office/drawing/2014/main" id="{516CB24F-98AD-25BD-1BB6-E60045C3A04A}"/>
              </a:ext>
            </a:extLst>
          </p:cNvPr>
          <p:cNvSpPr>
            <a:spLocks noChangeShapeType="1"/>
          </p:cNvSpPr>
          <p:nvPr/>
        </p:nvSpPr>
        <p:spPr bwMode="auto">
          <a:xfrm>
            <a:off x="3309938" y="3694113"/>
            <a:ext cx="433387" cy="0"/>
          </a:xfrm>
          <a:prstGeom prst="line">
            <a:avLst/>
          </a:prstGeom>
          <a:noFill/>
          <a:ln w="76200">
            <a:solidFill>
              <a:schemeClr val="tx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6231" name="Line 7">
            <a:extLst>
              <a:ext uri="{FF2B5EF4-FFF2-40B4-BE49-F238E27FC236}">
                <a16:creationId xmlns:a16="http://schemas.microsoft.com/office/drawing/2014/main" id="{C2698123-85A0-0F9C-1479-8E4C7B25B057}"/>
              </a:ext>
            </a:extLst>
          </p:cNvPr>
          <p:cNvSpPr>
            <a:spLocks noChangeShapeType="1"/>
          </p:cNvSpPr>
          <p:nvPr/>
        </p:nvSpPr>
        <p:spPr bwMode="auto">
          <a:xfrm>
            <a:off x="4799013" y="3695700"/>
            <a:ext cx="434975"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6232" name="Text Box 8">
            <a:extLst>
              <a:ext uri="{FF2B5EF4-FFF2-40B4-BE49-F238E27FC236}">
                <a16:creationId xmlns:a16="http://schemas.microsoft.com/office/drawing/2014/main" id="{D03B8CD7-6AD4-5B27-6836-F6822C7CFF3E}"/>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6233" name="Line 9">
            <a:extLst>
              <a:ext uri="{FF2B5EF4-FFF2-40B4-BE49-F238E27FC236}">
                <a16:creationId xmlns:a16="http://schemas.microsoft.com/office/drawing/2014/main" id="{E96FD596-CFF5-D16A-BEA4-41731EF5782C}"/>
              </a:ext>
            </a:extLst>
          </p:cNvPr>
          <p:cNvSpPr>
            <a:spLocks noChangeShapeType="1"/>
          </p:cNvSpPr>
          <p:nvPr/>
        </p:nvSpPr>
        <p:spPr bwMode="auto">
          <a:xfrm flipV="1">
            <a:off x="4227513" y="2874963"/>
            <a:ext cx="0" cy="31750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6234" name="Line 10">
            <a:extLst>
              <a:ext uri="{FF2B5EF4-FFF2-40B4-BE49-F238E27FC236}">
                <a16:creationId xmlns:a16="http://schemas.microsoft.com/office/drawing/2014/main" id="{ED3F4EEF-3BB7-CD29-ADA3-F1A3A5A2F2E2}"/>
              </a:ext>
            </a:extLst>
          </p:cNvPr>
          <p:cNvSpPr>
            <a:spLocks noChangeShapeType="1"/>
          </p:cNvSpPr>
          <p:nvPr/>
        </p:nvSpPr>
        <p:spPr bwMode="auto">
          <a:xfrm flipV="1">
            <a:off x="4213225" y="4214813"/>
            <a:ext cx="0" cy="317500"/>
          </a:xfrm>
          <a:prstGeom prst="line">
            <a:avLst/>
          </a:prstGeom>
          <a:noFill/>
          <a:ln w="76200">
            <a:solidFill>
              <a:schemeClr val="tx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6235" name="Text Box 11">
            <a:extLst>
              <a:ext uri="{FF2B5EF4-FFF2-40B4-BE49-F238E27FC236}">
                <a16:creationId xmlns:a16="http://schemas.microsoft.com/office/drawing/2014/main" id="{3592FA52-6120-E5D2-EF36-6352FE1A93D5}"/>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grpSp>
        <p:nvGrpSpPr>
          <p:cNvPr id="281612" name="Group 12">
            <a:extLst>
              <a:ext uri="{FF2B5EF4-FFF2-40B4-BE49-F238E27FC236}">
                <a16:creationId xmlns:a16="http://schemas.microsoft.com/office/drawing/2014/main" id="{A762F15E-6035-7413-BA4C-98A645AACE1B}"/>
              </a:ext>
            </a:extLst>
          </p:cNvPr>
          <p:cNvGrpSpPr>
            <a:grpSpLocks/>
          </p:cNvGrpSpPr>
          <p:nvPr/>
        </p:nvGrpSpPr>
        <p:grpSpPr bwMode="auto">
          <a:xfrm>
            <a:off x="5324475" y="4181475"/>
            <a:ext cx="520700" cy="152400"/>
            <a:chOff x="990" y="2694"/>
            <a:chExt cx="328" cy="96"/>
          </a:xfrm>
        </p:grpSpPr>
        <p:sp>
          <p:nvSpPr>
            <p:cNvPr id="436237" name="Oval 13">
              <a:extLst>
                <a:ext uri="{FF2B5EF4-FFF2-40B4-BE49-F238E27FC236}">
                  <a16:creationId xmlns:a16="http://schemas.microsoft.com/office/drawing/2014/main" id="{DD476A69-E9DE-0A9C-0308-BADA59B8EC76}"/>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6238" name="Oval 14">
              <a:extLst>
                <a:ext uri="{FF2B5EF4-FFF2-40B4-BE49-F238E27FC236}">
                  <a16:creationId xmlns:a16="http://schemas.microsoft.com/office/drawing/2014/main" id="{9B546B58-AE8C-5743-C21C-E752F67C990B}"/>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1613" name="Group 15">
            <a:extLst>
              <a:ext uri="{FF2B5EF4-FFF2-40B4-BE49-F238E27FC236}">
                <a16:creationId xmlns:a16="http://schemas.microsoft.com/office/drawing/2014/main" id="{52D1D1CF-F1B4-3AE1-B6D6-1432118FE3C8}"/>
              </a:ext>
            </a:extLst>
          </p:cNvPr>
          <p:cNvGrpSpPr>
            <a:grpSpLocks/>
          </p:cNvGrpSpPr>
          <p:nvPr/>
        </p:nvGrpSpPr>
        <p:grpSpPr bwMode="auto">
          <a:xfrm rot="-5400000">
            <a:off x="5922963" y="3660775"/>
            <a:ext cx="520700" cy="152400"/>
            <a:chOff x="990" y="2694"/>
            <a:chExt cx="328" cy="96"/>
          </a:xfrm>
        </p:grpSpPr>
        <p:sp>
          <p:nvSpPr>
            <p:cNvPr id="436240" name="Oval 16">
              <a:extLst>
                <a:ext uri="{FF2B5EF4-FFF2-40B4-BE49-F238E27FC236}">
                  <a16:creationId xmlns:a16="http://schemas.microsoft.com/office/drawing/2014/main" id="{60204E4A-6ACF-F26B-EDAF-EDEB674D3BA3}"/>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6241" name="Oval 17">
              <a:extLst>
                <a:ext uri="{FF2B5EF4-FFF2-40B4-BE49-F238E27FC236}">
                  <a16:creationId xmlns:a16="http://schemas.microsoft.com/office/drawing/2014/main" id="{81A69161-AA62-99EF-4F49-CCB8FF701C4B}"/>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1614" name="Group 18">
            <a:extLst>
              <a:ext uri="{FF2B5EF4-FFF2-40B4-BE49-F238E27FC236}">
                <a16:creationId xmlns:a16="http://schemas.microsoft.com/office/drawing/2014/main" id="{0D2BC789-11E5-D21E-84B2-949C99177D3E}"/>
              </a:ext>
            </a:extLst>
          </p:cNvPr>
          <p:cNvGrpSpPr>
            <a:grpSpLocks/>
          </p:cNvGrpSpPr>
          <p:nvPr/>
        </p:nvGrpSpPr>
        <p:grpSpPr bwMode="auto">
          <a:xfrm>
            <a:off x="5326063" y="3063875"/>
            <a:ext cx="520700" cy="152400"/>
            <a:chOff x="990" y="2694"/>
            <a:chExt cx="328" cy="96"/>
          </a:xfrm>
        </p:grpSpPr>
        <p:sp>
          <p:nvSpPr>
            <p:cNvPr id="436243" name="Oval 19">
              <a:extLst>
                <a:ext uri="{FF2B5EF4-FFF2-40B4-BE49-F238E27FC236}">
                  <a16:creationId xmlns:a16="http://schemas.microsoft.com/office/drawing/2014/main" id="{64140DD7-4936-0C6F-129C-8841EF656A6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6244" name="Oval 20">
              <a:extLst>
                <a:ext uri="{FF2B5EF4-FFF2-40B4-BE49-F238E27FC236}">
                  <a16:creationId xmlns:a16="http://schemas.microsoft.com/office/drawing/2014/main" id="{1EC6EC89-FC4A-4D8B-FF17-8A2D1EDADD4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1615" name="Group 21">
            <a:extLst>
              <a:ext uri="{FF2B5EF4-FFF2-40B4-BE49-F238E27FC236}">
                <a16:creationId xmlns:a16="http://schemas.microsoft.com/office/drawing/2014/main" id="{154F2DDA-95EB-B96E-813C-540C781DD011}"/>
              </a:ext>
            </a:extLst>
          </p:cNvPr>
          <p:cNvGrpSpPr>
            <a:grpSpLocks/>
          </p:cNvGrpSpPr>
          <p:nvPr/>
        </p:nvGrpSpPr>
        <p:grpSpPr bwMode="auto">
          <a:xfrm>
            <a:off x="3986213" y="1811338"/>
            <a:ext cx="520700" cy="152400"/>
            <a:chOff x="990" y="2694"/>
            <a:chExt cx="328" cy="96"/>
          </a:xfrm>
        </p:grpSpPr>
        <p:sp>
          <p:nvSpPr>
            <p:cNvPr id="436246" name="Oval 22">
              <a:extLst>
                <a:ext uri="{FF2B5EF4-FFF2-40B4-BE49-F238E27FC236}">
                  <a16:creationId xmlns:a16="http://schemas.microsoft.com/office/drawing/2014/main" id="{EBB53F29-CBC7-6FE9-D0E1-4D217DCFB224}"/>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6247" name="Oval 23">
              <a:extLst>
                <a:ext uri="{FF2B5EF4-FFF2-40B4-BE49-F238E27FC236}">
                  <a16:creationId xmlns:a16="http://schemas.microsoft.com/office/drawing/2014/main" id="{AB95142B-8CE0-0DE7-6878-94532CB1B8EE}"/>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1616" name="Group 24">
            <a:extLst>
              <a:ext uri="{FF2B5EF4-FFF2-40B4-BE49-F238E27FC236}">
                <a16:creationId xmlns:a16="http://schemas.microsoft.com/office/drawing/2014/main" id="{0E231A76-CA7D-69B0-A3EB-79BF1B226A6A}"/>
              </a:ext>
            </a:extLst>
          </p:cNvPr>
          <p:cNvGrpSpPr>
            <a:grpSpLocks/>
          </p:cNvGrpSpPr>
          <p:nvPr/>
        </p:nvGrpSpPr>
        <p:grpSpPr bwMode="auto">
          <a:xfrm rot="-5400000">
            <a:off x="4521200" y="2344738"/>
            <a:ext cx="520700" cy="152400"/>
            <a:chOff x="990" y="2694"/>
            <a:chExt cx="328" cy="96"/>
          </a:xfrm>
        </p:grpSpPr>
        <p:sp>
          <p:nvSpPr>
            <p:cNvPr id="436249" name="Oval 25">
              <a:extLst>
                <a:ext uri="{FF2B5EF4-FFF2-40B4-BE49-F238E27FC236}">
                  <a16:creationId xmlns:a16="http://schemas.microsoft.com/office/drawing/2014/main" id="{35A5981D-A451-12F9-94EE-B4FAC3579A5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6250" name="Oval 26">
              <a:extLst>
                <a:ext uri="{FF2B5EF4-FFF2-40B4-BE49-F238E27FC236}">
                  <a16:creationId xmlns:a16="http://schemas.microsoft.com/office/drawing/2014/main" id="{AB9C26E2-62DF-945F-86B8-7E10C6E092CB}"/>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1617" name="Group 27">
            <a:extLst>
              <a:ext uri="{FF2B5EF4-FFF2-40B4-BE49-F238E27FC236}">
                <a16:creationId xmlns:a16="http://schemas.microsoft.com/office/drawing/2014/main" id="{9C0F09A3-9AFF-6B9A-0E73-AD47E6566D83}"/>
              </a:ext>
            </a:extLst>
          </p:cNvPr>
          <p:cNvGrpSpPr>
            <a:grpSpLocks/>
          </p:cNvGrpSpPr>
          <p:nvPr/>
        </p:nvGrpSpPr>
        <p:grpSpPr bwMode="auto">
          <a:xfrm rot="-5400000">
            <a:off x="3470275" y="2363788"/>
            <a:ext cx="520700" cy="152400"/>
            <a:chOff x="990" y="2694"/>
            <a:chExt cx="328" cy="96"/>
          </a:xfrm>
        </p:grpSpPr>
        <p:sp>
          <p:nvSpPr>
            <p:cNvPr id="436252" name="Oval 28">
              <a:extLst>
                <a:ext uri="{FF2B5EF4-FFF2-40B4-BE49-F238E27FC236}">
                  <a16:creationId xmlns:a16="http://schemas.microsoft.com/office/drawing/2014/main" id="{8BCA015F-DF0D-6E4D-5D28-422B9A9985D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6253" name="Oval 29">
              <a:extLst>
                <a:ext uri="{FF2B5EF4-FFF2-40B4-BE49-F238E27FC236}">
                  <a16:creationId xmlns:a16="http://schemas.microsoft.com/office/drawing/2014/main" id="{1037A104-5327-5431-A808-FD5D753ECD0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1618" name="Group 30">
            <a:extLst>
              <a:ext uri="{FF2B5EF4-FFF2-40B4-BE49-F238E27FC236}">
                <a16:creationId xmlns:a16="http://schemas.microsoft.com/office/drawing/2014/main" id="{1EBDE4D8-655B-0EB8-9305-06CF431BBB24}"/>
              </a:ext>
            </a:extLst>
          </p:cNvPr>
          <p:cNvGrpSpPr>
            <a:grpSpLocks/>
          </p:cNvGrpSpPr>
          <p:nvPr/>
        </p:nvGrpSpPr>
        <p:grpSpPr bwMode="auto">
          <a:xfrm>
            <a:off x="3921125" y="5524500"/>
            <a:ext cx="520700" cy="152400"/>
            <a:chOff x="990" y="2694"/>
            <a:chExt cx="328" cy="96"/>
          </a:xfrm>
        </p:grpSpPr>
        <p:sp>
          <p:nvSpPr>
            <p:cNvPr id="436255" name="Oval 31">
              <a:extLst>
                <a:ext uri="{FF2B5EF4-FFF2-40B4-BE49-F238E27FC236}">
                  <a16:creationId xmlns:a16="http://schemas.microsoft.com/office/drawing/2014/main" id="{0D32830C-211E-6800-9618-761EF8DCF9BC}"/>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6256" name="Oval 32">
              <a:extLst>
                <a:ext uri="{FF2B5EF4-FFF2-40B4-BE49-F238E27FC236}">
                  <a16:creationId xmlns:a16="http://schemas.microsoft.com/office/drawing/2014/main" id="{B6FDEE4E-AC96-977C-498E-2A72708D62D5}"/>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1619" name="Group 33">
            <a:extLst>
              <a:ext uri="{FF2B5EF4-FFF2-40B4-BE49-F238E27FC236}">
                <a16:creationId xmlns:a16="http://schemas.microsoft.com/office/drawing/2014/main" id="{E963C910-9765-6EDD-6180-19F4F933EEA4}"/>
              </a:ext>
            </a:extLst>
          </p:cNvPr>
          <p:cNvGrpSpPr>
            <a:grpSpLocks/>
          </p:cNvGrpSpPr>
          <p:nvPr/>
        </p:nvGrpSpPr>
        <p:grpSpPr bwMode="auto">
          <a:xfrm rot="-5400000">
            <a:off x="4473575" y="4987925"/>
            <a:ext cx="520700" cy="152400"/>
            <a:chOff x="990" y="2694"/>
            <a:chExt cx="328" cy="96"/>
          </a:xfrm>
        </p:grpSpPr>
        <p:sp>
          <p:nvSpPr>
            <p:cNvPr id="436258" name="Oval 34">
              <a:extLst>
                <a:ext uri="{FF2B5EF4-FFF2-40B4-BE49-F238E27FC236}">
                  <a16:creationId xmlns:a16="http://schemas.microsoft.com/office/drawing/2014/main" id="{D4F708CC-5704-0A48-4AA1-9ABFA8BA6BDB}"/>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6259" name="Oval 35">
              <a:extLst>
                <a:ext uri="{FF2B5EF4-FFF2-40B4-BE49-F238E27FC236}">
                  <a16:creationId xmlns:a16="http://schemas.microsoft.com/office/drawing/2014/main" id="{5E302A44-A714-ACE0-0C47-6344A6BF8988}"/>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1620" name="Group 36">
            <a:extLst>
              <a:ext uri="{FF2B5EF4-FFF2-40B4-BE49-F238E27FC236}">
                <a16:creationId xmlns:a16="http://schemas.microsoft.com/office/drawing/2014/main" id="{15A093AC-17D5-6A07-F3B2-AF88D605EE5F}"/>
              </a:ext>
            </a:extLst>
          </p:cNvPr>
          <p:cNvGrpSpPr>
            <a:grpSpLocks/>
          </p:cNvGrpSpPr>
          <p:nvPr/>
        </p:nvGrpSpPr>
        <p:grpSpPr bwMode="auto">
          <a:xfrm rot="-5400000">
            <a:off x="3422650" y="4989513"/>
            <a:ext cx="520700" cy="152400"/>
            <a:chOff x="990" y="2694"/>
            <a:chExt cx="328" cy="96"/>
          </a:xfrm>
        </p:grpSpPr>
        <p:sp>
          <p:nvSpPr>
            <p:cNvPr id="436261" name="Oval 37">
              <a:extLst>
                <a:ext uri="{FF2B5EF4-FFF2-40B4-BE49-F238E27FC236}">
                  <a16:creationId xmlns:a16="http://schemas.microsoft.com/office/drawing/2014/main" id="{DB9D14EE-6F4B-3A17-72A7-4666A6AF51AA}"/>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6262" name="Oval 38">
              <a:extLst>
                <a:ext uri="{FF2B5EF4-FFF2-40B4-BE49-F238E27FC236}">
                  <a16:creationId xmlns:a16="http://schemas.microsoft.com/office/drawing/2014/main" id="{AC423CEF-A7E1-3434-75FE-108E2FC7267E}"/>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1621" name="Group 39">
            <a:extLst>
              <a:ext uri="{FF2B5EF4-FFF2-40B4-BE49-F238E27FC236}">
                <a16:creationId xmlns:a16="http://schemas.microsoft.com/office/drawing/2014/main" id="{8B87AE7A-32D8-50C3-0376-621811BAA3C5}"/>
              </a:ext>
            </a:extLst>
          </p:cNvPr>
          <p:cNvGrpSpPr>
            <a:grpSpLocks/>
          </p:cNvGrpSpPr>
          <p:nvPr/>
        </p:nvGrpSpPr>
        <p:grpSpPr bwMode="auto">
          <a:xfrm>
            <a:off x="2535238" y="4132263"/>
            <a:ext cx="520700" cy="152400"/>
            <a:chOff x="990" y="2694"/>
            <a:chExt cx="328" cy="96"/>
          </a:xfrm>
        </p:grpSpPr>
        <p:sp>
          <p:nvSpPr>
            <p:cNvPr id="436264" name="Oval 40">
              <a:extLst>
                <a:ext uri="{FF2B5EF4-FFF2-40B4-BE49-F238E27FC236}">
                  <a16:creationId xmlns:a16="http://schemas.microsoft.com/office/drawing/2014/main" id="{6DCFCA1B-DA7E-8391-0568-447D4F2120E3}"/>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6265" name="Oval 41">
              <a:extLst>
                <a:ext uri="{FF2B5EF4-FFF2-40B4-BE49-F238E27FC236}">
                  <a16:creationId xmlns:a16="http://schemas.microsoft.com/office/drawing/2014/main" id="{92F5E8C7-5DBE-DF14-8EB4-08D8DA02C90D}"/>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1622" name="Group 42">
            <a:extLst>
              <a:ext uri="{FF2B5EF4-FFF2-40B4-BE49-F238E27FC236}">
                <a16:creationId xmlns:a16="http://schemas.microsoft.com/office/drawing/2014/main" id="{B394439A-A710-8D1D-2153-0FE4A1272C8D}"/>
              </a:ext>
            </a:extLst>
          </p:cNvPr>
          <p:cNvGrpSpPr>
            <a:grpSpLocks/>
          </p:cNvGrpSpPr>
          <p:nvPr/>
        </p:nvGrpSpPr>
        <p:grpSpPr bwMode="auto">
          <a:xfrm rot="-5400000">
            <a:off x="2035175" y="3584575"/>
            <a:ext cx="520700" cy="152400"/>
            <a:chOff x="990" y="2694"/>
            <a:chExt cx="328" cy="96"/>
          </a:xfrm>
        </p:grpSpPr>
        <p:sp>
          <p:nvSpPr>
            <p:cNvPr id="436267" name="Oval 43">
              <a:extLst>
                <a:ext uri="{FF2B5EF4-FFF2-40B4-BE49-F238E27FC236}">
                  <a16:creationId xmlns:a16="http://schemas.microsoft.com/office/drawing/2014/main" id="{34A0D19C-070B-E865-37E9-C160C31A661F}"/>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6268" name="Oval 44">
              <a:extLst>
                <a:ext uri="{FF2B5EF4-FFF2-40B4-BE49-F238E27FC236}">
                  <a16:creationId xmlns:a16="http://schemas.microsoft.com/office/drawing/2014/main" id="{193906AA-7D1E-5FE6-4E7E-A7339CC3DC2B}"/>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1623" name="Group 45">
            <a:extLst>
              <a:ext uri="{FF2B5EF4-FFF2-40B4-BE49-F238E27FC236}">
                <a16:creationId xmlns:a16="http://schemas.microsoft.com/office/drawing/2014/main" id="{751EA12E-ECB5-279E-63BB-376FCAD6339F}"/>
              </a:ext>
            </a:extLst>
          </p:cNvPr>
          <p:cNvGrpSpPr>
            <a:grpSpLocks/>
          </p:cNvGrpSpPr>
          <p:nvPr/>
        </p:nvGrpSpPr>
        <p:grpSpPr bwMode="auto">
          <a:xfrm>
            <a:off x="2554288" y="2998788"/>
            <a:ext cx="520700" cy="152400"/>
            <a:chOff x="990" y="2694"/>
            <a:chExt cx="328" cy="96"/>
          </a:xfrm>
        </p:grpSpPr>
        <p:sp>
          <p:nvSpPr>
            <p:cNvPr id="436270" name="Oval 46">
              <a:extLst>
                <a:ext uri="{FF2B5EF4-FFF2-40B4-BE49-F238E27FC236}">
                  <a16:creationId xmlns:a16="http://schemas.microsoft.com/office/drawing/2014/main" id="{9279F98F-6E18-0B60-B7B7-BDA9C534C92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6271" name="Oval 47">
              <a:extLst>
                <a:ext uri="{FF2B5EF4-FFF2-40B4-BE49-F238E27FC236}">
                  <a16:creationId xmlns:a16="http://schemas.microsoft.com/office/drawing/2014/main" id="{D86D537D-4652-1A75-5698-9E5916D32D84}"/>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1624" name="Group 48">
            <a:extLst>
              <a:ext uri="{FF2B5EF4-FFF2-40B4-BE49-F238E27FC236}">
                <a16:creationId xmlns:a16="http://schemas.microsoft.com/office/drawing/2014/main" id="{ADAFE18A-F683-B099-9DEB-FB2271719B12}"/>
              </a:ext>
            </a:extLst>
          </p:cNvPr>
          <p:cNvGrpSpPr>
            <a:grpSpLocks/>
          </p:cNvGrpSpPr>
          <p:nvPr/>
        </p:nvGrpSpPr>
        <p:grpSpPr bwMode="auto">
          <a:xfrm rot="-2653714">
            <a:off x="3451225" y="3211513"/>
            <a:ext cx="520700" cy="152400"/>
            <a:chOff x="990" y="2694"/>
            <a:chExt cx="328" cy="96"/>
          </a:xfrm>
        </p:grpSpPr>
        <p:sp>
          <p:nvSpPr>
            <p:cNvPr id="436273" name="Oval 49">
              <a:extLst>
                <a:ext uri="{FF2B5EF4-FFF2-40B4-BE49-F238E27FC236}">
                  <a16:creationId xmlns:a16="http://schemas.microsoft.com/office/drawing/2014/main" id="{FA52C124-6F23-8B10-7A91-C6A303D23BC8}"/>
                </a:ext>
              </a:extLst>
            </p:cNvPr>
            <p:cNvSpPr>
              <a:spLocks noChangeArrowheads="1"/>
            </p:cNvSpPr>
            <p:nvPr/>
          </p:nvSpPr>
          <p:spPr bwMode="auto">
            <a:xfrm>
              <a:off x="991" y="2694"/>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6274" name="Oval 50">
              <a:extLst>
                <a:ext uri="{FF2B5EF4-FFF2-40B4-BE49-F238E27FC236}">
                  <a16:creationId xmlns:a16="http://schemas.microsoft.com/office/drawing/2014/main" id="{E5AA4187-E0AC-8E81-4770-3AF9BF8A6BE6}"/>
                </a:ext>
              </a:extLst>
            </p:cNvPr>
            <p:cNvSpPr>
              <a:spLocks noChangeArrowheads="1"/>
            </p:cNvSpPr>
            <p:nvPr/>
          </p:nvSpPr>
          <p:spPr bwMode="auto">
            <a:xfrm>
              <a:off x="1235" y="2691"/>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1625" name="Group 51">
            <a:extLst>
              <a:ext uri="{FF2B5EF4-FFF2-40B4-BE49-F238E27FC236}">
                <a16:creationId xmlns:a16="http://schemas.microsoft.com/office/drawing/2014/main" id="{CA4B4485-FDD6-4EA4-C2FB-913B52E5D557}"/>
              </a:ext>
            </a:extLst>
          </p:cNvPr>
          <p:cNvGrpSpPr>
            <a:grpSpLocks/>
          </p:cNvGrpSpPr>
          <p:nvPr/>
        </p:nvGrpSpPr>
        <p:grpSpPr bwMode="auto">
          <a:xfrm rot="-2653714">
            <a:off x="4422775" y="4048125"/>
            <a:ext cx="520700" cy="152400"/>
            <a:chOff x="990" y="2694"/>
            <a:chExt cx="328" cy="96"/>
          </a:xfrm>
        </p:grpSpPr>
        <p:sp>
          <p:nvSpPr>
            <p:cNvPr id="436276" name="Oval 52">
              <a:extLst>
                <a:ext uri="{FF2B5EF4-FFF2-40B4-BE49-F238E27FC236}">
                  <a16:creationId xmlns:a16="http://schemas.microsoft.com/office/drawing/2014/main" id="{D8B2FC3C-2F69-22A3-4A6C-15DC630E573E}"/>
                </a:ext>
              </a:extLst>
            </p:cNvPr>
            <p:cNvSpPr>
              <a:spLocks noChangeArrowheads="1"/>
            </p:cNvSpPr>
            <p:nvPr/>
          </p:nvSpPr>
          <p:spPr bwMode="auto">
            <a:xfrm>
              <a:off x="991" y="2694"/>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6277" name="Oval 53">
              <a:extLst>
                <a:ext uri="{FF2B5EF4-FFF2-40B4-BE49-F238E27FC236}">
                  <a16:creationId xmlns:a16="http://schemas.microsoft.com/office/drawing/2014/main" id="{A48A3F2B-856C-8CB8-D680-405F54E7B047}"/>
                </a:ext>
              </a:extLst>
            </p:cNvPr>
            <p:cNvSpPr>
              <a:spLocks noChangeArrowheads="1"/>
            </p:cNvSpPr>
            <p:nvPr/>
          </p:nvSpPr>
          <p:spPr bwMode="auto">
            <a:xfrm>
              <a:off x="1235" y="2691"/>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36278" name="Text Box 54">
            <a:extLst>
              <a:ext uri="{FF2B5EF4-FFF2-40B4-BE49-F238E27FC236}">
                <a16:creationId xmlns:a16="http://schemas.microsoft.com/office/drawing/2014/main" id="{223574E9-E4B4-6284-0FF1-D391E752440C}"/>
              </a:ext>
            </a:extLst>
          </p:cNvPr>
          <p:cNvSpPr txBox="1">
            <a:spLocks noChangeArrowheads="1"/>
          </p:cNvSpPr>
          <p:nvPr/>
        </p:nvSpPr>
        <p:spPr bwMode="auto">
          <a:xfrm>
            <a:off x="719138" y="4913313"/>
            <a:ext cx="2071687" cy="519112"/>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C0128"/>
                </a:solidFill>
                <a:effectLst>
                  <a:outerShdw blurRad="38100" dist="38100" dir="2700000" algn="tl">
                    <a:srgbClr val="000000"/>
                  </a:outerShdw>
                </a:effectLst>
                <a:latin typeface="Times New Roman" pitchFamily="18" charset="0"/>
                <a:ea typeface="+mn-ea"/>
              </a:rPr>
              <a:t> 6 Regions</a:t>
            </a:r>
          </a:p>
        </p:txBody>
      </p:sp>
      <p:sp>
        <p:nvSpPr>
          <p:cNvPr id="436279" name="Text Box 55">
            <a:extLst>
              <a:ext uri="{FF2B5EF4-FFF2-40B4-BE49-F238E27FC236}">
                <a16:creationId xmlns:a16="http://schemas.microsoft.com/office/drawing/2014/main" id="{73CCE89B-E074-416E-3813-0E442CA97E85}"/>
              </a:ext>
            </a:extLst>
          </p:cNvPr>
          <p:cNvSpPr txBox="1">
            <a:spLocks noChangeArrowheads="1"/>
          </p:cNvSpPr>
          <p:nvPr/>
        </p:nvSpPr>
        <p:spPr bwMode="auto">
          <a:xfrm>
            <a:off x="5818188" y="4914900"/>
            <a:ext cx="2071687" cy="519113"/>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6BF69"/>
                </a:solidFill>
                <a:effectLst>
                  <a:outerShdw blurRad="38100" dist="38100" dir="2700000" algn="tl">
                    <a:srgbClr val="000000"/>
                  </a:outerShdw>
                </a:effectLst>
                <a:latin typeface="Times New Roman" pitchFamily="18" charset="0"/>
                <a:ea typeface="+mn-ea"/>
              </a:rPr>
              <a:t> 2 Bonds</a:t>
            </a:r>
          </a:p>
        </p:txBody>
      </p:sp>
      <p:sp>
        <p:nvSpPr>
          <p:cNvPr id="436280" name="Text Box 56">
            <a:extLst>
              <a:ext uri="{FF2B5EF4-FFF2-40B4-BE49-F238E27FC236}">
                <a16:creationId xmlns:a16="http://schemas.microsoft.com/office/drawing/2014/main" id="{B86F4BAA-7EF3-B9FF-B1C4-2D2FBC36AF83}"/>
              </a:ext>
            </a:extLst>
          </p:cNvPr>
          <p:cNvSpPr txBox="1">
            <a:spLocks noChangeArrowheads="1"/>
          </p:cNvSpPr>
          <p:nvPr/>
        </p:nvSpPr>
        <p:spPr bwMode="auto">
          <a:xfrm>
            <a:off x="3794125" y="4062413"/>
            <a:ext cx="484188" cy="579437"/>
          </a:xfrm>
          <a:prstGeom prst="rect">
            <a:avLst/>
          </a:prstGeom>
          <a:noFill/>
          <a:ln w="12700">
            <a:noFill/>
            <a:miter lim="800000"/>
            <a:headEnd/>
            <a:tailEnd/>
          </a:ln>
          <a:effectLst/>
        </p:spPr>
        <p:txBody>
          <a:bodyPr>
            <a:spAutoFit/>
          </a:bodyPr>
          <a:lstStyle/>
          <a:p>
            <a:pPr>
              <a:spcBef>
                <a:spcPct val="50000"/>
              </a:spcBef>
              <a:defRPr/>
            </a:pPr>
            <a:r>
              <a:rPr lang="en-US" sz="3200">
                <a:solidFill>
                  <a:srgbClr val="F6BF69"/>
                </a:solidFill>
                <a:effectLst>
                  <a:outerShdw blurRad="38100" dist="38100" dir="2700000" algn="tl">
                    <a:srgbClr val="000000"/>
                  </a:outerShdw>
                </a:effectLst>
                <a:latin typeface="Times New Roman" pitchFamily="18" charset="0"/>
                <a:ea typeface="+mn-ea"/>
              </a:rPr>
              <a:t>1</a:t>
            </a:r>
          </a:p>
        </p:txBody>
      </p:sp>
      <p:sp>
        <p:nvSpPr>
          <p:cNvPr id="436281" name="Text Box 57">
            <a:extLst>
              <a:ext uri="{FF2B5EF4-FFF2-40B4-BE49-F238E27FC236}">
                <a16:creationId xmlns:a16="http://schemas.microsoft.com/office/drawing/2014/main" id="{B2AC5E99-01BB-3339-0C05-82091F4B87E8}"/>
              </a:ext>
            </a:extLst>
          </p:cNvPr>
          <p:cNvSpPr txBox="1">
            <a:spLocks noChangeArrowheads="1"/>
          </p:cNvSpPr>
          <p:nvPr/>
        </p:nvSpPr>
        <p:spPr bwMode="auto">
          <a:xfrm>
            <a:off x="3294063" y="3679825"/>
            <a:ext cx="484187" cy="579438"/>
          </a:xfrm>
          <a:prstGeom prst="rect">
            <a:avLst/>
          </a:prstGeom>
          <a:noFill/>
          <a:ln w="12700">
            <a:noFill/>
            <a:miter lim="800000"/>
            <a:headEnd/>
            <a:tailEnd/>
          </a:ln>
          <a:effectLst/>
        </p:spPr>
        <p:txBody>
          <a:bodyPr>
            <a:spAutoFit/>
          </a:bodyPr>
          <a:lstStyle/>
          <a:p>
            <a:pPr>
              <a:spcBef>
                <a:spcPct val="50000"/>
              </a:spcBef>
              <a:defRPr/>
            </a:pPr>
            <a:r>
              <a:rPr lang="en-US" sz="3200">
                <a:solidFill>
                  <a:srgbClr val="F6BF69"/>
                </a:solidFill>
                <a:effectLst>
                  <a:outerShdw blurRad="38100" dist="38100" dir="2700000" algn="tl">
                    <a:srgbClr val="000000"/>
                  </a:outerShdw>
                </a:effectLst>
                <a:latin typeface="Times New Roman" pitchFamily="18" charset="0"/>
                <a:ea typeface="+mn-ea"/>
              </a:rPr>
              <a:t>2</a:t>
            </a:r>
          </a:p>
        </p:txBody>
      </p:sp>
    </p:spTree>
    <p:custDataLst>
      <p:tags r:id="rId1"/>
    </p:custData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a:extLst>
              <a:ext uri="{FF2B5EF4-FFF2-40B4-BE49-F238E27FC236}">
                <a16:creationId xmlns:a16="http://schemas.microsoft.com/office/drawing/2014/main" id="{DB433EFE-19F9-A59C-E448-6FAFA0CC59AB}"/>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37251" name="Text Box 3">
            <a:extLst>
              <a:ext uri="{FF2B5EF4-FFF2-40B4-BE49-F238E27FC236}">
                <a16:creationId xmlns:a16="http://schemas.microsoft.com/office/drawing/2014/main" id="{CB07CAC0-CCD5-7E4F-9759-F625322818C5}"/>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7252" name="Text Box 4">
            <a:extLst>
              <a:ext uri="{FF2B5EF4-FFF2-40B4-BE49-F238E27FC236}">
                <a16:creationId xmlns:a16="http://schemas.microsoft.com/office/drawing/2014/main" id="{4211149C-82FB-D6B7-1FC5-C72ADCD19646}"/>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7253" name="Text Box 5">
            <a:extLst>
              <a:ext uri="{FF2B5EF4-FFF2-40B4-BE49-F238E27FC236}">
                <a16:creationId xmlns:a16="http://schemas.microsoft.com/office/drawing/2014/main" id="{82C2A6D7-834D-0FE4-20D9-60EA73767171}"/>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7254" name="Line 6">
            <a:extLst>
              <a:ext uri="{FF2B5EF4-FFF2-40B4-BE49-F238E27FC236}">
                <a16:creationId xmlns:a16="http://schemas.microsoft.com/office/drawing/2014/main" id="{D4152C00-FAAF-072B-1F83-1096BBBF9980}"/>
              </a:ext>
            </a:extLst>
          </p:cNvPr>
          <p:cNvSpPr>
            <a:spLocks noChangeShapeType="1"/>
          </p:cNvSpPr>
          <p:nvPr/>
        </p:nvSpPr>
        <p:spPr bwMode="auto">
          <a:xfrm>
            <a:off x="3309938" y="3694113"/>
            <a:ext cx="433387" cy="0"/>
          </a:xfrm>
          <a:prstGeom prst="line">
            <a:avLst/>
          </a:prstGeom>
          <a:noFill/>
          <a:ln w="76200">
            <a:solidFill>
              <a:schemeClr val="tx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7255" name="Line 7">
            <a:extLst>
              <a:ext uri="{FF2B5EF4-FFF2-40B4-BE49-F238E27FC236}">
                <a16:creationId xmlns:a16="http://schemas.microsoft.com/office/drawing/2014/main" id="{8D3E9CC3-CDEE-E979-C757-9DF708ABF6E7}"/>
              </a:ext>
            </a:extLst>
          </p:cNvPr>
          <p:cNvSpPr>
            <a:spLocks noChangeShapeType="1"/>
          </p:cNvSpPr>
          <p:nvPr/>
        </p:nvSpPr>
        <p:spPr bwMode="auto">
          <a:xfrm>
            <a:off x="4799013" y="3695700"/>
            <a:ext cx="434975" cy="0"/>
          </a:xfrm>
          <a:prstGeom prst="line">
            <a:avLst/>
          </a:prstGeom>
          <a:noFill/>
          <a:ln w="76200">
            <a:solidFill>
              <a:schemeClr val="hlink"/>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7256" name="Text Box 8">
            <a:extLst>
              <a:ext uri="{FF2B5EF4-FFF2-40B4-BE49-F238E27FC236}">
                <a16:creationId xmlns:a16="http://schemas.microsoft.com/office/drawing/2014/main" id="{090779FA-80E3-2CA3-211A-DFEB89989229}"/>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7257" name="Line 9">
            <a:extLst>
              <a:ext uri="{FF2B5EF4-FFF2-40B4-BE49-F238E27FC236}">
                <a16:creationId xmlns:a16="http://schemas.microsoft.com/office/drawing/2014/main" id="{C0AE80E6-412C-6CDB-10D5-D77D9650F808}"/>
              </a:ext>
            </a:extLst>
          </p:cNvPr>
          <p:cNvSpPr>
            <a:spLocks noChangeShapeType="1"/>
          </p:cNvSpPr>
          <p:nvPr/>
        </p:nvSpPr>
        <p:spPr bwMode="auto">
          <a:xfrm flipV="1">
            <a:off x="4227513" y="2874963"/>
            <a:ext cx="0" cy="317500"/>
          </a:xfrm>
          <a:prstGeom prst="line">
            <a:avLst/>
          </a:prstGeom>
          <a:noFill/>
          <a:ln w="76200">
            <a:solidFill>
              <a:schemeClr val="tx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7258" name="Line 10">
            <a:extLst>
              <a:ext uri="{FF2B5EF4-FFF2-40B4-BE49-F238E27FC236}">
                <a16:creationId xmlns:a16="http://schemas.microsoft.com/office/drawing/2014/main" id="{894D9E8D-4E1B-9922-01D4-7B4FD14C6707}"/>
              </a:ext>
            </a:extLst>
          </p:cNvPr>
          <p:cNvSpPr>
            <a:spLocks noChangeShapeType="1"/>
          </p:cNvSpPr>
          <p:nvPr/>
        </p:nvSpPr>
        <p:spPr bwMode="auto">
          <a:xfrm flipV="1">
            <a:off x="4213225" y="4214813"/>
            <a:ext cx="0" cy="317500"/>
          </a:xfrm>
          <a:prstGeom prst="line">
            <a:avLst/>
          </a:prstGeom>
          <a:noFill/>
          <a:ln w="76200">
            <a:solidFill>
              <a:schemeClr val="tx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7259" name="Text Box 11">
            <a:extLst>
              <a:ext uri="{FF2B5EF4-FFF2-40B4-BE49-F238E27FC236}">
                <a16:creationId xmlns:a16="http://schemas.microsoft.com/office/drawing/2014/main" id="{AD162EEC-AB3A-C9E8-8899-4BFA5C586024}"/>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grpSp>
        <p:nvGrpSpPr>
          <p:cNvPr id="283660" name="Group 12">
            <a:extLst>
              <a:ext uri="{FF2B5EF4-FFF2-40B4-BE49-F238E27FC236}">
                <a16:creationId xmlns:a16="http://schemas.microsoft.com/office/drawing/2014/main" id="{6C1BB67B-4A70-15E4-8A21-2AC835B3362B}"/>
              </a:ext>
            </a:extLst>
          </p:cNvPr>
          <p:cNvGrpSpPr>
            <a:grpSpLocks/>
          </p:cNvGrpSpPr>
          <p:nvPr/>
        </p:nvGrpSpPr>
        <p:grpSpPr bwMode="auto">
          <a:xfrm>
            <a:off x="5324475" y="4181475"/>
            <a:ext cx="520700" cy="152400"/>
            <a:chOff x="990" y="2694"/>
            <a:chExt cx="328" cy="96"/>
          </a:xfrm>
        </p:grpSpPr>
        <p:sp>
          <p:nvSpPr>
            <p:cNvPr id="437261" name="Oval 13">
              <a:extLst>
                <a:ext uri="{FF2B5EF4-FFF2-40B4-BE49-F238E27FC236}">
                  <a16:creationId xmlns:a16="http://schemas.microsoft.com/office/drawing/2014/main" id="{E14E8181-7333-A63C-B441-3AE768985201}"/>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7262" name="Oval 14">
              <a:extLst>
                <a:ext uri="{FF2B5EF4-FFF2-40B4-BE49-F238E27FC236}">
                  <a16:creationId xmlns:a16="http://schemas.microsoft.com/office/drawing/2014/main" id="{39F8ED20-6CB6-CBFC-9BE8-2A7513D9C5D5}"/>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3661" name="Group 15">
            <a:extLst>
              <a:ext uri="{FF2B5EF4-FFF2-40B4-BE49-F238E27FC236}">
                <a16:creationId xmlns:a16="http://schemas.microsoft.com/office/drawing/2014/main" id="{84E5C0F1-22EC-ACE0-FD7A-EF61BCDB0BDE}"/>
              </a:ext>
            </a:extLst>
          </p:cNvPr>
          <p:cNvGrpSpPr>
            <a:grpSpLocks/>
          </p:cNvGrpSpPr>
          <p:nvPr/>
        </p:nvGrpSpPr>
        <p:grpSpPr bwMode="auto">
          <a:xfrm rot="-5400000">
            <a:off x="5922963" y="3660775"/>
            <a:ext cx="520700" cy="152400"/>
            <a:chOff x="990" y="2694"/>
            <a:chExt cx="328" cy="96"/>
          </a:xfrm>
        </p:grpSpPr>
        <p:sp>
          <p:nvSpPr>
            <p:cNvPr id="437264" name="Oval 16">
              <a:extLst>
                <a:ext uri="{FF2B5EF4-FFF2-40B4-BE49-F238E27FC236}">
                  <a16:creationId xmlns:a16="http://schemas.microsoft.com/office/drawing/2014/main" id="{6FA6BF3B-7872-5143-0204-D941A364ADDF}"/>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7265" name="Oval 17">
              <a:extLst>
                <a:ext uri="{FF2B5EF4-FFF2-40B4-BE49-F238E27FC236}">
                  <a16:creationId xmlns:a16="http://schemas.microsoft.com/office/drawing/2014/main" id="{B814680B-EA4E-3A3D-FA76-CC20F313C8A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3662" name="Group 18">
            <a:extLst>
              <a:ext uri="{FF2B5EF4-FFF2-40B4-BE49-F238E27FC236}">
                <a16:creationId xmlns:a16="http://schemas.microsoft.com/office/drawing/2014/main" id="{787BA86F-4EDC-3724-397F-596BE4ADEA2E}"/>
              </a:ext>
            </a:extLst>
          </p:cNvPr>
          <p:cNvGrpSpPr>
            <a:grpSpLocks/>
          </p:cNvGrpSpPr>
          <p:nvPr/>
        </p:nvGrpSpPr>
        <p:grpSpPr bwMode="auto">
          <a:xfrm>
            <a:off x="5326063" y="3063875"/>
            <a:ext cx="520700" cy="152400"/>
            <a:chOff x="990" y="2694"/>
            <a:chExt cx="328" cy="96"/>
          </a:xfrm>
        </p:grpSpPr>
        <p:sp>
          <p:nvSpPr>
            <p:cNvPr id="437267" name="Oval 19">
              <a:extLst>
                <a:ext uri="{FF2B5EF4-FFF2-40B4-BE49-F238E27FC236}">
                  <a16:creationId xmlns:a16="http://schemas.microsoft.com/office/drawing/2014/main" id="{73F1AA89-3E98-0F78-25AB-2031B5C6E03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7268" name="Oval 20">
              <a:extLst>
                <a:ext uri="{FF2B5EF4-FFF2-40B4-BE49-F238E27FC236}">
                  <a16:creationId xmlns:a16="http://schemas.microsoft.com/office/drawing/2014/main" id="{F825EC68-2F60-7D97-659D-98FE47B28B7A}"/>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3663" name="Group 21">
            <a:extLst>
              <a:ext uri="{FF2B5EF4-FFF2-40B4-BE49-F238E27FC236}">
                <a16:creationId xmlns:a16="http://schemas.microsoft.com/office/drawing/2014/main" id="{10C43A50-51BD-63F9-10CB-FAA246ACB99C}"/>
              </a:ext>
            </a:extLst>
          </p:cNvPr>
          <p:cNvGrpSpPr>
            <a:grpSpLocks/>
          </p:cNvGrpSpPr>
          <p:nvPr/>
        </p:nvGrpSpPr>
        <p:grpSpPr bwMode="auto">
          <a:xfrm>
            <a:off x="3986213" y="1811338"/>
            <a:ext cx="520700" cy="152400"/>
            <a:chOff x="990" y="2694"/>
            <a:chExt cx="328" cy="96"/>
          </a:xfrm>
        </p:grpSpPr>
        <p:sp>
          <p:nvSpPr>
            <p:cNvPr id="437270" name="Oval 22">
              <a:extLst>
                <a:ext uri="{FF2B5EF4-FFF2-40B4-BE49-F238E27FC236}">
                  <a16:creationId xmlns:a16="http://schemas.microsoft.com/office/drawing/2014/main" id="{15F03C49-8626-F84A-828E-D656ED11766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7271" name="Oval 23">
              <a:extLst>
                <a:ext uri="{FF2B5EF4-FFF2-40B4-BE49-F238E27FC236}">
                  <a16:creationId xmlns:a16="http://schemas.microsoft.com/office/drawing/2014/main" id="{816EF0CD-AB4C-8E75-71D8-B2AA079101E9}"/>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3664" name="Group 24">
            <a:extLst>
              <a:ext uri="{FF2B5EF4-FFF2-40B4-BE49-F238E27FC236}">
                <a16:creationId xmlns:a16="http://schemas.microsoft.com/office/drawing/2014/main" id="{1CC64AB0-60CF-9FFB-1FC6-71440545151B}"/>
              </a:ext>
            </a:extLst>
          </p:cNvPr>
          <p:cNvGrpSpPr>
            <a:grpSpLocks/>
          </p:cNvGrpSpPr>
          <p:nvPr/>
        </p:nvGrpSpPr>
        <p:grpSpPr bwMode="auto">
          <a:xfrm rot="-5400000">
            <a:off x="4521200" y="2344738"/>
            <a:ext cx="520700" cy="152400"/>
            <a:chOff x="990" y="2694"/>
            <a:chExt cx="328" cy="96"/>
          </a:xfrm>
        </p:grpSpPr>
        <p:sp>
          <p:nvSpPr>
            <p:cNvPr id="437273" name="Oval 25">
              <a:extLst>
                <a:ext uri="{FF2B5EF4-FFF2-40B4-BE49-F238E27FC236}">
                  <a16:creationId xmlns:a16="http://schemas.microsoft.com/office/drawing/2014/main" id="{634A872D-0E66-6AD5-E530-6959A903B75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7274" name="Oval 26">
              <a:extLst>
                <a:ext uri="{FF2B5EF4-FFF2-40B4-BE49-F238E27FC236}">
                  <a16:creationId xmlns:a16="http://schemas.microsoft.com/office/drawing/2014/main" id="{34BC156D-A013-5D2E-4566-38856DFF59AD}"/>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3665" name="Group 27">
            <a:extLst>
              <a:ext uri="{FF2B5EF4-FFF2-40B4-BE49-F238E27FC236}">
                <a16:creationId xmlns:a16="http://schemas.microsoft.com/office/drawing/2014/main" id="{0581B36C-7683-9E94-8B8E-43EE74100018}"/>
              </a:ext>
            </a:extLst>
          </p:cNvPr>
          <p:cNvGrpSpPr>
            <a:grpSpLocks/>
          </p:cNvGrpSpPr>
          <p:nvPr/>
        </p:nvGrpSpPr>
        <p:grpSpPr bwMode="auto">
          <a:xfrm rot="-5400000">
            <a:off x="3470275" y="2363788"/>
            <a:ext cx="520700" cy="152400"/>
            <a:chOff x="990" y="2694"/>
            <a:chExt cx="328" cy="96"/>
          </a:xfrm>
        </p:grpSpPr>
        <p:sp>
          <p:nvSpPr>
            <p:cNvPr id="437276" name="Oval 28">
              <a:extLst>
                <a:ext uri="{FF2B5EF4-FFF2-40B4-BE49-F238E27FC236}">
                  <a16:creationId xmlns:a16="http://schemas.microsoft.com/office/drawing/2014/main" id="{A5B60B36-33A3-7448-C5BC-DCC9B714004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7277" name="Oval 29">
              <a:extLst>
                <a:ext uri="{FF2B5EF4-FFF2-40B4-BE49-F238E27FC236}">
                  <a16:creationId xmlns:a16="http://schemas.microsoft.com/office/drawing/2014/main" id="{7A004EBF-7E6F-7BD8-47E4-055EE1BEC649}"/>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3666" name="Group 30">
            <a:extLst>
              <a:ext uri="{FF2B5EF4-FFF2-40B4-BE49-F238E27FC236}">
                <a16:creationId xmlns:a16="http://schemas.microsoft.com/office/drawing/2014/main" id="{9E0FC665-3AE4-1D01-E355-33C548D6D711}"/>
              </a:ext>
            </a:extLst>
          </p:cNvPr>
          <p:cNvGrpSpPr>
            <a:grpSpLocks/>
          </p:cNvGrpSpPr>
          <p:nvPr/>
        </p:nvGrpSpPr>
        <p:grpSpPr bwMode="auto">
          <a:xfrm>
            <a:off x="3921125" y="5524500"/>
            <a:ext cx="520700" cy="152400"/>
            <a:chOff x="990" y="2694"/>
            <a:chExt cx="328" cy="96"/>
          </a:xfrm>
        </p:grpSpPr>
        <p:sp>
          <p:nvSpPr>
            <p:cNvPr id="437279" name="Oval 31">
              <a:extLst>
                <a:ext uri="{FF2B5EF4-FFF2-40B4-BE49-F238E27FC236}">
                  <a16:creationId xmlns:a16="http://schemas.microsoft.com/office/drawing/2014/main" id="{9AD61EA2-16D0-5585-2F82-359264AAC5BB}"/>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7280" name="Oval 32">
              <a:extLst>
                <a:ext uri="{FF2B5EF4-FFF2-40B4-BE49-F238E27FC236}">
                  <a16:creationId xmlns:a16="http://schemas.microsoft.com/office/drawing/2014/main" id="{154D8CC9-8AB0-181D-CD79-23D5B93A3196}"/>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3667" name="Group 33">
            <a:extLst>
              <a:ext uri="{FF2B5EF4-FFF2-40B4-BE49-F238E27FC236}">
                <a16:creationId xmlns:a16="http://schemas.microsoft.com/office/drawing/2014/main" id="{20C88555-A33D-B95A-6C9F-F4B5848AE5EB}"/>
              </a:ext>
            </a:extLst>
          </p:cNvPr>
          <p:cNvGrpSpPr>
            <a:grpSpLocks/>
          </p:cNvGrpSpPr>
          <p:nvPr/>
        </p:nvGrpSpPr>
        <p:grpSpPr bwMode="auto">
          <a:xfrm rot="-5400000">
            <a:off x="4473575" y="4987925"/>
            <a:ext cx="520700" cy="152400"/>
            <a:chOff x="990" y="2694"/>
            <a:chExt cx="328" cy="96"/>
          </a:xfrm>
        </p:grpSpPr>
        <p:sp>
          <p:nvSpPr>
            <p:cNvPr id="437282" name="Oval 34">
              <a:extLst>
                <a:ext uri="{FF2B5EF4-FFF2-40B4-BE49-F238E27FC236}">
                  <a16:creationId xmlns:a16="http://schemas.microsoft.com/office/drawing/2014/main" id="{FB601AF5-2EAC-2C97-41FE-BF1D3B72259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7283" name="Oval 35">
              <a:extLst>
                <a:ext uri="{FF2B5EF4-FFF2-40B4-BE49-F238E27FC236}">
                  <a16:creationId xmlns:a16="http://schemas.microsoft.com/office/drawing/2014/main" id="{C2C5CF09-BF5D-6C69-224B-F8C3A3A1C109}"/>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3668" name="Group 36">
            <a:extLst>
              <a:ext uri="{FF2B5EF4-FFF2-40B4-BE49-F238E27FC236}">
                <a16:creationId xmlns:a16="http://schemas.microsoft.com/office/drawing/2014/main" id="{B7A341E9-4462-3F22-3AC5-422075A3E32F}"/>
              </a:ext>
            </a:extLst>
          </p:cNvPr>
          <p:cNvGrpSpPr>
            <a:grpSpLocks/>
          </p:cNvGrpSpPr>
          <p:nvPr/>
        </p:nvGrpSpPr>
        <p:grpSpPr bwMode="auto">
          <a:xfrm rot="-5400000">
            <a:off x="3422650" y="4989513"/>
            <a:ext cx="520700" cy="152400"/>
            <a:chOff x="990" y="2694"/>
            <a:chExt cx="328" cy="96"/>
          </a:xfrm>
        </p:grpSpPr>
        <p:sp>
          <p:nvSpPr>
            <p:cNvPr id="437285" name="Oval 37">
              <a:extLst>
                <a:ext uri="{FF2B5EF4-FFF2-40B4-BE49-F238E27FC236}">
                  <a16:creationId xmlns:a16="http://schemas.microsoft.com/office/drawing/2014/main" id="{B44747DF-92F9-2917-D6D5-A4F83D6CE00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7286" name="Oval 38">
              <a:extLst>
                <a:ext uri="{FF2B5EF4-FFF2-40B4-BE49-F238E27FC236}">
                  <a16:creationId xmlns:a16="http://schemas.microsoft.com/office/drawing/2014/main" id="{A716165B-8329-15DC-F8E1-084956304208}"/>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3669" name="Group 39">
            <a:extLst>
              <a:ext uri="{FF2B5EF4-FFF2-40B4-BE49-F238E27FC236}">
                <a16:creationId xmlns:a16="http://schemas.microsoft.com/office/drawing/2014/main" id="{E9B2A420-C8FB-1AA1-597C-1C2D87C7B09D}"/>
              </a:ext>
            </a:extLst>
          </p:cNvPr>
          <p:cNvGrpSpPr>
            <a:grpSpLocks/>
          </p:cNvGrpSpPr>
          <p:nvPr/>
        </p:nvGrpSpPr>
        <p:grpSpPr bwMode="auto">
          <a:xfrm>
            <a:off x="2535238" y="4132263"/>
            <a:ext cx="520700" cy="152400"/>
            <a:chOff x="990" y="2694"/>
            <a:chExt cx="328" cy="96"/>
          </a:xfrm>
        </p:grpSpPr>
        <p:sp>
          <p:nvSpPr>
            <p:cNvPr id="437288" name="Oval 40">
              <a:extLst>
                <a:ext uri="{FF2B5EF4-FFF2-40B4-BE49-F238E27FC236}">
                  <a16:creationId xmlns:a16="http://schemas.microsoft.com/office/drawing/2014/main" id="{4BED3759-94F1-2469-5871-A281E40FABD0}"/>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7289" name="Oval 41">
              <a:extLst>
                <a:ext uri="{FF2B5EF4-FFF2-40B4-BE49-F238E27FC236}">
                  <a16:creationId xmlns:a16="http://schemas.microsoft.com/office/drawing/2014/main" id="{15704F2E-BD96-8CD5-1D4E-EE29D199EF65}"/>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3670" name="Group 42">
            <a:extLst>
              <a:ext uri="{FF2B5EF4-FFF2-40B4-BE49-F238E27FC236}">
                <a16:creationId xmlns:a16="http://schemas.microsoft.com/office/drawing/2014/main" id="{D919514F-6B49-0AE3-F282-EBF3E5CE6A4C}"/>
              </a:ext>
            </a:extLst>
          </p:cNvPr>
          <p:cNvGrpSpPr>
            <a:grpSpLocks/>
          </p:cNvGrpSpPr>
          <p:nvPr/>
        </p:nvGrpSpPr>
        <p:grpSpPr bwMode="auto">
          <a:xfrm rot="-5400000">
            <a:off x="2035175" y="3584575"/>
            <a:ext cx="520700" cy="152400"/>
            <a:chOff x="990" y="2694"/>
            <a:chExt cx="328" cy="96"/>
          </a:xfrm>
        </p:grpSpPr>
        <p:sp>
          <p:nvSpPr>
            <p:cNvPr id="437291" name="Oval 43">
              <a:extLst>
                <a:ext uri="{FF2B5EF4-FFF2-40B4-BE49-F238E27FC236}">
                  <a16:creationId xmlns:a16="http://schemas.microsoft.com/office/drawing/2014/main" id="{BB2D07A8-AD9A-76BF-4C35-C975A3F4118C}"/>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7292" name="Oval 44">
              <a:extLst>
                <a:ext uri="{FF2B5EF4-FFF2-40B4-BE49-F238E27FC236}">
                  <a16:creationId xmlns:a16="http://schemas.microsoft.com/office/drawing/2014/main" id="{883DAEEC-0D35-8C62-26F4-6B31B3AD1AAA}"/>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3671" name="Group 45">
            <a:extLst>
              <a:ext uri="{FF2B5EF4-FFF2-40B4-BE49-F238E27FC236}">
                <a16:creationId xmlns:a16="http://schemas.microsoft.com/office/drawing/2014/main" id="{7ED0480C-A60C-D9D8-D478-E70EAB6FBCBD}"/>
              </a:ext>
            </a:extLst>
          </p:cNvPr>
          <p:cNvGrpSpPr>
            <a:grpSpLocks/>
          </p:cNvGrpSpPr>
          <p:nvPr/>
        </p:nvGrpSpPr>
        <p:grpSpPr bwMode="auto">
          <a:xfrm>
            <a:off x="2554288" y="2998788"/>
            <a:ext cx="520700" cy="152400"/>
            <a:chOff x="990" y="2694"/>
            <a:chExt cx="328" cy="96"/>
          </a:xfrm>
        </p:grpSpPr>
        <p:sp>
          <p:nvSpPr>
            <p:cNvPr id="437294" name="Oval 46">
              <a:extLst>
                <a:ext uri="{FF2B5EF4-FFF2-40B4-BE49-F238E27FC236}">
                  <a16:creationId xmlns:a16="http://schemas.microsoft.com/office/drawing/2014/main" id="{8B17D92C-C7FB-AB1A-CF4A-AA2E780BA085}"/>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7295" name="Oval 47">
              <a:extLst>
                <a:ext uri="{FF2B5EF4-FFF2-40B4-BE49-F238E27FC236}">
                  <a16:creationId xmlns:a16="http://schemas.microsoft.com/office/drawing/2014/main" id="{7AEF4043-490D-22B2-6C45-E3F1F7B5EA59}"/>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3672" name="Group 48">
            <a:extLst>
              <a:ext uri="{FF2B5EF4-FFF2-40B4-BE49-F238E27FC236}">
                <a16:creationId xmlns:a16="http://schemas.microsoft.com/office/drawing/2014/main" id="{6268EB07-7265-52D3-223D-713E8AC262D4}"/>
              </a:ext>
            </a:extLst>
          </p:cNvPr>
          <p:cNvGrpSpPr>
            <a:grpSpLocks/>
          </p:cNvGrpSpPr>
          <p:nvPr/>
        </p:nvGrpSpPr>
        <p:grpSpPr bwMode="auto">
          <a:xfrm rot="-2653714">
            <a:off x="3451225" y="3211513"/>
            <a:ext cx="520700" cy="152400"/>
            <a:chOff x="990" y="2694"/>
            <a:chExt cx="328" cy="96"/>
          </a:xfrm>
        </p:grpSpPr>
        <p:sp>
          <p:nvSpPr>
            <p:cNvPr id="437297" name="Oval 49">
              <a:extLst>
                <a:ext uri="{FF2B5EF4-FFF2-40B4-BE49-F238E27FC236}">
                  <a16:creationId xmlns:a16="http://schemas.microsoft.com/office/drawing/2014/main" id="{C6742FE8-82CC-5481-B705-7700E2F3F447}"/>
                </a:ext>
              </a:extLst>
            </p:cNvPr>
            <p:cNvSpPr>
              <a:spLocks noChangeArrowheads="1"/>
            </p:cNvSpPr>
            <p:nvPr/>
          </p:nvSpPr>
          <p:spPr bwMode="auto">
            <a:xfrm>
              <a:off x="991" y="2694"/>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7298" name="Oval 50">
              <a:extLst>
                <a:ext uri="{FF2B5EF4-FFF2-40B4-BE49-F238E27FC236}">
                  <a16:creationId xmlns:a16="http://schemas.microsoft.com/office/drawing/2014/main" id="{67E2D56F-28B9-3555-326B-9D502238FF55}"/>
                </a:ext>
              </a:extLst>
            </p:cNvPr>
            <p:cNvSpPr>
              <a:spLocks noChangeArrowheads="1"/>
            </p:cNvSpPr>
            <p:nvPr/>
          </p:nvSpPr>
          <p:spPr bwMode="auto">
            <a:xfrm>
              <a:off x="1235" y="2691"/>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3673" name="Group 51">
            <a:extLst>
              <a:ext uri="{FF2B5EF4-FFF2-40B4-BE49-F238E27FC236}">
                <a16:creationId xmlns:a16="http://schemas.microsoft.com/office/drawing/2014/main" id="{69216FCD-2FEF-67D7-59E0-99B4CC646C2D}"/>
              </a:ext>
            </a:extLst>
          </p:cNvPr>
          <p:cNvGrpSpPr>
            <a:grpSpLocks/>
          </p:cNvGrpSpPr>
          <p:nvPr/>
        </p:nvGrpSpPr>
        <p:grpSpPr bwMode="auto">
          <a:xfrm rot="-2653714">
            <a:off x="4422775" y="4048125"/>
            <a:ext cx="520700" cy="152400"/>
            <a:chOff x="990" y="2694"/>
            <a:chExt cx="328" cy="96"/>
          </a:xfrm>
        </p:grpSpPr>
        <p:sp>
          <p:nvSpPr>
            <p:cNvPr id="437300" name="Oval 52">
              <a:extLst>
                <a:ext uri="{FF2B5EF4-FFF2-40B4-BE49-F238E27FC236}">
                  <a16:creationId xmlns:a16="http://schemas.microsoft.com/office/drawing/2014/main" id="{5ADF3542-E3F8-33E7-7AC8-54790ED8E1A5}"/>
                </a:ext>
              </a:extLst>
            </p:cNvPr>
            <p:cNvSpPr>
              <a:spLocks noChangeArrowheads="1"/>
            </p:cNvSpPr>
            <p:nvPr/>
          </p:nvSpPr>
          <p:spPr bwMode="auto">
            <a:xfrm>
              <a:off x="991" y="2694"/>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7301" name="Oval 53">
              <a:extLst>
                <a:ext uri="{FF2B5EF4-FFF2-40B4-BE49-F238E27FC236}">
                  <a16:creationId xmlns:a16="http://schemas.microsoft.com/office/drawing/2014/main" id="{7DD88F5D-E5F6-FBFB-FB84-B7FC38838ECA}"/>
                </a:ext>
              </a:extLst>
            </p:cNvPr>
            <p:cNvSpPr>
              <a:spLocks noChangeArrowheads="1"/>
            </p:cNvSpPr>
            <p:nvPr/>
          </p:nvSpPr>
          <p:spPr bwMode="auto">
            <a:xfrm>
              <a:off x="1235" y="2691"/>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37302" name="Text Box 54">
            <a:extLst>
              <a:ext uri="{FF2B5EF4-FFF2-40B4-BE49-F238E27FC236}">
                <a16:creationId xmlns:a16="http://schemas.microsoft.com/office/drawing/2014/main" id="{F070565C-0E81-6159-D927-3E705BD3A582}"/>
              </a:ext>
            </a:extLst>
          </p:cNvPr>
          <p:cNvSpPr txBox="1">
            <a:spLocks noChangeArrowheads="1"/>
          </p:cNvSpPr>
          <p:nvPr/>
        </p:nvSpPr>
        <p:spPr bwMode="auto">
          <a:xfrm>
            <a:off x="719138" y="4913313"/>
            <a:ext cx="2071687" cy="519112"/>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C0128"/>
                </a:solidFill>
                <a:effectLst>
                  <a:outerShdw blurRad="38100" dist="38100" dir="2700000" algn="tl">
                    <a:srgbClr val="000000"/>
                  </a:outerShdw>
                </a:effectLst>
                <a:latin typeface="Times New Roman" pitchFamily="18" charset="0"/>
                <a:ea typeface="+mn-ea"/>
              </a:rPr>
              <a:t> 6 Regions</a:t>
            </a:r>
          </a:p>
        </p:txBody>
      </p:sp>
      <p:sp>
        <p:nvSpPr>
          <p:cNvPr id="437303" name="Text Box 55">
            <a:extLst>
              <a:ext uri="{FF2B5EF4-FFF2-40B4-BE49-F238E27FC236}">
                <a16:creationId xmlns:a16="http://schemas.microsoft.com/office/drawing/2014/main" id="{3DEACD26-F082-7CA1-0C2D-2C2DF75DC1D7}"/>
              </a:ext>
            </a:extLst>
          </p:cNvPr>
          <p:cNvSpPr txBox="1">
            <a:spLocks noChangeArrowheads="1"/>
          </p:cNvSpPr>
          <p:nvPr/>
        </p:nvSpPr>
        <p:spPr bwMode="auto">
          <a:xfrm>
            <a:off x="5818188" y="4914900"/>
            <a:ext cx="2071687" cy="519113"/>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6BF69"/>
                </a:solidFill>
                <a:effectLst>
                  <a:outerShdw blurRad="38100" dist="38100" dir="2700000" algn="tl">
                    <a:srgbClr val="000000"/>
                  </a:outerShdw>
                </a:effectLst>
                <a:latin typeface="Times New Roman" pitchFamily="18" charset="0"/>
                <a:ea typeface="+mn-ea"/>
              </a:rPr>
              <a:t> 3 Bonds</a:t>
            </a:r>
          </a:p>
        </p:txBody>
      </p:sp>
      <p:sp>
        <p:nvSpPr>
          <p:cNvPr id="437304" name="Text Box 56">
            <a:extLst>
              <a:ext uri="{FF2B5EF4-FFF2-40B4-BE49-F238E27FC236}">
                <a16:creationId xmlns:a16="http://schemas.microsoft.com/office/drawing/2014/main" id="{5635CD0E-1611-C4DB-051B-EB576B893A14}"/>
              </a:ext>
            </a:extLst>
          </p:cNvPr>
          <p:cNvSpPr txBox="1">
            <a:spLocks noChangeArrowheads="1"/>
          </p:cNvSpPr>
          <p:nvPr/>
        </p:nvSpPr>
        <p:spPr bwMode="auto">
          <a:xfrm>
            <a:off x="3794125" y="4062413"/>
            <a:ext cx="484188" cy="579437"/>
          </a:xfrm>
          <a:prstGeom prst="rect">
            <a:avLst/>
          </a:prstGeom>
          <a:noFill/>
          <a:ln w="12700">
            <a:noFill/>
            <a:miter lim="800000"/>
            <a:headEnd/>
            <a:tailEnd/>
          </a:ln>
          <a:effectLst/>
        </p:spPr>
        <p:txBody>
          <a:bodyPr>
            <a:spAutoFit/>
          </a:bodyPr>
          <a:lstStyle/>
          <a:p>
            <a:pPr>
              <a:spcBef>
                <a:spcPct val="50000"/>
              </a:spcBef>
              <a:defRPr/>
            </a:pPr>
            <a:r>
              <a:rPr lang="en-US" sz="3200">
                <a:solidFill>
                  <a:srgbClr val="F6BF69"/>
                </a:solidFill>
                <a:effectLst>
                  <a:outerShdw blurRad="38100" dist="38100" dir="2700000" algn="tl">
                    <a:srgbClr val="000000"/>
                  </a:outerShdw>
                </a:effectLst>
                <a:latin typeface="Times New Roman" pitchFamily="18" charset="0"/>
                <a:ea typeface="+mn-ea"/>
              </a:rPr>
              <a:t>1</a:t>
            </a:r>
          </a:p>
        </p:txBody>
      </p:sp>
      <p:sp>
        <p:nvSpPr>
          <p:cNvPr id="437305" name="Text Box 57">
            <a:extLst>
              <a:ext uri="{FF2B5EF4-FFF2-40B4-BE49-F238E27FC236}">
                <a16:creationId xmlns:a16="http://schemas.microsoft.com/office/drawing/2014/main" id="{69AD1E9C-4DC0-3B33-6431-20F17C04725A}"/>
              </a:ext>
            </a:extLst>
          </p:cNvPr>
          <p:cNvSpPr txBox="1">
            <a:spLocks noChangeArrowheads="1"/>
          </p:cNvSpPr>
          <p:nvPr/>
        </p:nvSpPr>
        <p:spPr bwMode="auto">
          <a:xfrm>
            <a:off x="3294063" y="3679825"/>
            <a:ext cx="484187" cy="579438"/>
          </a:xfrm>
          <a:prstGeom prst="rect">
            <a:avLst/>
          </a:prstGeom>
          <a:noFill/>
          <a:ln w="12700">
            <a:noFill/>
            <a:miter lim="800000"/>
            <a:headEnd/>
            <a:tailEnd/>
          </a:ln>
          <a:effectLst/>
        </p:spPr>
        <p:txBody>
          <a:bodyPr>
            <a:spAutoFit/>
          </a:bodyPr>
          <a:lstStyle/>
          <a:p>
            <a:pPr>
              <a:spcBef>
                <a:spcPct val="50000"/>
              </a:spcBef>
              <a:defRPr/>
            </a:pPr>
            <a:r>
              <a:rPr lang="en-US" sz="3200">
                <a:solidFill>
                  <a:srgbClr val="F6BF69"/>
                </a:solidFill>
                <a:effectLst>
                  <a:outerShdw blurRad="38100" dist="38100" dir="2700000" algn="tl">
                    <a:srgbClr val="000000"/>
                  </a:outerShdw>
                </a:effectLst>
                <a:latin typeface="Times New Roman" pitchFamily="18" charset="0"/>
                <a:ea typeface="+mn-ea"/>
              </a:rPr>
              <a:t>2</a:t>
            </a:r>
          </a:p>
        </p:txBody>
      </p:sp>
      <p:sp>
        <p:nvSpPr>
          <p:cNvPr id="437306" name="Text Box 58">
            <a:extLst>
              <a:ext uri="{FF2B5EF4-FFF2-40B4-BE49-F238E27FC236}">
                <a16:creationId xmlns:a16="http://schemas.microsoft.com/office/drawing/2014/main" id="{B3AB63B9-A10B-47FA-95E8-4EABA6AB9C5C}"/>
              </a:ext>
            </a:extLst>
          </p:cNvPr>
          <p:cNvSpPr txBox="1">
            <a:spLocks noChangeArrowheads="1"/>
          </p:cNvSpPr>
          <p:nvPr/>
        </p:nvSpPr>
        <p:spPr bwMode="auto">
          <a:xfrm>
            <a:off x="4265613" y="2762250"/>
            <a:ext cx="484187" cy="579438"/>
          </a:xfrm>
          <a:prstGeom prst="rect">
            <a:avLst/>
          </a:prstGeom>
          <a:noFill/>
          <a:ln w="12700">
            <a:noFill/>
            <a:miter lim="800000"/>
            <a:headEnd/>
            <a:tailEnd/>
          </a:ln>
          <a:effectLst/>
        </p:spPr>
        <p:txBody>
          <a:bodyPr>
            <a:spAutoFit/>
          </a:bodyPr>
          <a:lstStyle/>
          <a:p>
            <a:pPr>
              <a:spcBef>
                <a:spcPct val="50000"/>
              </a:spcBef>
              <a:defRPr/>
            </a:pPr>
            <a:r>
              <a:rPr lang="en-US" sz="3200">
                <a:solidFill>
                  <a:srgbClr val="F6BF69"/>
                </a:solidFill>
                <a:effectLst>
                  <a:outerShdw blurRad="38100" dist="38100" dir="2700000" algn="tl">
                    <a:srgbClr val="000000"/>
                  </a:outerShdw>
                </a:effectLst>
                <a:latin typeface="Times New Roman" pitchFamily="18" charset="0"/>
                <a:ea typeface="+mn-ea"/>
              </a:rPr>
              <a:t>3</a:t>
            </a:r>
          </a:p>
        </p:txBody>
      </p:sp>
    </p:spTree>
    <p:custDataLst>
      <p:tags r:id="rId1"/>
    </p:custData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a:extLst>
              <a:ext uri="{FF2B5EF4-FFF2-40B4-BE49-F238E27FC236}">
                <a16:creationId xmlns:a16="http://schemas.microsoft.com/office/drawing/2014/main" id="{D21CEB84-E0A4-6061-B800-6A2A42D71F69}"/>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38275" name="Text Box 3">
            <a:extLst>
              <a:ext uri="{FF2B5EF4-FFF2-40B4-BE49-F238E27FC236}">
                <a16:creationId xmlns:a16="http://schemas.microsoft.com/office/drawing/2014/main" id="{C1B1659B-105F-2783-E91E-D9685394D3A5}"/>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8276" name="Text Box 4">
            <a:extLst>
              <a:ext uri="{FF2B5EF4-FFF2-40B4-BE49-F238E27FC236}">
                <a16:creationId xmlns:a16="http://schemas.microsoft.com/office/drawing/2014/main" id="{956C90C6-127C-B7A2-B253-6069A7DDE0CD}"/>
              </a:ext>
            </a:extLst>
          </p:cNvPr>
          <p:cNvSpPr txBox="1">
            <a:spLocks noChangeArrowheads="1"/>
          </p:cNvSpPr>
          <p:nvPr/>
        </p:nvSpPr>
        <p:spPr bwMode="auto">
          <a:xfrm>
            <a:off x="2257425" y="317817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8277" name="Text Box 5">
            <a:extLst>
              <a:ext uri="{FF2B5EF4-FFF2-40B4-BE49-F238E27FC236}">
                <a16:creationId xmlns:a16="http://schemas.microsoft.com/office/drawing/2014/main" id="{5964D07C-822C-B0FA-09E2-14BF58DDFDB2}"/>
              </a:ext>
            </a:extLst>
          </p:cNvPr>
          <p:cNvSpPr txBox="1">
            <a:spLocks noChangeArrowheads="1"/>
          </p:cNvSpPr>
          <p:nvPr/>
        </p:nvSpPr>
        <p:spPr bwMode="auto">
          <a:xfrm>
            <a:off x="5083175" y="3197225"/>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8278" name="Line 6">
            <a:extLst>
              <a:ext uri="{FF2B5EF4-FFF2-40B4-BE49-F238E27FC236}">
                <a16:creationId xmlns:a16="http://schemas.microsoft.com/office/drawing/2014/main" id="{8EC9CE35-13FE-5EEA-71E1-F0A2B57D6028}"/>
              </a:ext>
            </a:extLst>
          </p:cNvPr>
          <p:cNvSpPr>
            <a:spLocks noChangeShapeType="1"/>
          </p:cNvSpPr>
          <p:nvPr/>
        </p:nvSpPr>
        <p:spPr bwMode="auto">
          <a:xfrm>
            <a:off x="3309938" y="3694113"/>
            <a:ext cx="433387" cy="0"/>
          </a:xfrm>
          <a:prstGeom prst="line">
            <a:avLst/>
          </a:prstGeom>
          <a:noFill/>
          <a:ln w="76200">
            <a:solidFill>
              <a:schemeClr val="tx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8279" name="Line 7">
            <a:extLst>
              <a:ext uri="{FF2B5EF4-FFF2-40B4-BE49-F238E27FC236}">
                <a16:creationId xmlns:a16="http://schemas.microsoft.com/office/drawing/2014/main" id="{D50DFE29-C479-02E3-B479-DBB100CEEE46}"/>
              </a:ext>
            </a:extLst>
          </p:cNvPr>
          <p:cNvSpPr>
            <a:spLocks noChangeShapeType="1"/>
          </p:cNvSpPr>
          <p:nvPr/>
        </p:nvSpPr>
        <p:spPr bwMode="auto">
          <a:xfrm>
            <a:off x="4799013" y="3695700"/>
            <a:ext cx="434975" cy="0"/>
          </a:xfrm>
          <a:prstGeom prst="line">
            <a:avLst/>
          </a:prstGeom>
          <a:noFill/>
          <a:ln w="76200">
            <a:solidFill>
              <a:schemeClr val="tx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8280" name="Text Box 8">
            <a:extLst>
              <a:ext uri="{FF2B5EF4-FFF2-40B4-BE49-F238E27FC236}">
                <a16:creationId xmlns:a16="http://schemas.microsoft.com/office/drawing/2014/main" id="{A3DAAC2B-714A-DC64-5BFF-770D26151D3D}"/>
              </a:ext>
            </a:extLst>
          </p:cNvPr>
          <p:cNvSpPr txBox="1">
            <a:spLocks noChangeArrowheads="1"/>
          </p:cNvSpPr>
          <p:nvPr/>
        </p:nvSpPr>
        <p:spPr bwMode="auto">
          <a:xfrm>
            <a:off x="3681413" y="187801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38281" name="Line 9">
            <a:extLst>
              <a:ext uri="{FF2B5EF4-FFF2-40B4-BE49-F238E27FC236}">
                <a16:creationId xmlns:a16="http://schemas.microsoft.com/office/drawing/2014/main" id="{0E827853-EDA7-AD10-DFD3-C22E52572A94}"/>
              </a:ext>
            </a:extLst>
          </p:cNvPr>
          <p:cNvSpPr>
            <a:spLocks noChangeShapeType="1"/>
          </p:cNvSpPr>
          <p:nvPr/>
        </p:nvSpPr>
        <p:spPr bwMode="auto">
          <a:xfrm flipV="1">
            <a:off x="4227513" y="2874963"/>
            <a:ext cx="0" cy="317500"/>
          </a:xfrm>
          <a:prstGeom prst="line">
            <a:avLst/>
          </a:prstGeom>
          <a:noFill/>
          <a:ln w="76200">
            <a:solidFill>
              <a:schemeClr val="tx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8282" name="Line 10">
            <a:extLst>
              <a:ext uri="{FF2B5EF4-FFF2-40B4-BE49-F238E27FC236}">
                <a16:creationId xmlns:a16="http://schemas.microsoft.com/office/drawing/2014/main" id="{1B17F9C0-EC14-8E41-AE4D-1F088B1A9ACD}"/>
              </a:ext>
            </a:extLst>
          </p:cNvPr>
          <p:cNvSpPr>
            <a:spLocks noChangeShapeType="1"/>
          </p:cNvSpPr>
          <p:nvPr/>
        </p:nvSpPr>
        <p:spPr bwMode="auto">
          <a:xfrm flipV="1">
            <a:off x="4213225" y="4214813"/>
            <a:ext cx="0" cy="317500"/>
          </a:xfrm>
          <a:prstGeom prst="line">
            <a:avLst/>
          </a:prstGeom>
          <a:noFill/>
          <a:ln w="76200">
            <a:solidFill>
              <a:schemeClr val="tx2"/>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8283" name="Text Box 11">
            <a:extLst>
              <a:ext uri="{FF2B5EF4-FFF2-40B4-BE49-F238E27FC236}">
                <a16:creationId xmlns:a16="http://schemas.microsoft.com/office/drawing/2014/main" id="{81167A9B-7056-2A66-9827-7A070C18FCEE}"/>
              </a:ext>
            </a:extLst>
          </p:cNvPr>
          <p:cNvSpPr txBox="1">
            <a:spLocks noChangeArrowheads="1"/>
          </p:cNvSpPr>
          <p:nvPr/>
        </p:nvSpPr>
        <p:spPr bwMode="auto">
          <a:xfrm>
            <a:off x="3667125" y="45545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grpSp>
        <p:nvGrpSpPr>
          <p:cNvPr id="285708" name="Group 12">
            <a:extLst>
              <a:ext uri="{FF2B5EF4-FFF2-40B4-BE49-F238E27FC236}">
                <a16:creationId xmlns:a16="http://schemas.microsoft.com/office/drawing/2014/main" id="{9B7C946C-29A3-9C36-AB45-70CD6F63D69D}"/>
              </a:ext>
            </a:extLst>
          </p:cNvPr>
          <p:cNvGrpSpPr>
            <a:grpSpLocks/>
          </p:cNvGrpSpPr>
          <p:nvPr/>
        </p:nvGrpSpPr>
        <p:grpSpPr bwMode="auto">
          <a:xfrm>
            <a:off x="5324475" y="4181475"/>
            <a:ext cx="520700" cy="152400"/>
            <a:chOff x="990" y="2694"/>
            <a:chExt cx="328" cy="96"/>
          </a:xfrm>
        </p:grpSpPr>
        <p:sp>
          <p:nvSpPr>
            <p:cNvPr id="438285" name="Oval 13">
              <a:extLst>
                <a:ext uri="{FF2B5EF4-FFF2-40B4-BE49-F238E27FC236}">
                  <a16:creationId xmlns:a16="http://schemas.microsoft.com/office/drawing/2014/main" id="{2E1BDEDA-652D-55F2-8747-26E98ED81616}"/>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8286" name="Oval 14">
              <a:extLst>
                <a:ext uri="{FF2B5EF4-FFF2-40B4-BE49-F238E27FC236}">
                  <a16:creationId xmlns:a16="http://schemas.microsoft.com/office/drawing/2014/main" id="{6AA211D0-6BC7-13B2-DB1E-DC0B2684F57F}"/>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5709" name="Group 15">
            <a:extLst>
              <a:ext uri="{FF2B5EF4-FFF2-40B4-BE49-F238E27FC236}">
                <a16:creationId xmlns:a16="http://schemas.microsoft.com/office/drawing/2014/main" id="{C61686C7-3251-BD86-ED5F-A5FE232423E3}"/>
              </a:ext>
            </a:extLst>
          </p:cNvPr>
          <p:cNvGrpSpPr>
            <a:grpSpLocks/>
          </p:cNvGrpSpPr>
          <p:nvPr/>
        </p:nvGrpSpPr>
        <p:grpSpPr bwMode="auto">
          <a:xfrm rot="-5400000">
            <a:off x="5922963" y="3660775"/>
            <a:ext cx="520700" cy="152400"/>
            <a:chOff x="990" y="2694"/>
            <a:chExt cx="328" cy="96"/>
          </a:xfrm>
        </p:grpSpPr>
        <p:sp>
          <p:nvSpPr>
            <p:cNvPr id="438288" name="Oval 16">
              <a:extLst>
                <a:ext uri="{FF2B5EF4-FFF2-40B4-BE49-F238E27FC236}">
                  <a16:creationId xmlns:a16="http://schemas.microsoft.com/office/drawing/2014/main" id="{D5B5FBFF-8073-5EA4-6C0D-C51C031B5678}"/>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8289" name="Oval 17">
              <a:extLst>
                <a:ext uri="{FF2B5EF4-FFF2-40B4-BE49-F238E27FC236}">
                  <a16:creationId xmlns:a16="http://schemas.microsoft.com/office/drawing/2014/main" id="{1847A855-EC4D-B8D0-143E-B68F05BA3979}"/>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5710" name="Group 18">
            <a:extLst>
              <a:ext uri="{FF2B5EF4-FFF2-40B4-BE49-F238E27FC236}">
                <a16:creationId xmlns:a16="http://schemas.microsoft.com/office/drawing/2014/main" id="{6AEB553B-8576-3AF9-4A44-B53BB589B2D2}"/>
              </a:ext>
            </a:extLst>
          </p:cNvPr>
          <p:cNvGrpSpPr>
            <a:grpSpLocks/>
          </p:cNvGrpSpPr>
          <p:nvPr/>
        </p:nvGrpSpPr>
        <p:grpSpPr bwMode="auto">
          <a:xfrm>
            <a:off x="5326063" y="3063875"/>
            <a:ext cx="520700" cy="152400"/>
            <a:chOff x="990" y="2694"/>
            <a:chExt cx="328" cy="96"/>
          </a:xfrm>
        </p:grpSpPr>
        <p:sp>
          <p:nvSpPr>
            <p:cNvPr id="438291" name="Oval 19">
              <a:extLst>
                <a:ext uri="{FF2B5EF4-FFF2-40B4-BE49-F238E27FC236}">
                  <a16:creationId xmlns:a16="http://schemas.microsoft.com/office/drawing/2014/main" id="{6CB4D543-7186-16B2-DF92-31A216C4B336}"/>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8292" name="Oval 20">
              <a:extLst>
                <a:ext uri="{FF2B5EF4-FFF2-40B4-BE49-F238E27FC236}">
                  <a16:creationId xmlns:a16="http://schemas.microsoft.com/office/drawing/2014/main" id="{732EE330-C7DB-1387-8077-9CE9F090B4BD}"/>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5711" name="Group 21">
            <a:extLst>
              <a:ext uri="{FF2B5EF4-FFF2-40B4-BE49-F238E27FC236}">
                <a16:creationId xmlns:a16="http://schemas.microsoft.com/office/drawing/2014/main" id="{F026DB36-0831-5D4F-68C8-D061A48866BB}"/>
              </a:ext>
            </a:extLst>
          </p:cNvPr>
          <p:cNvGrpSpPr>
            <a:grpSpLocks/>
          </p:cNvGrpSpPr>
          <p:nvPr/>
        </p:nvGrpSpPr>
        <p:grpSpPr bwMode="auto">
          <a:xfrm>
            <a:off x="3986213" y="1811338"/>
            <a:ext cx="520700" cy="152400"/>
            <a:chOff x="990" y="2694"/>
            <a:chExt cx="328" cy="96"/>
          </a:xfrm>
        </p:grpSpPr>
        <p:sp>
          <p:nvSpPr>
            <p:cNvPr id="438294" name="Oval 22">
              <a:extLst>
                <a:ext uri="{FF2B5EF4-FFF2-40B4-BE49-F238E27FC236}">
                  <a16:creationId xmlns:a16="http://schemas.microsoft.com/office/drawing/2014/main" id="{8F6FF2A9-7E8A-C568-0B1B-24D637AF1D87}"/>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8295" name="Oval 23">
              <a:extLst>
                <a:ext uri="{FF2B5EF4-FFF2-40B4-BE49-F238E27FC236}">
                  <a16:creationId xmlns:a16="http://schemas.microsoft.com/office/drawing/2014/main" id="{B8270F73-A8AA-EE0B-9089-4555D97D6286}"/>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5712" name="Group 24">
            <a:extLst>
              <a:ext uri="{FF2B5EF4-FFF2-40B4-BE49-F238E27FC236}">
                <a16:creationId xmlns:a16="http://schemas.microsoft.com/office/drawing/2014/main" id="{BCEE06AA-3663-1B6E-A390-15F17003F9BA}"/>
              </a:ext>
            </a:extLst>
          </p:cNvPr>
          <p:cNvGrpSpPr>
            <a:grpSpLocks/>
          </p:cNvGrpSpPr>
          <p:nvPr/>
        </p:nvGrpSpPr>
        <p:grpSpPr bwMode="auto">
          <a:xfrm rot="-5400000">
            <a:off x="4521200" y="2344738"/>
            <a:ext cx="520700" cy="152400"/>
            <a:chOff x="990" y="2694"/>
            <a:chExt cx="328" cy="96"/>
          </a:xfrm>
        </p:grpSpPr>
        <p:sp>
          <p:nvSpPr>
            <p:cNvPr id="438297" name="Oval 25">
              <a:extLst>
                <a:ext uri="{FF2B5EF4-FFF2-40B4-BE49-F238E27FC236}">
                  <a16:creationId xmlns:a16="http://schemas.microsoft.com/office/drawing/2014/main" id="{F2D7590A-AA58-E4A6-F54B-4B83D5BF23DC}"/>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8298" name="Oval 26">
              <a:extLst>
                <a:ext uri="{FF2B5EF4-FFF2-40B4-BE49-F238E27FC236}">
                  <a16:creationId xmlns:a16="http://schemas.microsoft.com/office/drawing/2014/main" id="{5EDF89CE-9CAE-12B8-2755-7EAB6F04D820}"/>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5713" name="Group 27">
            <a:extLst>
              <a:ext uri="{FF2B5EF4-FFF2-40B4-BE49-F238E27FC236}">
                <a16:creationId xmlns:a16="http://schemas.microsoft.com/office/drawing/2014/main" id="{3D67C19B-05F4-F603-3C5C-6AE75D6AE818}"/>
              </a:ext>
            </a:extLst>
          </p:cNvPr>
          <p:cNvGrpSpPr>
            <a:grpSpLocks/>
          </p:cNvGrpSpPr>
          <p:nvPr/>
        </p:nvGrpSpPr>
        <p:grpSpPr bwMode="auto">
          <a:xfrm rot="-5400000">
            <a:off x="3470275" y="2363788"/>
            <a:ext cx="520700" cy="152400"/>
            <a:chOff x="990" y="2694"/>
            <a:chExt cx="328" cy="96"/>
          </a:xfrm>
        </p:grpSpPr>
        <p:sp>
          <p:nvSpPr>
            <p:cNvPr id="438300" name="Oval 28">
              <a:extLst>
                <a:ext uri="{FF2B5EF4-FFF2-40B4-BE49-F238E27FC236}">
                  <a16:creationId xmlns:a16="http://schemas.microsoft.com/office/drawing/2014/main" id="{AC49DACE-0857-990F-47D4-A1BF99286F24}"/>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8301" name="Oval 29">
              <a:extLst>
                <a:ext uri="{FF2B5EF4-FFF2-40B4-BE49-F238E27FC236}">
                  <a16:creationId xmlns:a16="http://schemas.microsoft.com/office/drawing/2014/main" id="{02DFF5FB-B46B-3A3F-A8E2-124861E8E19E}"/>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5714" name="Group 30">
            <a:extLst>
              <a:ext uri="{FF2B5EF4-FFF2-40B4-BE49-F238E27FC236}">
                <a16:creationId xmlns:a16="http://schemas.microsoft.com/office/drawing/2014/main" id="{53728EFC-B848-791B-53D3-6AB51B29AFA8}"/>
              </a:ext>
            </a:extLst>
          </p:cNvPr>
          <p:cNvGrpSpPr>
            <a:grpSpLocks/>
          </p:cNvGrpSpPr>
          <p:nvPr/>
        </p:nvGrpSpPr>
        <p:grpSpPr bwMode="auto">
          <a:xfrm>
            <a:off x="3921125" y="5524500"/>
            <a:ext cx="520700" cy="152400"/>
            <a:chOff x="990" y="2694"/>
            <a:chExt cx="328" cy="96"/>
          </a:xfrm>
        </p:grpSpPr>
        <p:sp>
          <p:nvSpPr>
            <p:cNvPr id="438303" name="Oval 31">
              <a:extLst>
                <a:ext uri="{FF2B5EF4-FFF2-40B4-BE49-F238E27FC236}">
                  <a16:creationId xmlns:a16="http://schemas.microsoft.com/office/drawing/2014/main" id="{09EBE607-0D97-D7AC-9CF7-633BF108C457}"/>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8304" name="Oval 32">
              <a:extLst>
                <a:ext uri="{FF2B5EF4-FFF2-40B4-BE49-F238E27FC236}">
                  <a16:creationId xmlns:a16="http://schemas.microsoft.com/office/drawing/2014/main" id="{3FEFAEE6-8CDB-14D4-A20A-9B56F0C28D97}"/>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5715" name="Group 33">
            <a:extLst>
              <a:ext uri="{FF2B5EF4-FFF2-40B4-BE49-F238E27FC236}">
                <a16:creationId xmlns:a16="http://schemas.microsoft.com/office/drawing/2014/main" id="{A96838B5-29E9-DB58-6CC0-FD7EF800545C}"/>
              </a:ext>
            </a:extLst>
          </p:cNvPr>
          <p:cNvGrpSpPr>
            <a:grpSpLocks/>
          </p:cNvGrpSpPr>
          <p:nvPr/>
        </p:nvGrpSpPr>
        <p:grpSpPr bwMode="auto">
          <a:xfrm rot="-5400000">
            <a:off x="4473575" y="4987925"/>
            <a:ext cx="520700" cy="152400"/>
            <a:chOff x="990" y="2694"/>
            <a:chExt cx="328" cy="96"/>
          </a:xfrm>
        </p:grpSpPr>
        <p:sp>
          <p:nvSpPr>
            <p:cNvPr id="438306" name="Oval 34">
              <a:extLst>
                <a:ext uri="{FF2B5EF4-FFF2-40B4-BE49-F238E27FC236}">
                  <a16:creationId xmlns:a16="http://schemas.microsoft.com/office/drawing/2014/main" id="{D24BFCF0-2161-60DF-FBCF-1354FD885B4C}"/>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8307" name="Oval 35">
              <a:extLst>
                <a:ext uri="{FF2B5EF4-FFF2-40B4-BE49-F238E27FC236}">
                  <a16:creationId xmlns:a16="http://schemas.microsoft.com/office/drawing/2014/main" id="{69C11D35-7ACC-3BB8-EE31-4CD9A9F06531}"/>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5716" name="Group 36">
            <a:extLst>
              <a:ext uri="{FF2B5EF4-FFF2-40B4-BE49-F238E27FC236}">
                <a16:creationId xmlns:a16="http://schemas.microsoft.com/office/drawing/2014/main" id="{73B57941-ACA4-126F-CD0D-BB8E55299B47}"/>
              </a:ext>
            </a:extLst>
          </p:cNvPr>
          <p:cNvGrpSpPr>
            <a:grpSpLocks/>
          </p:cNvGrpSpPr>
          <p:nvPr/>
        </p:nvGrpSpPr>
        <p:grpSpPr bwMode="auto">
          <a:xfrm rot="-5400000">
            <a:off x="3422650" y="4989513"/>
            <a:ext cx="520700" cy="152400"/>
            <a:chOff x="990" y="2694"/>
            <a:chExt cx="328" cy="96"/>
          </a:xfrm>
        </p:grpSpPr>
        <p:sp>
          <p:nvSpPr>
            <p:cNvPr id="438309" name="Oval 37">
              <a:extLst>
                <a:ext uri="{FF2B5EF4-FFF2-40B4-BE49-F238E27FC236}">
                  <a16:creationId xmlns:a16="http://schemas.microsoft.com/office/drawing/2014/main" id="{2099F224-D51E-6407-7E86-1774735B4246}"/>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8310" name="Oval 38">
              <a:extLst>
                <a:ext uri="{FF2B5EF4-FFF2-40B4-BE49-F238E27FC236}">
                  <a16:creationId xmlns:a16="http://schemas.microsoft.com/office/drawing/2014/main" id="{CFE29F40-0636-D95F-4F00-5DD3356FADB5}"/>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5717" name="Group 39">
            <a:extLst>
              <a:ext uri="{FF2B5EF4-FFF2-40B4-BE49-F238E27FC236}">
                <a16:creationId xmlns:a16="http://schemas.microsoft.com/office/drawing/2014/main" id="{88AC1E9A-6794-FEE8-6CA8-9060073EA572}"/>
              </a:ext>
            </a:extLst>
          </p:cNvPr>
          <p:cNvGrpSpPr>
            <a:grpSpLocks/>
          </p:cNvGrpSpPr>
          <p:nvPr/>
        </p:nvGrpSpPr>
        <p:grpSpPr bwMode="auto">
          <a:xfrm>
            <a:off x="2535238" y="4132263"/>
            <a:ext cx="520700" cy="152400"/>
            <a:chOff x="990" y="2694"/>
            <a:chExt cx="328" cy="96"/>
          </a:xfrm>
        </p:grpSpPr>
        <p:sp>
          <p:nvSpPr>
            <p:cNvPr id="438312" name="Oval 40">
              <a:extLst>
                <a:ext uri="{FF2B5EF4-FFF2-40B4-BE49-F238E27FC236}">
                  <a16:creationId xmlns:a16="http://schemas.microsoft.com/office/drawing/2014/main" id="{B6770DE3-618E-2D9C-9964-734E95287F62}"/>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8313" name="Oval 41">
              <a:extLst>
                <a:ext uri="{FF2B5EF4-FFF2-40B4-BE49-F238E27FC236}">
                  <a16:creationId xmlns:a16="http://schemas.microsoft.com/office/drawing/2014/main" id="{0AEEC3E2-C500-FF3B-1708-7C636A385829}"/>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5718" name="Group 42">
            <a:extLst>
              <a:ext uri="{FF2B5EF4-FFF2-40B4-BE49-F238E27FC236}">
                <a16:creationId xmlns:a16="http://schemas.microsoft.com/office/drawing/2014/main" id="{1E114159-8192-C8CA-EDA0-C45150E9DE47}"/>
              </a:ext>
            </a:extLst>
          </p:cNvPr>
          <p:cNvGrpSpPr>
            <a:grpSpLocks/>
          </p:cNvGrpSpPr>
          <p:nvPr/>
        </p:nvGrpSpPr>
        <p:grpSpPr bwMode="auto">
          <a:xfrm rot="-5400000">
            <a:off x="2035175" y="3584575"/>
            <a:ext cx="520700" cy="152400"/>
            <a:chOff x="990" y="2694"/>
            <a:chExt cx="328" cy="96"/>
          </a:xfrm>
        </p:grpSpPr>
        <p:sp>
          <p:nvSpPr>
            <p:cNvPr id="438315" name="Oval 43">
              <a:extLst>
                <a:ext uri="{FF2B5EF4-FFF2-40B4-BE49-F238E27FC236}">
                  <a16:creationId xmlns:a16="http://schemas.microsoft.com/office/drawing/2014/main" id="{1EED3700-DA0B-052C-EC22-2AB2BA45740E}"/>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8316" name="Oval 44">
              <a:extLst>
                <a:ext uri="{FF2B5EF4-FFF2-40B4-BE49-F238E27FC236}">
                  <a16:creationId xmlns:a16="http://schemas.microsoft.com/office/drawing/2014/main" id="{EB7389A0-D27A-C080-243E-2C31A512B252}"/>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5719" name="Group 45">
            <a:extLst>
              <a:ext uri="{FF2B5EF4-FFF2-40B4-BE49-F238E27FC236}">
                <a16:creationId xmlns:a16="http://schemas.microsoft.com/office/drawing/2014/main" id="{58A45461-9504-86F6-4AFB-AAE0054C7E42}"/>
              </a:ext>
            </a:extLst>
          </p:cNvPr>
          <p:cNvGrpSpPr>
            <a:grpSpLocks/>
          </p:cNvGrpSpPr>
          <p:nvPr/>
        </p:nvGrpSpPr>
        <p:grpSpPr bwMode="auto">
          <a:xfrm>
            <a:off x="2554288" y="2998788"/>
            <a:ext cx="520700" cy="152400"/>
            <a:chOff x="990" y="2694"/>
            <a:chExt cx="328" cy="96"/>
          </a:xfrm>
        </p:grpSpPr>
        <p:sp>
          <p:nvSpPr>
            <p:cNvPr id="438318" name="Oval 46">
              <a:extLst>
                <a:ext uri="{FF2B5EF4-FFF2-40B4-BE49-F238E27FC236}">
                  <a16:creationId xmlns:a16="http://schemas.microsoft.com/office/drawing/2014/main" id="{9BC339C2-94E0-9143-E2B8-9B4330169861}"/>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8319" name="Oval 47">
              <a:extLst>
                <a:ext uri="{FF2B5EF4-FFF2-40B4-BE49-F238E27FC236}">
                  <a16:creationId xmlns:a16="http://schemas.microsoft.com/office/drawing/2014/main" id="{F0A3DFB2-58FA-9E52-4D38-DBA131673C88}"/>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5720" name="Group 48">
            <a:extLst>
              <a:ext uri="{FF2B5EF4-FFF2-40B4-BE49-F238E27FC236}">
                <a16:creationId xmlns:a16="http://schemas.microsoft.com/office/drawing/2014/main" id="{8D15F920-A43F-79CC-FD27-51C77F9FDB70}"/>
              </a:ext>
            </a:extLst>
          </p:cNvPr>
          <p:cNvGrpSpPr>
            <a:grpSpLocks/>
          </p:cNvGrpSpPr>
          <p:nvPr/>
        </p:nvGrpSpPr>
        <p:grpSpPr bwMode="auto">
          <a:xfrm rot="-2653714">
            <a:off x="3451225" y="3211513"/>
            <a:ext cx="520700" cy="152400"/>
            <a:chOff x="990" y="2694"/>
            <a:chExt cx="328" cy="96"/>
          </a:xfrm>
        </p:grpSpPr>
        <p:sp>
          <p:nvSpPr>
            <p:cNvPr id="438321" name="Oval 49">
              <a:extLst>
                <a:ext uri="{FF2B5EF4-FFF2-40B4-BE49-F238E27FC236}">
                  <a16:creationId xmlns:a16="http://schemas.microsoft.com/office/drawing/2014/main" id="{7FEBF257-1074-B185-402B-1E4D391F01D1}"/>
                </a:ext>
              </a:extLst>
            </p:cNvPr>
            <p:cNvSpPr>
              <a:spLocks noChangeArrowheads="1"/>
            </p:cNvSpPr>
            <p:nvPr/>
          </p:nvSpPr>
          <p:spPr bwMode="auto">
            <a:xfrm>
              <a:off x="991" y="2694"/>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8322" name="Oval 50">
              <a:extLst>
                <a:ext uri="{FF2B5EF4-FFF2-40B4-BE49-F238E27FC236}">
                  <a16:creationId xmlns:a16="http://schemas.microsoft.com/office/drawing/2014/main" id="{9EEB9348-F95E-150D-18DE-909B48C1A2ED}"/>
                </a:ext>
              </a:extLst>
            </p:cNvPr>
            <p:cNvSpPr>
              <a:spLocks noChangeArrowheads="1"/>
            </p:cNvSpPr>
            <p:nvPr/>
          </p:nvSpPr>
          <p:spPr bwMode="auto">
            <a:xfrm>
              <a:off x="1235" y="2691"/>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85721" name="Group 51">
            <a:extLst>
              <a:ext uri="{FF2B5EF4-FFF2-40B4-BE49-F238E27FC236}">
                <a16:creationId xmlns:a16="http://schemas.microsoft.com/office/drawing/2014/main" id="{0E69EB07-0639-91D1-0A87-A7B221D79B8C}"/>
              </a:ext>
            </a:extLst>
          </p:cNvPr>
          <p:cNvGrpSpPr>
            <a:grpSpLocks/>
          </p:cNvGrpSpPr>
          <p:nvPr/>
        </p:nvGrpSpPr>
        <p:grpSpPr bwMode="auto">
          <a:xfrm rot="-2653714">
            <a:off x="4422775" y="4048125"/>
            <a:ext cx="520700" cy="152400"/>
            <a:chOff x="990" y="2694"/>
            <a:chExt cx="328" cy="96"/>
          </a:xfrm>
        </p:grpSpPr>
        <p:sp>
          <p:nvSpPr>
            <p:cNvPr id="438324" name="Oval 52">
              <a:extLst>
                <a:ext uri="{FF2B5EF4-FFF2-40B4-BE49-F238E27FC236}">
                  <a16:creationId xmlns:a16="http://schemas.microsoft.com/office/drawing/2014/main" id="{767EC35C-299B-BB26-CDBA-944251EBE64F}"/>
                </a:ext>
              </a:extLst>
            </p:cNvPr>
            <p:cNvSpPr>
              <a:spLocks noChangeArrowheads="1"/>
            </p:cNvSpPr>
            <p:nvPr/>
          </p:nvSpPr>
          <p:spPr bwMode="auto">
            <a:xfrm>
              <a:off x="991" y="2694"/>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38325" name="Oval 53">
              <a:extLst>
                <a:ext uri="{FF2B5EF4-FFF2-40B4-BE49-F238E27FC236}">
                  <a16:creationId xmlns:a16="http://schemas.microsoft.com/office/drawing/2014/main" id="{879D635D-E6D5-057A-D420-942613E99748}"/>
                </a:ext>
              </a:extLst>
            </p:cNvPr>
            <p:cNvSpPr>
              <a:spLocks noChangeArrowheads="1"/>
            </p:cNvSpPr>
            <p:nvPr/>
          </p:nvSpPr>
          <p:spPr bwMode="auto">
            <a:xfrm>
              <a:off x="1235" y="2691"/>
              <a:ext cx="84" cy="95"/>
            </a:xfrm>
            <a:prstGeom prst="ellipse">
              <a:avLst/>
            </a:prstGeom>
            <a:solidFill>
              <a:schemeClr val="hlink"/>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38326" name="Text Box 54">
            <a:extLst>
              <a:ext uri="{FF2B5EF4-FFF2-40B4-BE49-F238E27FC236}">
                <a16:creationId xmlns:a16="http://schemas.microsoft.com/office/drawing/2014/main" id="{4E73F8B3-5D92-1C79-0D56-CF3D0A746D7F}"/>
              </a:ext>
            </a:extLst>
          </p:cNvPr>
          <p:cNvSpPr txBox="1">
            <a:spLocks noChangeArrowheads="1"/>
          </p:cNvSpPr>
          <p:nvPr/>
        </p:nvSpPr>
        <p:spPr bwMode="auto">
          <a:xfrm>
            <a:off x="719138" y="4913313"/>
            <a:ext cx="2071687" cy="519112"/>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C0128"/>
                </a:solidFill>
                <a:effectLst>
                  <a:outerShdw blurRad="38100" dist="38100" dir="2700000" algn="tl">
                    <a:srgbClr val="000000"/>
                  </a:outerShdw>
                </a:effectLst>
                <a:latin typeface="Times New Roman" pitchFamily="18" charset="0"/>
                <a:ea typeface="+mn-ea"/>
              </a:rPr>
              <a:t> 6 Regions</a:t>
            </a:r>
          </a:p>
        </p:txBody>
      </p:sp>
      <p:sp>
        <p:nvSpPr>
          <p:cNvPr id="438327" name="Text Box 55">
            <a:extLst>
              <a:ext uri="{FF2B5EF4-FFF2-40B4-BE49-F238E27FC236}">
                <a16:creationId xmlns:a16="http://schemas.microsoft.com/office/drawing/2014/main" id="{3B40FF39-D3B0-DB0D-293C-4637F8C7167F}"/>
              </a:ext>
            </a:extLst>
          </p:cNvPr>
          <p:cNvSpPr txBox="1">
            <a:spLocks noChangeArrowheads="1"/>
          </p:cNvSpPr>
          <p:nvPr/>
        </p:nvSpPr>
        <p:spPr bwMode="auto">
          <a:xfrm>
            <a:off x="5818188" y="4914900"/>
            <a:ext cx="2071687" cy="519113"/>
          </a:xfrm>
          <a:prstGeom prst="rect">
            <a:avLst/>
          </a:prstGeom>
          <a:noFill/>
          <a:ln w="12700">
            <a:noFill/>
            <a:miter lim="800000"/>
            <a:headEnd/>
            <a:tailEnd/>
          </a:ln>
          <a:effectLst/>
        </p:spPr>
        <p:txBody>
          <a:bodyPr>
            <a:spAutoFit/>
          </a:bodyPr>
          <a:lstStyle/>
          <a:p>
            <a:pPr algn="ctr">
              <a:spcBef>
                <a:spcPct val="50000"/>
              </a:spcBef>
              <a:defRPr/>
            </a:pPr>
            <a:r>
              <a:rPr lang="en-US" sz="2800">
                <a:solidFill>
                  <a:srgbClr val="F6BF69"/>
                </a:solidFill>
                <a:effectLst>
                  <a:outerShdw blurRad="38100" dist="38100" dir="2700000" algn="tl">
                    <a:srgbClr val="000000"/>
                  </a:outerShdw>
                </a:effectLst>
                <a:latin typeface="Times New Roman" pitchFamily="18" charset="0"/>
                <a:ea typeface="+mn-ea"/>
              </a:rPr>
              <a:t> 4 Bonds</a:t>
            </a:r>
          </a:p>
        </p:txBody>
      </p:sp>
      <p:sp>
        <p:nvSpPr>
          <p:cNvPr id="438328" name="Text Box 56">
            <a:extLst>
              <a:ext uri="{FF2B5EF4-FFF2-40B4-BE49-F238E27FC236}">
                <a16:creationId xmlns:a16="http://schemas.microsoft.com/office/drawing/2014/main" id="{7D683FAA-42B7-413A-B89D-51E4C506AA3F}"/>
              </a:ext>
            </a:extLst>
          </p:cNvPr>
          <p:cNvSpPr txBox="1">
            <a:spLocks noChangeArrowheads="1"/>
          </p:cNvSpPr>
          <p:nvPr/>
        </p:nvSpPr>
        <p:spPr bwMode="auto">
          <a:xfrm>
            <a:off x="3794125" y="4062413"/>
            <a:ext cx="484188" cy="579437"/>
          </a:xfrm>
          <a:prstGeom prst="rect">
            <a:avLst/>
          </a:prstGeom>
          <a:noFill/>
          <a:ln w="12700">
            <a:noFill/>
            <a:miter lim="800000"/>
            <a:headEnd/>
            <a:tailEnd/>
          </a:ln>
          <a:effectLst/>
        </p:spPr>
        <p:txBody>
          <a:bodyPr>
            <a:spAutoFit/>
          </a:bodyPr>
          <a:lstStyle/>
          <a:p>
            <a:pPr>
              <a:spcBef>
                <a:spcPct val="50000"/>
              </a:spcBef>
              <a:defRPr/>
            </a:pPr>
            <a:r>
              <a:rPr lang="en-US" sz="3200">
                <a:solidFill>
                  <a:srgbClr val="F6BF69"/>
                </a:solidFill>
                <a:effectLst>
                  <a:outerShdw blurRad="38100" dist="38100" dir="2700000" algn="tl">
                    <a:srgbClr val="000000"/>
                  </a:outerShdw>
                </a:effectLst>
                <a:latin typeface="Times New Roman" pitchFamily="18" charset="0"/>
                <a:ea typeface="+mn-ea"/>
              </a:rPr>
              <a:t>1</a:t>
            </a:r>
          </a:p>
        </p:txBody>
      </p:sp>
      <p:sp>
        <p:nvSpPr>
          <p:cNvPr id="438329" name="Text Box 57">
            <a:extLst>
              <a:ext uri="{FF2B5EF4-FFF2-40B4-BE49-F238E27FC236}">
                <a16:creationId xmlns:a16="http://schemas.microsoft.com/office/drawing/2014/main" id="{41370FF0-100C-FD48-7AEB-9AEE5EAAC516}"/>
              </a:ext>
            </a:extLst>
          </p:cNvPr>
          <p:cNvSpPr txBox="1">
            <a:spLocks noChangeArrowheads="1"/>
          </p:cNvSpPr>
          <p:nvPr/>
        </p:nvSpPr>
        <p:spPr bwMode="auto">
          <a:xfrm>
            <a:off x="3294063" y="3679825"/>
            <a:ext cx="484187" cy="579438"/>
          </a:xfrm>
          <a:prstGeom prst="rect">
            <a:avLst/>
          </a:prstGeom>
          <a:noFill/>
          <a:ln w="12700">
            <a:noFill/>
            <a:miter lim="800000"/>
            <a:headEnd/>
            <a:tailEnd/>
          </a:ln>
          <a:effectLst/>
        </p:spPr>
        <p:txBody>
          <a:bodyPr>
            <a:spAutoFit/>
          </a:bodyPr>
          <a:lstStyle/>
          <a:p>
            <a:pPr>
              <a:spcBef>
                <a:spcPct val="50000"/>
              </a:spcBef>
              <a:defRPr/>
            </a:pPr>
            <a:r>
              <a:rPr lang="en-US" sz="3200">
                <a:solidFill>
                  <a:srgbClr val="F6BF69"/>
                </a:solidFill>
                <a:effectLst>
                  <a:outerShdw blurRad="38100" dist="38100" dir="2700000" algn="tl">
                    <a:srgbClr val="000000"/>
                  </a:outerShdw>
                </a:effectLst>
                <a:latin typeface="Times New Roman" pitchFamily="18" charset="0"/>
                <a:ea typeface="+mn-ea"/>
              </a:rPr>
              <a:t>2</a:t>
            </a:r>
          </a:p>
        </p:txBody>
      </p:sp>
      <p:sp>
        <p:nvSpPr>
          <p:cNvPr id="438330" name="Text Box 58">
            <a:extLst>
              <a:ext uri="{FF2B5EF4-FFF2-40B4-BE49-F238E27FC236}">
                <a16:creationId xmlns:a16="http://schemas.microsoft.com/office/drawing/2014/main" id="{5E526198-A487-B59A-001B-CE72C6173D6C}"/>
              </a:ext>
            </a:extLst>
          </p:cNvPr>
          <p:cNvSpPr txBox="1">
            <a:spLocks noChangeArrowheads="1"/>
          </p:cNvSpPr>
          <p:nvPr/>
        </p:nvSpPr>
        <p:spPr bwMode="auto">
          <a:xfrm>
            <a:off x="4265613" y="2762250"/>
            <a:ext cx="484187" cy="579438"/>
          </a:xfrm>
          <a:prstGeom prst="rect">
            <a:avLst/>
          </a:prstGeom>
          <a:noFill/>
          <a:ln w="12700">
            <a:noFill/>
            <a:miter lim="800000"/>
            <a:headEnd/>
            <a:tailEnd/>
          </a:ln>
          <a:effectLst/>
        </p:spPr>
        <p:txBody>
          <a:bodyPr>
            <a:spAutoFit/>
          </a:bodyPr>
          <a:lstStyle/>
          <a:p>
            <a:pPr>
              <a:spcBef>
                <a:spcPct val="50000"/>
              </a:spcBef>
              <a:defRPr/>
            </a:pPr>
            <a:r>
              <a:rPr lang="en-US" sz="3200">
                <a:solidFill>
                  <a:srgbClr val="F6BF69"/>
                </a:solidFill>
                <a:effectLst>
                  <a:outerShdw blurRad="38100" dist="38100" dir="2700000" algn="tl">
                    <a:srgbClr val="000000"/>
                  </a:outerShdw>
                </a:effectLst>
                <a:latin typeface="Times New Roman" pitchFamily="18" charset="0"/>
                <a:ea typeface="+mn-ea"/>
              </a:rPr>
              <a:t>3</a:t>
            </a:r>
          </a:p>
        </p:txBody>
      </p:sp>
      <p:sp>
        <p:nvSpPr>
          <p:cNvPr id="438331" name="Text Box 59">
            <a:extLst>
              <a:ext uri="{FF2B5EF4-FFF2-40B4-BE49-F238E27FC236}">
                <a16:creationId xmlns:a16="http://schemas.microsoft.com/office/drawing/2014/main" id="{4AE93706-0A39-561E-BBD6-A3F0DC4637AD}"/>
              </a:ext>
            </a:extLst>
          </p:cNvPr>
          <p:cNvSpPr txBox="1">
            <a:spLocks noChangeArrowheads="1"/>
          </p:cNvSpPr>
          <p:nvPr/>
        </p:nvSpPr>
        <p:spPr bwMode="auto">
          <a:xfrm>
            <a:off x="4802188" y="3132138"/>
            <a:ext cx="484187" cy="579437"/>
          </a:xfrm>
          <a:prstGeom prst="rect">
            <a:avLst/>
          </a:prstGeom>
          <a:noFill/>
          <a:ln w="12700">
            <a:noFill/>
            <a:miter lim="800000"/>
            <a:headEnd/>
            <a:tailEnd/>
          </a:ln>
          <a:effectLst/>
        </p:spPr>
        <p:txBody>
          <a:bodyPr>
            <a:spAutoFit/>
          </a:bodyPr>
          <a:lstStyle/>
          <a:p>
            <a:pPr>
              <a:spcBef>
                <a:spcPct val="50000"/>
              </a:spcBef>
              <a:defRPr/>
            </a:pPr>
            <a:r>
              <a:rPr lang="en-US" sz="3200">
                <a:solidFill>
                  <a:srgbClr val="F6BF69"/>
                </a:solidFill>
                <a:effectLst>
                  <a:outerShdw blurRad="38100" dist="38100" dir="2700000" algn="tl">
                    <a:srgbClr val="000000"/>
                  </a:outerShdw>
                </a:effectLst>
                <a:latin typeface="Times New Roman" pitchFamily="18" charset="0"/>
                <a:ea typeface="+mn-ea"/>
              </a:rPr>
              <a:t>4</a:t>
            </a:r>
          </a:p>
        </p:txBody>
      </p:sp>
    </p:spTree>
    <p:custDataLst>
      <p:tags r:id="rId1"/>
    </p:custData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Text Box 2">
            <a:extLst>
              <a:ext uri="{FF2B5EF4-FFF2-40B4-BE49-F238E27FC236}">
                <a16:creationId xmlns:a16="http://schemas.microsoft.com/office/drawing/2014/main" id="{03AA6358-97DA-394B-6FC5-EC3AC82BC705}"/>
              </a:ext>
            </a:extLst>
          </p:cNvPr>
          <p:cNvSpPr txBox="1">
            <a:spLocks noChangeArrowheads="1"/>
          </p:cNvSpPr>
          <p:nvPr/>
        </p:nvSpPr>
        <p:spPr bwMode="auto">
          <a:xfrm>
            <a:off x="269875" y="401638"/>
            <a:ext cx="8307388" cy="5448300"/>
          </a:xfrm>
          <a:prstGeom prst="rect">
            <a:avLst/>
          </a:prstGeom>
          <a:noFill/>
          <a:ln w="12700">
            <a:noFill/>
            <a:miter lim="800000"/>
            <a:headEnd/>
            <a:tailEnd/>
          </a:ln>
          <a:effectLst/>
        </p:spPr>
        <p:txBody>
          <a:bodyPr>
            <a:spAutoFit/>
          </a:bodyPr>
          <a:lstStyle/>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a:t>
            </a:r>
            <a:r>
              <a:rPr lang="en-US" sz="2800" b="1" u="sng">
                <a:solidFill>
                  <a:srgbClr val="F6BF69"/>
                </a:solidFill>
                <a:effectLst>
                  <a:outerShdw blurRad="38100" dist="38100" dir="2700000" algn="tl">
                    <a:srgbClr val="000000"/>
                  </a:outerShdw>
                </a:effectLst>
                <a:latin typeface="Times New Roman" pitchFamily="18" charset="0"/>
                <a:ea typeface="+mn-ea"/>
              </a:rPr>
              <a:t># of regions	  # with bonds	Shape</a:t>
            </a:r>
            <a:endParaRPr lang="en-US">
              <a:solidFill>
                <a:srgbClr val="FFFFFF"/>
              </a:solidFill>
              <a:effectLst>
                <a:outerShdw blurRad="38100" dist="38100" dir="2700000" algn="tl">
                  <a:srgbClr val="000000"/>
                </a:outerShdw>
              </a:effectLst>
              <a:latin typeface="Times New Roman" pitchFamily="18" charset="0"/>
              <a:ea typeface="+mn-ea"/>
            </a:endParaRP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5			2		Linear</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T-shaped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4		See Saw</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5		Triangular bipyramid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6			2		Linear</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T-shaped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4		Square planar</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5		Square pyramid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6		Octahedral</a:t>
            </a:r>
          </a:p>
        </p:txBody>
      </p:sp>
      <p:sp>
        <p:nvSpPr>
          <p:cNvPr id="439299" name="Line 3">
            <a:extLst>
              <a:ext uri="{FF2B5EF4-FFF2-40B4-BE49-F238E27FC236}">
                <a16:creationId xmlns:a16="http://schemas.microsoft.com/office/drawing/2014/main" id="{819C72B4-3623-072D-CD04-22125D5D77C2}"/>
              </a:ext>
            </a:extLst>
          </p:cNvPr>
          <p:cNvSpPr>
            <a:spLocks noChangeShapeType="1"/>
          </p:cNvSpPr>
          <p:nvPr/>
        </p:nvSpPr>
        <p:spPr bwMode="auto">
          <a:xfrm>
            <a:off x="1136650" y="3141663"/>
            <a:ext cx="7720013" cy="0"/>
          </a:xfrm>
          <a:prstGeom prst="line">
            <a:avLst/>
          </a:prstGeom>
          <a:no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Tree>
    <p:custDataLst>
      <p:tags r:id="rId1"/>
    </p:custData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Text Box 2">
            <a:extLst>
              <a:ext uri="{FF2B5EF4-FFF2-40B4-BE49-F238E27FC236}">
                <a16:creationId xmlns:a16="http://schemas.microsoft.com/office/drawing/2014/main" id="{1D88A12B-C990-F19A-ECD9-4AC6966D8166}"/>
              </a:ext>
            </a:extLst>
          </p:cNvPr>
          <p:cNvSpPr txBox="1">
            <a:spLocks noChangeArrowheads="1"/>
          </p:cNvSpPr>
          <p:nvPr/>
        </p:nvSpPr>
        <p:spPr bwMode="auto">
          <a:xfrm>
            <a:off x="269875" y="401638"/>
            <a:ext cx="8307388" cy="5448300"/>
          </a:xfrm>
          <a:prstGeom prst="rect">
            <a:avLst/>
          </a:prstGeom>
          <a:noFill/>
          <a:ln w="12700">
            <a:noFill/>
            <a:miter lim="800000"/>
            <a:headEnd/>
            <a:tailEnd/>
          </a:ln>
          <a:effectLst/>
        </p:spPr>
        <p:txBody>
          <a:bodyPr>
            <a:spAutoFit/>
          </a:bodyPr>
          <a:lstStyle/>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a:t>
            </a:r>
            <a:r>
              <a:rPr lang="en-US" sz="2800" b="1" u="sng">
                <a:solidFill>
                  <a:srgbClr val="F6BF69"/>
                </a:solidFill>
                <a:effectLst>
                  <a:outerShdw blurRad="38100" dist="38100" dir="2700000" algn="tl">
                    <a:srgbClr val="000000"/>
                  </a:outerShdw>
                </a:effectLst>
                <a:latin typeface="Times New Roman" pitchFamily="18" charset="0"/>
                <a:ea typeface="+mn-ea"/>
              </a:rPr>
              <a:t># of regions	  # with bonds	Shape</a:t>
            </a:r>
            <a:endParaRPr lang="en-US">
              <a:solidFill>
                <a:srgbClr val="FFFFFF"/>
              </a:solidFill>
              <a:effectLst>
                <a:outerShdw blurRad="38100" dist="38100" dir="2700000" algn="tl">
                  <a:srgbClr val="000000"/>
                </a:outerShdw>
              </a:effectLst>
              <a:latin typeface="Times New Roman" pitchFamily="18" charset="0"/>
              <a:ea typeface="+mn-ea"/>
            </a:endParaRP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5			2		Linear</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T-shaped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4		See Saw</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5		Triangular bipyramid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6			2		Linear</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T-shaped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4		Square planar</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5		Square pyramid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6		Octahedral</a:t>
            </a:r>
          </a:p>
        </p:txBody>
      </p:sp>
      <p:sp>
        <p:nvSpPr>
          <p:cNvPr id="440323" name="Line 3">
            <a:extLst>
              <a:ext uri="{FF2B5EF4-FFF2-40B4-BE49-F238E27FC236}">
                <a16:creationId xmlns:a16="http://schemas.microsoft.com/office/drawing/2014/main" id="{A2BA36D3-0282-09E1-59CA-6C8ABF9E059E}"/>
              </a:ext>
            </a:extLst>
          </p:cNvPr>
          <p:cNvSpPr>
            <a:spLocks noChangeShapeType="1"/>
          </p:cNvSpPr>
          <p:nvPr/>
        </p:nvSpPr>
        <p:spPr bwMode="auto">
          <a:xfrm>
            <a:off x="1136650" y="3141663"/>
            <a:ext cx="7720013" cy="0"/>
          </a:xfrm>
          <a:prstGeom prst="line">
            <a:avLst/>
          </a:prstGeom>
          <a:no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0324" name="Rectangle 4">
            <a:extLst>
              <a:ext uri="{FF2B5EF4-FFF2-40B4-BE49-F238E27FC236}">
                <a16:creationId xmlns:a16="http://schemas.microsoft.com/office/drawing/2014/main" id="{F10CDB5B-A4D0-23D7-9069-8602A2C504E9}"/>
              </a:ext>
            </a:extLst>
          </p:cNvPr>
          <p:cNvSpPr>
            <a:spLocks noChangeArrowheads="1"/>
          </p:cNvSpPr>
          <p:nvPr/>
        </p:nvSpPr>
        <p:spPr bwMode="auto">
          <a:xfrm>
            <a:off x="703263" y="3225800"/>
            <a:ext cx="1319212" cy="468313"/>
          </a:xfrm>
          <a:prstGeom prst="rect">
            <a:avLst/>
          </a:prstGeom>
          <a:noFill/>
          <a:ln w="12700">
            <a:solidFill>
              <a:schemeClr val="tx1"/>
            </a:solidFill>
            <a:miter lim="800000"/>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Tree>
    <p:custDataLst>
      <p:tags r:id="rId1"/>
    </p:custData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Text Box 2">
            <a:extLst>
              <a:ext uri="{FF2B5EF4-FFF2-40B4-BE49-F238E27FC236}">
                <a16:creationId xmlns:a16="http://schemas.microsoft.com/office/drawing/2014/main" id="{525CC0C5-C2CD-5751-8E1A-B9590DEAF5CF}"/>
              </a:ext>
            </a:extLst>
          </p:cNvPr>
          <p:cNvSpPr txBox="1">
            <a:spLocks noChangeArrowheads="1"/>
          </p:cNvSpPr>
          <p:nvPr/>
        </p:nvSpPr>
        <p:spPr bwMode="auto">
          <a:xfrm>
            <a:off x="269875" y="401638"/>
            <a:ext cx="8307388" cy="5448300"/>
          </a:xfrm>
          <a:prstGeom prst="rect">
            <a:avLst/>
          </a:prstGeom>
          <a:noFill/>
          <a:ln w="12700">
            <a:noFill/>
            <a:miter lim="800000"/>
            <a:headEnd/>
            <a:tailEnd/>
          </a:ln>
          <a:effectLst/>
        </p:spPr>
        <p:txBody>
          <a:bodyPr>
            <a:spAutoFit/>
          </a:bodyPr>
          <a:lstStyle/>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a:t>
            </a:r>
            <a:r>
              <a:rPr lang="en-US" sz="2800" b="1" u="sng">
                <a:solidFill>
                  <a:srgbClr val="F6BF69"/>
                </a:solidFill>
                <a:effectLst>
                  <a:outerShdw blurRad="38100" dist="38100" dir="2700000" algn="tl">
                    <a:srgbClr val="000000"/>
                  </a:outerShdw>
                </a:effectLst>
                <a:latin typeface="Times New Roman" pitchFamily="18" charset="0"/>
                <a:ea typeface="+mn-ea"/>
              </a:rPr>
              <a:t># of regions	  # with bonds	Shape</a:t>
            </a:r>
            <a:endParaRPr lang="en-US">
              <a:solidFill>
                <a:srgbClr val="FFFFFF"/>
              </a:solidFill>
              <a:effectLst>
                <a:outerShdw blurRad="38100" dist="38100" dir="2700000" algn="tl">
                  <a:srgbClr val="000000"/>
                </a:outerShdw>
              </a:effectLst>
              <a:latin typeface="Times New Roman" pitchFamily="18" charset="0"/>
              <a:ea typeface="+mn-ea"/>
            </a:endParaRP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5			2		Linear</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T-shaped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4		See Saw</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5		Triangular bipyramid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6			2		Linear</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T-shaped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4		Square planar</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5		Square pyramid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6		Octahedral</a:t>
            </a:r>
          </a:p>
        </p:txBody>
      </p:sp>
      <p:sp>
        <p:nvSpPr>
          <p:cNvPr id="441347" name="Line 3">
            <a:extLst>
              <a:ext uri="{FF2B5EF4-FFF2-40B4-BE49-F238E27FC236}">
                <a16:creationId xmlns:a16="http://schemas.microsoft.com/office/drawing/2014/main" id="{671BE1F1-4E46-FD02-0C38-EAA90EC3D337}"/>
              </a:ext>
            </a:extLst>
          </p:cNvPr>
          <p:cNvSpPr>
            <a:spLocks noChangeShapeType="1"/>
          </p:cNvSpPr>
          <p:nvPr/>
        </p:nvSpPr>
        <p:spPr bwMode="auto">
          <a:xfrm>
            <a:off x="1136650" y="3141663"/>
            <a:ext cx="7720013" cy="0"/>
          </a:xfrm>
          <a:prstGeom prst="line">
            <a:avLst/>
          </a:prstGeom>
          <a:no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1348" name="Rectangle 4">
            <a:extLst>
              <a:ext uri="{FF2B5EF4-FFF2-40B4-BE49-F238E27FC236}">
                <a16:creationId xmlns:a16="http://schemas.microsoft.com/office/drawing/2014/main" id="{F6E90281-99D1-672A-2384-BC5CCDF8A5BB}"/>
              </a:ext>
            </a:extLst>
          </p:cNvPr>
          <p:cNvSpPr>
            <a:spLocks noChangeArrowheads="1"/>
          </p:cNvSpPr>
          <p:nvPr/>
        </p:nvSpPr>
        <p:spPr bwMode="auto">
          <a:xfrm>
            <a:off x="703263" y="3225800"/>
            <a:ext cx="1319212" cy="468313"/>
          </a:xfrm>
          <a:prstGeom prst="rect">
            <a:avLst/>
          </a:prstGeom>
          <a:noFill/>
          <a:ln w="12700">
            <a:solidFill>
              <a:schemeClr val="tx1"/>
            </a:solidFill>
            <a:miter lim="800000"/>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1349" name="Rectangle 5">
            <a:extLst>
              <a:ext uri="{FF2B5EF4-FFF2-40B4-BE49-F238E27FC236}">
                <a16:creationId xmlns:a16="http://schemas.microsoft.com/office/drawing/2014/main" id="{C0B6C560-4161-3260-BB91-617435981F71}"/>
              </a:ext>
            </a:extLst>
          </p:cNvPr>
          <p:cNvSpPr>
            <a:spLocks noChangeArrowheads="1"/>
          </p:cNvSpPr>
          <p:nvPr/>
        </p:nvSpPr>
        <p:spPr bwMode="auto">
          <a:xfrm>
            <a:off x="3446463" y="4314825"/>
            <a:ext cx="1319212" cy="468313"/>
          </a:xfrm>
          <a:prstGeom prst="rect">
            <a:avLst/>
          </a:prstGeom>
          <a:noFill/>
          <a:ln w="12700">
            <a:solidFill>
              <a:schemeClr val="tx1"/>
            </a:solidFill>
            <a:miter lim="800000"/>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1350" name="Line 6">
            <a:extLst>
              <a:ext uri="{FF2B5EF4-FFF2-40B4-BE49-F238E27FC236}">
                <a16:creationId xmlns:a16="http://schemas.microsoft.com/office/drawing/2014/main" id="{82F82ACB-4494-186D-67EC-F54E703AA612}"/>
              </a:ext>
            </a:extLst>
          </p:cNvPr>
          <p:cNvSpPr>
            <a:spLocks noChangeShapeType="1"/>
          </p:cNvSpPr>
          <p:nvPr/>
        </p:nvSpPr>
        <p:spPr bwMode="auto">
          <a:xfrm>
            <a:off x="2071688" y="3443288"/>
            <a:ext cx="1271587" cy="1103312"/>
          </a:xfrm>
          <a:prstGeom prst="line">
            <a:avLst/>
          </a:prstGeom>
          <a:noFill/>
          <a:ln w="28575">
            <a:solidFill>
              <a:schemeClr val="tx1"/>
            </a:solidFill>
            <a:round/>
            <a:headEnd/>
            <a:tailEnd type="triangle" w="med" len="me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Tree>
    <p:custDataLst>
      <p:tags r:id="rId1"/>
    </p:custData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Text Box 2">
            <a:extLst>
              <a:ext uri="{FF2B5EF4-FFF2-40B4-BE49-F238E27FC236}">
                <a16:creationId xmlns:a16="http://schemas.microsoft.com/office/drawing/2014/main" id="{46BF32EA-D51A-0E7E-A016-CCA4DF2A8696}"/>
              </a:ext>
            </a:extLst>
          </p:cNvPr>
          <p:cNvSpPr txBox="1">
            <a:spLocks noChangeArrowheads="1"/>
          </p:cNvSpPr>
          <p:nvPr/>
        </p:nvSpPr>
        <p:spPr bwMode="auto">
          <a:xfrm>
            <a:off x="269875" y="401638"/>
            <a:ext cx="8307388" cy="5448300"/>
          </a:xfrm>
          <a:prstGeom prst="rect">
            <a:avLst/>
          </a:prstGeom>
          <a:noFill/>
          <a:ln w="12700">
            <a:noFill/>
            <a:miter lim="800000"/>
            <a:headEnd/>
            <a:tailEnd/>
          </a:ln>
          <a:effectLst/>
        </p:spPr>
        <p:txBody>
          <a:bodyPr>
            <a:spAutoFit/>
          </a:bodyPr>
          <a:lstStyle/>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a:t>
            </a:r>
            <a:r>
              <a:rPr lang="en-US" sz="2800" b="1" u="sng">
                <a:solidFill>
                  <a:srgbClr val="F6BF69"/>
                </a:solidFill>
                <a:effectLst>
                  <a:outerShdw blurRad="38100" dist="38100" dir="2700000" algn="tl">
                    <a:srgbClr val="000000"/>
                  </a:outerShdw>
                </a:effectLst>
                <a:latin typeface="Times New Roman" pitchFamily="18" charset="0"/>
                <a:ea typeface="+mn-ea"/>
              </a:rPr>
              <a:t># of regions	  # with bonds	Shape</a:t>
            </a:r>
            <a:endParaRPr lang="en-US">
              <a:solidFill>
                <a:srgbClr val="FFFFFF"/>
              </a:solidFill>
              <a:effectLst>
                <a:outerShdw blurRad="38100" dist="38100" dir="2700000" algn="tl">
                  <a:srgbClr val="000000"/>
                </a:outerShdw>
              </a:effectLst>
              <a:latin typeface="Times New Roman" pitchFamily="18" charset="0"/>
              <a:ea typeface="+mn-ea"/>
            </a:endParaRP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5			2		Linear</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T-shaped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4		See Saw</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5		Triangular bipyramid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6			2		Linear</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3		T-shaped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4		Square planar</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5		Square pyramid</a:t>
            </a:r>
          </a:p>
          <a:p>
            <a:pPr>
              <a:spcBef>
                <a:spcPct val="50000"/>
              </a:spcBef>
              <a:defRPr/>
            </a:pPr>
            <a:r>
              <a:rPr lang="en-US">
                <a:solidFill>
                  <a:srgbClr val="FFFFFF"/>
                </a:solidFill>
                <a:effectLst>
                  <a:outerShdw blurRad="38100" dist="38100" dir="2700000" algn="tl">
                    <a:srgbClr val="000000"/>
                  </a:outerShdw>
                </a:effectLst>
                <a:latin typeface="Times New Roman" pitchFamily="18" charset="0"/>
                <a:ea typeface="+mn-ea"/>
              </a:rPr>
              <a:t>				6		Octahedral</a:t>
            </a:r>
          </a:p>
        </p:txBody>
      </p:sp>
      <p:sp>
        <p:nvSpPr>
          <p:cNvPr id="442371" name="Line 3">
            <a:extLst>
              <a:ext uri="{FF2B5EF4-FFF2-40B4-BE49-F238E27FC236}">
                <a16:creationId xmlns:a16="http://schemas.microsoft.com/office/drawing/2014/main" id="{6BF9AA1E-9D33-E2AD-CAF8-50AD3C1917B6}"/>
              </a:ext>
            </a:extLst>
          </p:cNvPr>
          <p:cNvSpPr>
            <a:spLocks noChangeShapeType="1"/>
          </p:cNvSpPr>
          <p:nvPr/>
        </p:nvSpPr>
        <p:spPr bwMode="auto">
          <a:xfrm>
            <a:off x="1136650" y="3141663"/>
            <a:ext cx="7720013" cy="0"/>
          </a:xfrm>
          <a:prstGeom prst="line">
            <a:avLst/>
          </a:prstGeom>
          <a:no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2372" name="Rectangle 4">
            <a:extLst>
              <a:ext uri="{FF2B5EF4-FFF2-40B4-BE49-F238E27FC236}">
                <a16:creationId xmlns:a16="http://schemas.microsoft.com/office/drawing/2014/main" id="{5FFD7149-CE10-5411-56C8-9B77A3CC4A8B}"/>
              </a:ext>
            </a:extLst>
          </p:cNvPr>
          <p:cNvSpPr>
            <a:spLocks noChangeArrowheads="1"/>
          </p:cNvSpPr>
          <p:nvPr/>
        </p:nvSpPr>
        <p:spPr bwMode="auto">
          <a:xfrm>
            <a:off x="703263" y="3225800"/>
            <a:ext cx="1319212" cy="468313"/>
          </a:xfrm>
          <a:prstGeom prst="rect">
            <a:avLst/>
          </a:prstGeom>
          <a:noFill/>
          <a:ln w="12700">
            <a:solidFill>
              <a:schemeClr val="tx1"/>
            </a:solidFill>
            <a:miter lim="800000"/>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2373" name="Rectangle 5">
            <a:extLst>
              <a:ext uri="{FF2B5EF4-FFF2-40B4-BE49-F238E27FC236}">
                <a16:creationId xmlns:a16="http://schemas.microsoft.com/office/drawing/2014/main" id="{D84CF180-8135-89EA-D689-9E7FF4BFFD02}"/>
              </a:ext>
            </a:extLst>
          </p:cNvPr>
          <p:cNvSpPr>
            <a:spLocks noChangeArrowheads="1"/>
          </p:cNvSpPr>
          <p:nvPr/>
        </p:nvSpPr>
        <p:spPr bwMode="auto">
          <a:xfrm>
            <a:off x="3446463" y="4314825"/>
            <a:ext cx="1319212" cy="468313"/>
          </a:xfrm>
          <a:prstGeom prst="rect">
            <a:avLst/>
          </a:prstGeom>
          <a:noFill/>
          <a:ln w="12700">
            <a:solidFill>
              <a:schemeClr val="tx1"/>
            </a:solidFill>
            <a:miter lim="800000"/>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2374" name="Line 6">
            <a:extLst>
              <a:ext uri="{FF2B5EF4-FFF2-40B4-BE49-F238E27FC236}">
                <a16:creationId xmlns:a16="http://schemas.microsoft.com/office/drawing/2014/main" id="{17AD4092-E043-ABCC-CEA8-A8D69F20E1AC}"/>
              </a:ext>
            </a:extLst>
          </p:cNvPr>
          <p:cNvSpPr>
            <a:spLocks noChangeShapeType="1"/>
          </p:cNvSpPr>
          <p:nvPr/>
        </p:nvSpPr>
        <p:spPr bwMode="auto">
          <a:xfrm>
            <a:off x="2071688" y="3443288"/>
            <a:ext cx="1271587" cy="1103312"/>
          </a:xfrm>
          <a:prstGeom prst="line">
            <a:avLst/>
          </a:prstGeom>
          <a:noFill/>
          <a:ln w="28575">
            <a:solidFill>
              <a:schemeClr val="tx1"/>
            </a:solidFill>
            <a:round/>
            <a:headEnd/>
            <a:tailEnd type="triangle" w="med" len="me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2375" name="Rectangle 7">
            <a:extLst>
              <a:ext uri="{FF2B5EF4-FFF2-40B4-BE49-F238E27FC236}">
                <a16:creationId xmlns:a16="http://schemas.microsoft.com/office/drawing/2014/main" id="{E45BB04B-7386-4FCC-1A61-6E1AEDDBE67A}"/>
              </a:ext>
            </a:extLst>
          </p:cNvPr>
          <p:cNvSpPr>
            <a:spLocks noChangeArrowheads="1"/>
          </p:cNvSpPr>
          <p:nvPr/>
        </p:nvSpPr>
        <p:spPr bwMode="auto">
          <a:xfrm>
            <a:off x="5637213" y="4316413"/>
            <a:ext cx="2122487" cy="468312"/>
          </a:xfrm>
          <a:prstGeom prst="rect">
            <a:avLst/>
          </a:prstGeom>
          <a:noFill/>
          <a:ln w="12700">
            <a:solidFill>
              <a:schemeClr val="tx1"/>
            </a:solidFill>
            <a:miter lim="800000"/>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2376" name="Line 8">
            <a:extLst>
              <a:ext uri="{FF2B5EF4-FFF2-40B4-BE49-F238E27FC236}">
                <a16:creationId xmlns:a16="http://schemas.microsoft.com/office/drawing/2014/main" id="{428D5E47-32C3-5198-96A6-36B46023CA25}"/>
              </a:ext>
            </a:extLst>
          </p:cNvPr>
          <p:cNvSpPr>
            <a:spLocks noChangeShapeType="1"/>
          </p:cNvSpPr>
          <p:nvPr/>
        </p:nvSpPr>
        <p:spPr bwMode="auto">
          <a:xfrm>
            <a:off x="4846638" y="4546600"/>
            <a:ext cx="635000" cy="0"/>
          </a:xfrm>
          <a:prstGeom prst="line">
            <a:avLst/>
          </a:prstGeom>
          <a:noFill/>
          <a:ln w="28575">
            <a:solidFill>
              <a:schemeClr val="tx1"/>
            </a:solidFill>
            <a:round/>
            <a:headEnd/>
            <a:tailEnd type="triangle" w="med" len="me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Tree>
    <p:custDataLst>
      <p:tags r:id="rId1"/>
    </p:custData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a:extLst>
              <a:ext uri="{FF2B5EF4-FFF2-40B4-BE49-F238E27FC236}">
                <a16:creationId xmlns:a16="http://schemas.microsoft.com/office/drawing/2014/main" id="{D303B384-2088-FE10-9707-16BA25EB1753}"/>
              </a:ext>
            </a:extLst>
          </p:cNvPr>
          <p:cNvSpPr>
            <a:spLocks noGrp="1" noChangeArrowheads="1"/>
          </p:cNvSpPr>
          <p:nvPr>
            <p:ph type="title" idx="4294967295"/>
          </p:nvPr>
        </p:nvSpPr>
        <p:spPr>
          <a:xfrm>
            <a:off x="485775" y="0"/>
            <a:ext cx="8256588" cy="11430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4: Xenon Tetrafluoride</a:t>
            </a:r>
          </a:p>
        </p:txBody>
      </p:sp>
      <p:sp>
        <p:nvSpPr>
          <p:cNvPr id="443395" name="Text Box 3">
            <a:extLst>
              <a:ext uri="{FF2B5EF4-FFF2-40B4-BE49-F238E27FC236}">
                <a16:creationId xmlns:a16="http://schemas.microsoft.com/office/drawing/2014/main" id="{F20FFFED-E838-3FEB-B0E2-E81EB1C27E32}"/>
              </a:ext>
            </a:extLst>
          </p:cNvPr>
          <p:cNvSpPr txBox="1">
            <a:spLocks noChangeArrowheads="1"/>
          </p:cNvSpPr>
          <p:nvPr/>
        </p:nvSpPr>
        <p:spPr bwMode="auto">
          <a:xfrm>
            <a:off x="3659188" y="3192463"/>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43396" name="Line 4">
            <a:extLst>
              <a:ext uri="{FF2B5EF4-FFF2-40B4-BE49-F238E27FC236}">
                <a16:creationId xmlns:a16="http://schemas.microsoft.com/office/drawing/2014/main" id="{C97F40BB-4632-A241-82A6-E4EC1D5AA29B}"/>
              </a:ext>
            </a:extLst>
          </p:cNvPr>
          <p:cNvSpPr>
            <a:spLocks noChangeShapeType="1"/>
          </p:cNvSpPr>
          <p:nvPr/>
        </p:nvSpPr>
        <p:spPr bwMode="auto">
          <a:xfrm>
            <a:off x="3362325" y="3276600"/>
            <a:ext cx="382588" cy="182563"/>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3397" name="Line 5">
            <a:extLst>
              <a:ext uri="{FF2B5EF4-FFF2-40B4-BE49-F238E27FC236}">
                <a16:creationId xmlns:a16="http://schemas.microsoft.com/office/drawing/2014/main" id="{1205DDA1-27CF-5437-293D-340CA5CB08FD}"/>
              </a:ext>
            </a:extLst>
          </p:cNvPr>
          <p:cNvSpPr>
            <a:spLocks noChangeShapeType="1"/>
          </p:cNvSpPr>
          <p:nvPr/>
        </p:nvSpPr>
        <p:spPr bwMode="auto">
          <a:xfrm>
            <a:off x="4632325" y="4013200"/>
            <a:ext cx="317500" cy="150813"/>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3398" name="Text Box 6">
            <a:extLst>
              <a:ext uri="{FF2B5EF4-FFF2-40B4-BE49-F238E27FC236}">
                <a16:creationId xmlns:a16="http://schemas.microsoft.com/office/drawing/2014/main" id="{4E88CC8E-A4D5-003A-45CC-6506CF37D77C}"/>
              </a:ext>
            </a:extLst>
          </p:cNvPr>
          <p:cNvSpPr txBox="1">
            <a:spLocks noChangeArrowheads="1"/>
          </p:cNvSpPr>
          <p:nvPr/>
        </p:nvSpPr>
        <p:spPr bwMode="auto">
          <a:xfrm>
            <a:off x="4718050" y="25479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43399" name="Line 7">
            <a:extLst>
              <a:ext uri="{FF2B5EF4-FFF2-40B4-BE49-F238E27FC236}">
                <a16:creationId xmlns:a16="http://schemas.microsoft.com/office/drawing/2014/main" id="{18A53CC6-D834-136A-3CFE-541B1E99D76F}"/>
              </a:ext>
            </a:extLst>
          </p:cNvPr>
          <p:cNvSpPr>
            <a:spLocks noChangeShapeType="1"/>
          </p:cNvSpPr>
          <p:nvPr/>
        </p:nvSpPr>
        <p:spPr bwMode="auto">
          <a:xfrm flipV="1">
            <a:off x="4545013" y="3125788"/>
            <a:ext cx="434975" cy="317500"/>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3400" name="Line 8">
            <a:extLst>
              <a:ext uri="{FF2B5EF4-FFF2-40B4-BE49-F238E27FC236}">
                <a16:creationId xmlns:a16="http://schemas.microsoft.com/office/drawing/2014/main" id="{3C5D8033-88A7-FCED-DA49-AC2097DBD28D}"/>
              </a:ext>
            </a:extLst>
          </p:cNvPr>
          <p:cNvSpPr>
            <a:spLocks noChangeShapeType="1"/>
          </p:cNvSpPr>
          <p:nvPr/>
        </p:nvSpPr>
        <p:spPr bwMode="auto">
          <a:xfrm flipV="1">
            <a:off x="3344863" y="3998913"/>
            <a:ext cx="317500" cy="233362"/>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295945" name="Group 9">
            <a:extLst>
              <a:ext uri="{FF2B5EF4-FFF2-40B4-BE49-F238E27FC236}">
                <a16:creationId xmlns:a16="http://schemas.microsoft.com/office/drawing/2014/main" id="{70398A2E-4D5E-D866-EDE8-7FFFEC707AF1}"/>
              </a:ext>
            </a:extLst>
          </p:cNvPr>
          <p:cNvGrpSpPr>
            <a:grpSpLocks/>
          </p:cNvGrpSpPr>
          <p:nvPr/>
        </p:nvGrpSpPr>
        <p:grpSpPr bwMode="auto">
          <a:xfrm rot="-5400000">
            <a:off x="2935288" y="4552950"/>
            <a:ext cx="520700" cy="152400"/>
            <a:chOff x="990" y="2694"/>
            <a:chExt cx="328" cy="96"/>
          </a:xfrm>
        </p:grpSpPr>
        <p:sp>
          <p:nvSpPr>
            <p:cNvPr id="2" name="Oval 10">
              <a:extLst>
                <a:ext uri="{FF2B5EF4-FFF2-40B4-BE49-F238E27FC236}">
                  <a16:creationId xmlns:a16="http://schemas.microsoft.com/office/drawing/2014/main" id="{17D40F15-6D4D-AA9C-F38D-27ECB45543E1}"/>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3" name="Oval 11">
              <a:extLst>
                <a:ext uri="{FF2B5EF4-FFF2-40B4-BE49-F238E27FC236}">
                  <a16:creationId xmlns:a16="http://schemas.microsoft.com/office/drawing/2014/main" id="{D8B81A86-6B2B-2F58-4370-485249900FC3}"/>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95946" name="Group 12">
            <a:extLst>
              <a:ext uri="{FF2B5EF4-FFF2-40B4-BE49-F238E27FC236}">
                <a16:creationId xmlns:a16="http://schemas.microsoft.com/office/drawing/2014/main" id="{BADF3C90-F917-694D-95B1-3D8D842B1C7C}"/>
              </a:ext>
            </a:extLst>
          </p:cNvPr>
          <p:cNvGrpSpPr>
            <a:grpSpLocks/>
          </p:cNvGrpSpPr>
          <p:nvPr/>
        </p:nvGrpSpPr>
        <p:grpSpPr bwMode="auto">
          <a:xfrm rot="-5400000">
            <a:off x="4173538" y="4605338"/>
            <a:ext cx="520700" cy="152400"/>
            <a:chOff x="990" y="2694"/>
            <a:chExt cx="328" cy="96"/>
          </a:xfrm>
        </p:grpSpPr>
        <p:sp>
          <p:nvSpPr>
            <p:cNvPr id="443405" name="Oval 13">
              <a:extLst>
                <a:ext uri="{FF2B5EF4-FFF2-40B4-BE49-F238E27FC236}">
                  <a16:creationId xmlns:a16="http://schemas.microsoft.com/office/drawing/2014/main" id="{D83208B8-95BF-DAE2-E703-CE7303A04773}"/>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3406" name="Oval 14">
              <a:extLst>
                <a:ext uri="{FF2B5EF4-FFF2-40B4-BE49-F238E27FC236}">
                  <a16:creationId xmlns:a16="http://schemas.microsoft.com/office/drawing/2014/main" id="{9E8746AC-A6C1-DC23-1352-788C55F87D0D}"/>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95947" name="Group 15">
            <a:extLst>
              <a:ext uri="{FF2B5EF4-FFF2-40B4-BE49-F238E27FC236}">
                <a16:creationId xmlns:a16="http://schemas.microsoft.com/office/drawing/2014/main" id="{89BEE541-86E3-BC3A-64CB-36123C58090A}"/>
              </a:ext>
            </a:extLst>
          </p:cNvPr>
          <p:cNvGrpSpPr>
            <a:grpSpLocks/>
          </p:cNvGrpSpPr>
          <p:nvPr/>
        </p:nvGrpSpPr>
        <p:grpSpPr bwMode="auto">
          <a:xfrm>
            <a:off x="3889375" y="1665288"/>
            <a:ext cx="520700" cy="152400"/>
            <a:chOff x="990" y="2694"/>
            <a:chExt cx="328" cy="96"/>
          </a:xfrm>
        </p:grpSpPr>
        <p:sp>
          <p:nvSpPr>
            <p:cNvPr id="443408" name="Oval 16">
              <a:extLst>
                <a:ext uri="{FF2B5EF4-FFF2-40B4-BE49-F238E27FC236}">
                  <a16:creationId xmlns:a16="http://schemas.microsoft.com/office/drawing/2014/main" id="{A8D0599B-C3FA-072F-5089-B4CD380017F9}"/>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3409" name="Oval 17">
              <a:extLst>
                <a:ext uri="{FF2B5EF4-FFF2-40B4-BE49-F238E27FC236}">
                  <a16:creationId xmlns:a16="http://schemas.microsoft.com/office/drawing/2014/main" id="{71C4193C-7B65-A819-E28A-C56A01389E28}"/>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95948" name="Group 18">
            <a:extLst>
              <a:ext uri="{FF2B5EF4-FFF2-40B4-BE49-F238E27FC236}">
                <a16:creationId xmlns:a16="http://schemas.microsoft.com/office/drawing/2014/main" id="{2EDDFC34-7E62-0C82-F9D4-CFE2066B03D9}"/>
              </a:ext>
            </a:extLst>
          </p:cNvPr>
          <p:cNvGrpSpPr>
            <a:grpSpLocks/>
          </p:cNvGrpSpPr>
          <p:nvPr/>
        </p:nvGrpSpPr>
        <p:grpSpPr bwMode="auto">
          <a:xfrm>
            <a:off x="3941763" y="5795963"/>
            <a:ext cx="520700" cy="152400"/>
            <a:chOff x="990" y="2694"/>
            <a:chExt cx="328" cy="96"/>
          </a:xfrm>
        </p:grpSpPr>
        <p:sp>
          <p:nvSpPr>
            <p:cNvPr id="443411" name="Oval 19">
              <a:extLst>
                <a:ext uri="{FF2B5EF4-FFF2-40B4-BE49-F238E27FC236}">
                  <a16:creationId xmlns:a16="http://schemas.microsoft.com/office/drawing/2014/main" id="{0BB9A4D3-820C-4C16-2990-E89AA0A68D5F}"/>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3412" name="Oval 20">
              <a:extLst>
                <a:ext uri="{FF2B5EF4-FFF2-40B4-BE49-F238E27FC236}">
                  <a16:creationId xmlns:a16="http://schemas.microsoft.com/office/drawing/2014/main" id="{FA9183E4-844D-1B53-D3FC-7A1DA00EBFF4}"/>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
        <p:nvSpPr>
          <p:cNvPr id="443413" name="Oval 21">
            <a:extLst>
              <a:ext uri="{FF2B5EF4-FFF2-40B4-BE49-F238E27FC236}">
                <a16:creationId xmlns:a16="http://schemas.microsoft.com/office/drawing/2014/main" id="{58DE9D07-0C7F-BD51-EA02-5FA440357696}"/>
              </a:ext>
            </a:extLst>
          </p:cNvPr>
          <p:cNvSpPr>
            <a:spLocks noChangeArrowheads="1"/>
          </p:cNvSpPr>
          <p:nvPr/>
        </p:nvSpPr>
        <p:spPr bwMode="auto">
          <a:xfrm>
            <a:off x="3676650" y="1287463"/>
            <a:ext cx="1052513" cy="1987550"/>
          </a:xfrm>
          <a:prstGeom prst="ellipse">
            <a:avLst/>
          </a:prstGeom>
          <a:noFill/>
          <a:ln w="28575">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3414" name="Oval 22">
            <a:extLst>
              <a:ext uri="{FF2B5EF4-FFF2-40B4-BE49-F238E27FC236}">
                <a16:creationId xmlns:a16="http://schemas.microsoft.com/office/drawing/2014/main" id="{7A410954-99AD-CBA8-2FAB-A4468DC20E88}"/>
              </a:ext>
            </a:extLst>
          </p:cNvPr>
          <p:cNvSpPr>
            <a:spLocks noChangeArrowheads="1"/>
          </p:cNvSpPr>
          <p:nvPr/>
        </p:nvSpPr>
        <p:spPr bwMode="auto">
          <a:xfrm>
            <a:off x="3713163" y="4232275"/>
            <a:ext cx="1052512" cy="1987550"/>
          </a:xfrm>
          <a:prstGeom prst="ellipse">
            <a:avLst/>
          </a:prstGeom>
          <a:solidFill>
            <a:schemeClr val="bg1"/>
          </a:solidFill>
          <a:ln w="28575">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3415" name="AutoShape 23">
            <a:extLst>
              <a:ext uri="{FF2B5EF4-FFF2-40B4-BE49-F238E27FC236}">
                <a16:creationId xmlns:a16="http://schemas.microsoft.com/office/drawing/2014/main" id="{01483BE9-4183-5C6F-FCB7-3FACCA010138}"/>
              </a:ext>
            </a:extLst>
          </p:cNvPr>
          <p:cNvSpPr>
            <a:spLocks noChangeArrowheads="1"/>
          </p:cNvSpPr>
          <p:nvPr/>
        </p:nvSpPr>
        <p:spPr bwMode="auto">
          <a:xfrm>
            <a:off x="2371725" y="2505075"/>
            <a:ext cx="3527425" cy="2441575"/>
          </a:xfrm>
          <a:prstGeom prst="parallelogram">
            <a:avLst>
              <a:gd name="adj" fmla="val 36118"/>
            </a:avLst>
          </a:prstGeom>
          <a:solidFill>
            <a:schemeClr val="bg1"/>
          </a:solidFill>
          <a:ln w="12700">
            <a:solidFill>
              <a:schemeClr val="tx1"/>
            </a:solidFill>
            <a:miter lim="800000"/>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3416" name="Text Box 24">
            <a:extLst>
              <a:ext uri="{FF2B5EF4-FFF2-40B4-BE49-F238E27FC236}">
                <a16:creationId xmlns:a16="http://schemas.microsoft.com/office/drawing/2014/main" id="{2E3023EC-8643-370B-5BEF-17CB5E2675FF}"/>
              </a:ext>
            </a:extLst>
          </p:cNvPr>
          <p:cNvSpPr txBox="1">
            <a:spLocks noChangeArrowheads="1"/>
          </p:cNvSpPr>
          <p:nvPr/>
        </p:nvSpPr>
        <p:spPr bwMode="auto">
          <a:xfrm>
            <a:off x="3689350" y="3187700"/>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Xe</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43417" name="Text Box 25">
            <a:extLst>
              <a:ext uri="{FF2B5EF4-FFF2-40B4-BE49-F238E27FC236}">
                <a16:creationId xmlns:a16="http://schemas.microsoft.com/office/drawing/2014/main" id="{1FE048E4-B02A-DE38-FAE1-7A4378BAD785}"/>
              </a:ext>
            </a:extLst>
          </p:cNvPr>
          <p:cNvSpPr txBox="1">
            <a:spLocks noChangeArrowheads="1"/>
          </p:cNvSpPr>
          <p:nvPr/>
        </p:nvSpPr>
        <p:spPr bwMode="auto">
          <a:xfrm>
            <a:off x="2622550" y="2070100"/>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43418" name="Text Box 26">
            <a:extLst>
              <a:ext uri="{FF2B5EF4-FFF2-40B4-BE49-F238E27FC236}">
                <a16:creationId xmlns:a16="http://schemas.microsoft.com/office/drawing/2014/main" id="{45F26660-2581-5C7D-F851-82F3A5471827}"/>
              </a:ext>
            </a:extLst>
          </p:cNvPr>
          <p:cNvSpPr txBox="1">
            <a:spLocks noChangeArrowheads="1"/>
          </p:cNvSpPr>
          <p:nvPr/>
        </p:nvSpPr>
        <p:spPr bwMode="auto">
          <a:xfrm>
            <a:off x="4629150" y="4311650"/>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43419" name="Line 27">
            <a:extLst>
              <a:ext uri="{FF2B5EF4-FFF2-40B4-BE49-F238E27FC236}">
                <a16:creationId xmlns:a16="http://schemas.microsoft.com/office/drawing/2014/main" id="{42EEB37E-9BFA-8CE8-E495-72AC8060CC0E}"/>
              </a:ext>
            </a:extLst>
          </p:cNvPr>
          <p:cNvSpPr>
            <a:spLocks noChangeShapeType="1"/>
          </p:cNvSpPr>
          <p:nvPr/>
        </p:nvSpPr>
        <p:spPr bwMode="auto">
          <a:xfrm>
            <a:off x="3392488" y="2736850"/>
            <a:ext cx="400050" cy="566738"/>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3420" name="Line 28">
            <a:extLst>
              <a:ext uri="{FF2B5EF4-FFF2-40B4-BE49-F238E27FC236}">
                <a16:creationId xmlns:a16="http://schemas.microsoft.com/office/drawing/2014/main" id="{4F7EE5A0-5370-309B-B4D0-B73A42876CBD}"/>
              </a:ext>
            </a:extLst>
          </p:cNvPr>
          <p:cNvSpPr>
            <a:spLocks noChangeShapeType="1"/>
          </p:cNvSpPr>
          <p:nvPr/>
        </p:nvSpPr>
        <p:spPr bwMode="auto">
          <a:xfrm>
            <a:off x="4662488" y="4008438"/>
            <a:ext cx="350837" cy="417512"/>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3421" name="Text Box 29">
            <a:extLst>
              <a:ext uri="{FF2B5EF4-FFF2-40B4-BE49-F238E27FC236}">
                <a16:creationId xmlns:a16="http://schemas.microsoft.com/office/drawing/2014/main" id="{4D5D90A2-9742-3919-D102-444DA54B8674}"/>
              </a:ext>
            </a:extLst>
          </p:cNvPr>
          <p:cNvSpPr txBox="1">
            <a:spLocks noChangeArrowheads="1"/>
          </p:cNvSpPr>
          <p:nvPr/>
        </p:nvSpPr>
        <p:spPr bwMode="auto">
          <a:xfrm>
            <a:off x="5199063" y="209073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43422" name="Line 30">
            <a:extLst>
              <a:ext uri="{FF2B5EF4-FFF2-40B4-BE49-F238E27FC236}">
                <a16:creationId xmlns:a16="http://schemas.microsoft.com/office/drawing/2014/main" id="{7BEC1352-22B1-BE3A-E18E-258B40D1FAC5}"/>
              </a:ext>
            </a:extLst>
          </p:cNvPr>
          <p:cNvSpPr>
            <a:spLocks noChangeShapeType="1"/>
          </p:cNvSpPr>
          <p:nvPr/>
        </p:nvSpPr>
        <p:spPr bwMode="auto">
          <a:xfrm flipV="1">
            <a:off x="4575175" y="2903538"/>
            <a:ext cx="752475" cy="534987"/>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3423" name="Line 31">
            <a:extLst>
              <a:ext uri="{FF2B5EF4-FFF2-40B4-BE49-F238E27FC236}">
                <a16:creationId xmlns:a16="http://schemas.microsoft.com/office/drawing/2014/main" id="{C159AAD6-E8D3-760E-1C6B-B34BC0423CEA}"/>
              </a:ext>
            </a:extLst>
          </p:cNvPr>
          <p:cNvSpPr>
            <a:spLocks noChangeShapeType="1"/>
          </p:cNvSpPr>
          <p:nvPr/>
        </p:nvSpPr>
        <p:spPr bwMode="auto">
          <a:xfrm flipV="1">
            <a:off x="2974975" y="3994150"/>
            <a:ext cx="717550" cy="549275"/>
          </a:xfrm>
          <a:prstGeom prst="line">
            <a:avLst/>
          </a:prstGeom>
          <a:noFill/>
          <a:ln w="762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3424" name="Text Box 32">
            <a:extLst>
              <a:ext uri="{FF2B5EF4-FFF2-40B4-BE49-F238E27FC236}">
                <a16:creationId xmlns:a16="http://schemas.microsoft.com/office/drawing/2014/main" id="{8ACC21BA-58F6-E952-53DD-2926B3ED81A6}"/>
              </a:ext>
            </a:extLst>
          </p:cNvPr>
          <p:cNvSpPr txBox="1">
            <a:spLocks noChangeArrowheads="1"/>
          </p:cNvSpPr>
          <p:nvPr/>
        </p:nvSpPr>
        <p:spPr bwMode="auto">
          <a:xfrm>
            <a:off x="1857375" y="4332288"/>
            <a:ext cx="1136650" cy="1006475"/>
          </a:xfrm>
          <a:prstGeom prst="rect">
            <a:avLst/>
          </a:prstGeom>
          <a:noFill/>
          <a:ln w="12700">
            <a:noFill/>
            <a:miter lim="800000"/>
            <a:headEnd/>
            <a:tailEnd/>
          </a:ln>
          <a:effectLst/>
        </p:spPr>
        <p:txBody>
          <a:bodyPr>
            <a:spAutoFit/>
          </a:bodyPr>
          <a:lstStyle/>
          <a:p>
            <a:pPr algn="ctr">
              <a:spcBef>
                <a:spcPct val="50000"/>
              </a:spcBef>
              <a:defRPr/>
            </a:pPr>
            <a:r>
              <a:rPr lang="en-US" sz="6000">
                <a:solidFill>
                  <a:srgbClr val="FFFFFF"/>
                </a:solidFill>
                <a:effectLst>
                  <a:outerShdw blurRad="38100" dist="38100" dir="2700000" algn="tl">
                    <a:srgbClr val="000000"/>
                  </a:outerShdw>
                </a:effectLst>
                <a:latin typeface="Times New Roman" pitchFamily="18" charset="0"/>
                <a:ea typeface="+mn-ea"/>
              </a:rPr>
              <a:t>F</a:t>
            </a:r>
            <a:endParaRPr lang="en-US">
              <a:solidFill>
                <a:srgbClr val="FFFFFF"/>
              </a:solidFill>
              <a:effectLst>
                <a:outerShdw blurRad="38100" dist="38100" dir="2700000" algn="tl">
                  <a:srgbClr val="000000"/>
                </a:outerShdw>
              </a:effectLst>
              <a:latin typeface="Times New Roman" pitchFamily="18" charset="0"/>
              <a:ea typeface="+mn-ea"/>
            </a:endParaRPr>
          </a:p>
        </p:txBody>
      </p:sp>
      <p:sp>
        <p:nvSpPr>
          <p:cNvPr id="443425" name="Oval 33">
            <a:extLst>
              <a:ext uri="{FF2B5EF4-FFF2-40B4-BE49-F238E27FC236}">
                <a16:creationId xmlns:a16="http://schemas.microsoft.com/office/drawing/2014/main" id="{3C786850-DE51-9F72-B44A-1B07C419ECCB}"/>
              </a:ext>
            </a:extLst>
          </p:cNvPr>
          <p:cNvSpPr>
            <a:spLocks noChangeArrowheads="1"/>
          </p:cNvSpPr>
          <p:nvPr/>
        </p:nvSpPr>
        <p:spPr bwMode="auto">
          <a:xfrm>
            <a:off x="3660775" y="1290638"/>
            <a:ext cx="1052513" cy="1987550"/>
          </a:xfrm>
          <a:prstGeom prst="ellipse">
            <a:avLst/>
          </a:prstGeom>
          <a:solidFill>
            <a:schemeClr val="bg1"/>
          </a:solidFill>
          <a:ln w="28575">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nvGrpSpPr>
          <p:cNvPr id="295962" name="Group 34">
            <a:extLst>
              <a:ext uri="{FF2B5EF4-FFF2-40B4-BE49-F238E27FC236}">
                <a16:creationId xmlns:a16="http://schemas.microsoft.com/office/drawing/2014/main" id="{FF8D2968-7C63-2A1D-450A-C002631C36BC}"/>
              </a:ext>
            </a:extLst>
          </p:cNvPr>
          <p:cNvGrpSpPr>
            <a:grpSpLocks/>
          </p:cNvGrpSpPr>
          <p:nvPr/>
        </p:nvGrpSpPr>
        <p:grpSpPr bwMode="auto">
          <a:xfrm>
            <a:off x="3910013" y="1601788"/>
            <a:ext cx="520700" cy="152400"/>
            <a:chOff x="990" y="2694"/>
            <a:chExt cx="328" cy="96"/>
          </a:xfrm>
        </p:grpSpPr>
        <p:sp>
          <p:nvSpPr>
            <p:cNvPr id="443427" name="Oval 35">
              <a:extLst>
                <a:ext uri="{FF2B5EF4-FFF2-40B4-BE49-F238E27FC236}">
                  <a16:creationId xmlns:a16="http://schemas.microsoft.com/office/drawing/2014/main" id="{B70E94C3-4F81-E067-481D-EB424CECCDA7}"/>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3428" name="Oval 36">
              <a:extLst>
                <a:ext uri="{FF2B5EF4-FFF2-40B4-BE49-F238E27FC236}">
                  <a16:creationId xmlns:a16="http://schemas.microsoft.com/office/drawing/2014/main" id="{1AD42196-57D9-D22C-EDC2-858196A70C6C}"/>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grpSp>
        <p:nvGrpSpPr>
          <p:cNvPr id="295963" name="Group 37">
            <a:extLst>
              <a:ext uri="{FF2B5EF4-FFF2-40B4-BE49-F238E27FC236}">
                <a16:creationId xmlns:a16="http://schemas.microsoft.com/office/drawing/2014/main" id="{61B7F47F-A70E-7A14-9ED7-5DB9A13120E4}"/>
              </a:ext>
            </a:extLst>
          </p:cNvPr>
          <p:cNvGrpSpPr>
            <a:grpSpLocks/>
          </p:cNvGrpSpPr>
          <p:nvPr/>
        </p:nvGrpSpPr>
        <p:grpSpPr bwMode="auto">
          <a:xfrm>
            <a:off x="3962400" y="5614988"/>
            <a:ext cx="520700" cy="152400"/>
            <a:chOff x="990" y="2694"/>
            <a:chExt cx="328" cy="96"/>
          </a:xfrm>
        </p:grpSpPr>
        <p:sp>
          <p:nvSpPr>
            <p:cNvPr id="443430" name="Oval 38">
              <a:extLst>
                <a:ext uri="{FF2B5EF4-FFF2-40B4-BE49-F238E27FC236}">
                  <a16:creationId xmlns:a16="http://schemas.microsoft.com/office/drawing/2014/main" id="{18470921-A0BD-A29D-285F-877AED141CC5}"/>
                </a:ext>
              </a:extLst>
            </p:cNvPr>
            <p:cNvSpPr>
              <a:spLocks noChangeArrowheads="1"/>
            </p:cNvSpPr>
            <p:nvPr/>
          </p:nvSpPr>
          <p:spPr bwMode="auto">
            <a:xfrm>
              <a:off x="990" y="2695"/>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sp>
          <p:nvSpPr>
            <p:cNvPr id="443431" name="Oval 39">
              <a:extLst>
                <a:ext uri="{FF2B5EF4-FFF2-40B4-BE49-F238E27FC236}">
                  <a16:creationId xmlns:a16="http://schemas.microsoft.com/office/drawing/2014/main" id="{AD92ED6D-3798-0B09-D8E3-C90F3EAADFF2}"/>
                </a:ext>
              </a:extLst>
            </p:cNvPr>
            <p:cNvSpPr>
              <a:spLocks noChangeArrowheads="1"/>
            </p:cNvSpPr>
            <p:nvPr/>
          </p:nvSpPr>
          <p:spPr bwMode="auto">
            <a:xfrm>
              <a:off x="1234" y="2694"/>
              <a:ext cx="84" cy="95"/>
            </a:xfrm>
            <a:prstGeom prst="ellipse">
              <a:avLst/>
            </a:prstGeom>
            <a:solidFill>
              <a:schemeClr val="tx1"/>
            </a:solidFill>
            <a:ln w="12700">
              <a:solidFill>
                <a:schemeClr val="tx1"/>
              </a:solidFill>
              <a:round/>
              <a:headEnd/>
              <a:tailEnd/>
            </a:ln>
            <a:effectLst/>
          </p:spPr>
          <p:txBody>
            <a:bodyPr wrap="none" anchor="ctr"/>
            <a:lstStyle/>
            <a:p>
              <a:pPr>
                <a:defRPr/>
              </a:pPr>
              <a:endParaRPr lang="en-US">
                <a:solidFill>
                  <a:srgbClr val="FFFFFF"/>
                </a:solidFill>
                <a:effectLst>
                  <a:outerShdw blurRad="38100" dist="38100" dir="2700000" algn="tl">
                    <a:srgbClr val="000000">
                      <a:alpha val="43137"/>
                    </a:srgbClr>
                  </a:outerShdw>
                </a:effectLst>
                <a:latin typeface="Times New Roman" pitchFamily="18" charset="0"/>
                <a:ea typeface="+mn-ea"/>
              </a:endParaRPr>
            </a:p>
          </p:txBody>
        </p:sp>
      </p:grpSp>
    </p:spTree>
    <p:custDataLst>
      <p:tags r:id="rId1"/>
    </p:custData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Text Box 2">
            <a:extLst>
              <a:ext uri="{FF2B5EF4-FFF2-40B4-BE49-F238E27FC236}">
                <a16:creationId xmlns:a16="http://schemas.microsoft.com/office/drawing/2014/main" id="{CD98D891-17BD-BBF1-FDB4-E7292516C4F3}"/>
              </a:ext>
            </a:extLst>
          </p:cNvPr>
          <p:cNvSpPr txBox="1">
            <a:spLocks noChangeArrowheads="1"/>
          </p:cNvSpPr>
          <p:nvPr/>
        </p:nvSpPr>
        <p:spPr bwMode="auto">
          <a:xfrm>
            <a:off x="457200" y="533400"/>
            <a:ext cx="28956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Sample Problem 10.6</a:t>
            </a:r>
          </a:p>
        </p:txBody>
      </p:sp>
      <p:sp>
        <p:nvSpPr>
          <p:cNvPr id="297987" name="Text Box 3">
            <a:extLst>
              <a:ext uri="{FF2B5EF4-FFF2-40B4-BE49-F238E27FC236}">
                <a16:creationId xmlns:a16="http://schemas.microsoft.com/office/drawing/2014/main" id="{77050F8E-FB03-4EA1-6B17-87FE792964FF}"/>
              </a:ext>
            </a:extLst>
          </p:cNvPr>
          <p:cNvSpPr txBox="1">
            <a:spLocks noChangeArrowheads="1"/>
          </p:cNvSpPr>
          <p:nvPr/>
        </p:nvSpPr>
        <p:spPr bwMode="auto">
          <a:xfrm>
            <a:off x="3505200" y="533400"/>
            <a:ext cx="5334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Examining Shapes with Two, Three, or Four Electron Groups</a:t>
            </a:r>
          </a:p>
        </p:txBody>
      </p:sp>
      <p:grpSp>
        <p:nvGrpSpPr>
          <p:cNvPr id="297988" name="Group 20">
            <a:extLst>
              <a:ext uri="{FF2B5EF4-FFF2-40B4-BE49-F238E27FC236}">
                <a16:creationId xmlns:a16="http://schemas.microsoft.com/office/drawing/2014/main" id="{C32D50BC-0CA0-2ACB-CD0B-2347E660E968}"/>
              </a:ext>
            </a:extLst>
          </p:cNvPr>
          <p:cNvGrpSpPr>
            <a:grpSpLocks/>
          </p:cNvGrpSpPr>
          <p:nvPr/>
        </p:nvGrpSpPr>
        <p:grpSpPr bwMode="auto">
          <a:xfrm>
            <a:off x="381000" y="1371600"/>
            <a:ext cx="8382000" cy="701675"/>
            <a:chOff x="336" y="864"/>
            <a:chExt cx="5280" cy="442"/>
          </a:xfrm>
        </p:grpSpPr>
        <p:sp>
          <p:nvSpPr>
            <p:cNvPr id="297994" name="Text Box 7">
              <a:extLst>
                <a:ext uri="{FF2B5EF4-FFF2-40B4-BE49-F238E27FC236}">
                  <a16:creationId xmlns:a16="http://schemas.microsoft.com/office/drawing/2014/main" id="{A91FFD87-D394-832F-80B0-48B81B35708D}"/>
                </a:ext>
              </a:extLst>
            </p:cNvPr>
            <p:cNvSpPr txBox="1">
              <a:spLocks noChangeArrowheads="1"/>
            </p:cNvSpPr>
            <p:nvPr/>
          </p:nvSpPr>
          <p:spPr bwMode="auto">
            <a:xfrm>
              <a:off x="336" y="864"/>
              <a:ext cx="10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PROBLEM:</a:t>
              </a:r>
            </a:p>
          </p:txBody>
        </p:sp>
        <p:sp>
          <p:nvSpPr>
            <p:cNvPr id="297995" name="Text Box 8">
              <a:extLst>
                <a:ext uri="{FF2B5EF4-FFF2-40B4-BE49-F238E27FC236}">
                  <a16:creationId xmlns:a16="http://schemas.microsoft.com/office/drawing/2014/main" id="{B19A8619-AEF8-AA24-4BC4-8FB1784BF28F}"/>
                </a:ext>
              </a:extLst>
            </p:cNvPr>
            <p:cNvSpPr txBox="1">
              <a:spLocks noChangeArrowheads="1"/>
            </p:cNvSpPr>
            <p:nvPr/>
          </p:nvSpPr>
          <p:spPr bwMode="auto">
            <a:xfrm>
              <a:off x="1296" y="864"/>
              <a:ext cx="432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Draw the molecular shape and predict the bond angles (relative to the ideal bond angles) of </a:t>
              </a:r>
              <a:r>
                <a:rPr lang="en-US" altLang="en-US" sz="2000" b="1"/>
                <a:t>(a)</a:t>
              </a:r>
              <a:r>
                <a:rPr lang="en-US" altLang="en-US" sz="2000"/>
                <a:t> PF</a:t>
              </a:r>
              <a:r>
                <a:rPr lang="en-US" altLang="en-US" sz="2000" baseline="-25000"/>
                <a:t>3</a:t>
              </a:r>
              <a:r>
                <a:rPr lang="en-US" altLang="en-US" sz="2000"/>
                <a:t> and </a:t>
              </a:r>
              <a:r>
                <a:rPr lang="en-US" altLang="en-US" sz="2000" b="1"/>
                <a:t>(b)</a:t>
              </a:r>
              <a:r>
                <a:rPr lang="en-US" altLang="en-US" sz="2000" b="1" baseline="-25000"/>
                <a:t> </a:t>
              </a:r>
              <a:r>
                <a:rPr lang="en-US" altLang="en-US" sz="2000"/>
                <a:t>COCl</a:t>
              </a:r>
              <a:r>
                <a:rPr lang="en-US" altLang="en-US" sz="2000" baseline="-25000"/>
                <a:t>2</a:t>
              </a:r>
              <a:r>
                <a:rPr lang="en-US" altLang="en-US" sz="2000"/>
                <a:t>.</a:t>
              </a:r>
            </a:p>
          </p:txBody>
        </p:sp>
      </p:grpSp>
      <p:sp>
        <p:nvSpPr>
          <p:cNvPr id="27662" name="Text Box 5">
            <a:extLst>
              <a:ext uri="{FF2B5EF4-FFF2-40B4-BE49-F238E27FC236}">
                <a16:creationId xmlns:a16="http://schemas.microsoft.com/office/drawing/2014/main" id="{B8718BCB-ECA2-A853-FB25-D140B88D5E35}"/>
              </a:ext>
            </a:extLst>
          </p:cNvPr>
          <p:cNvSpPr txBox="1">
            <a:spLocks noChangeArrowheads="1"/>
          </p:cNvSpPr>
          <p:nvPr/>
        </p:nvSpPr>
        <p:spPr bwMode="auto">
          <a:xfrm>
            <a:off x="381000" y="2209800"/>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SOLUTION:</a:t>
            </a:r>
          </a:p>
        </p:txBody>
      </p:sp>
      <p:sp>
        <p:nvSpPr>
          <p:cNvPr id="27663" name="Text Box 11">
            <a:extLst>
              <a:ext uri="{FF2B5EF4-FFF2-40B4-BE49-F238E27FC236}">
                <a16:creationId xmlns:a16="http://schemas.microsoft.com/office/drawing/2014/main" id="{3FF126B1-9D99-43C8-DD95-EE976ECEA5A1}"/>
              </a:ext>
            </a:extLst>
          </p:cNvPr>
          <p:cNvSpPr txBox="1">
            <a:spLocks noChangeArrowheads="1"/>
          </p:cNvSpPr>
          <p:nvPr/>
        </p:nvSpPr>
        <p:spPr bwMode="auto">
          <a:xfrm>
            <a:off x="381000" y="2667000"/>
            <a:ext cx="5105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7663" indent="-347663">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(a)</a:t>
            </a:r>
            <a:r>
              <a:rPr lang="en-US" altLang="en-US" sz="2000"/>
              <a:t> For PF</a:t>
            </a:r>
            <a:r>
              <a:rPr lang="en-US" altLang="en-US" sz="2000" baseline="-25000"/>
              <a:t>3</a:t>
            </a:r>
            <a:r>
              <a:rPr lang="en-US" altLang="en-US" sz="2000"/>
              <a:t>, there are 26 valence electrons. The Lewis structure is</a:t>
            </a:r>
          </a:p>
        </p:txBody>
      </p:sp>
      <p:graphicFrame>
        <p:nvGraphicFramePr>
          <p:cNvPr id="27669" name="Object 21">
            <a:extLst>
              <a:ext uri="{FF2B5EF4-FFF2-40B4-BE49-F238E27FC236}">
                <a16:creationId xmlns:a16="http://schemas.microsoft.com/office/drawing/2014/main" id="{33C0AE03-5F1E-D055-03C6-F5E0C43C1B96}"/>
              </a:ext>
            </a:extLst>
          </p:cNvPr>
          <p:cNvGraphicFramePr>
            <a:graphicFrameLocks noChangeAspect="1"/>
          </p:cNvGraphicFramePr>
          <p:nvPr/>
        </p:nvGraphicFramePr>
        <p:xfrm>
          <a:off x="5715000" y="2667000"/>
          <a:ext cx="1371600" cy="1281113"/>
        </p:xfrm>
        <a:graphic>
          <a:graphicData uri="http://schemas.openxmlformats.org/presentationml/2006/ole">
            <mc:AlternateContent xmlns:mc="http://schemas.openxmlformats.org/markup-compatibility/2006">
              <mc:Choice xmlns:v="urn:schemas-microsoft-com:vml" Requires="v">
                <p:oleObj r:id="rId3" imgW="939800" imgH="876300" progId="">
                  <p:embed/>
                </p:oleObj>
              </mc:Choice>
              <mc:Fallback>
                <p:oleObj r:id="rId3" imgW="939800" imgH="876300" progId="">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2667000"/>
                        <a:ext cx="1371600" cy="1281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7670" name="Text Box 22">
            <a:extLst>
              <a:ext uri="{FF2B5EF4-FFF2-40B4-BE49-F238E27FC236}">
                <a16:creationId xmlns:a16="http://schemas.microsoft.com/office/drawing/2014/main" id="{5362D205-3DCA-6077-2A5D-27173280907A}"/>
              </a:ext>
            </a:extLst>
          </p:cNvPr>
          <p:cNvSpPr txBox="1">
            <a:spLocks noChangeArrowheads="1"/>
          </p:cNvSpPr>
          <p:nvPr/>
        </p:nvSpPr>
        <p:spPr bwMode="auto">
          <a:xfrm>
            <a:off x="381000" y="4114800"/>
            <a:ext cx="8229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There are four electron groups around P, giving a tetrahedral electron-group arrangement. </a:t>
            </a:r>
            <a:r>
              <a:rPr lang="en-US" altLang="en-US" sz="2000" b="1"/>
              <a:t>The ideal bond angle is therefore 109.5</a:t>
            </a:r>
            <a:r>
              <a:rPr lang="en-US" altLang="en-US" sz="2000" b="1">
                <a:cs typeface="Arial" panose="020B0604020202020204" pitchFamily="34" charset="0"/>
              </a:rPr>
              <a:t>°.</a:t>
            </a:r>
          </a:p>
        </p:txBody>
      </p:sp>
      <p:sp>
        <p:nvSpPr>
          <p:cNvPr id="27671" name="Text Box 23">
            <a:extLst>
              <a:ext uri="{FF2B5EF4-FFF2-40B4-BE49-F238E27FC236}">
                <a16:creationId xmlns:a16="http://schemas.microsoft.com/office/drawing/2014/main" id="{EC83F15B-EC9E-74A2-4B62-D0E76CE9052E}"/>
              </a:ext>
            </a:extLst>
          </p:cNvPr>
          <p:cNvSpPr txBox="1">
            <a:spLocks noChangeArrowheads="1"/>
          </p:cNvSpPr>
          <p:nvPr/>
        </p:nvSpPr>
        <p:spPr bwMode="auto">
          <a:xfrm>
            <a:off x="381000" y="5029200"/>
            <a:ext cx="8229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cs typeface="Arial" panose="020B0604020202020204" pitchFamily="34" charset="0"/>
              </a:rPr>
              <a:t>There is one lone pair and three bonding pairs, so the actual bond angle will be </a:t>
            </a:r>
            <a:r>
              <a:rPr lang="en-US" altLang="en-US" sz="2000" b="1">
                <a:cs typeface="Arial" panose="020B0604020202020204" pitchFamily="34" charset="0"/>
              </a:rPr>
              <a:t>less than 109.5°.</a:t>
            </a:r>
            <a:endParaRPr lang="en-US" altLang="en-US" sz="200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62"/>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1000"/>
                                  </p:stCondLst>
                                  <p:childTnLst>
                                    <p:set>
                                      <p:cBhvr>
                                        <p:cTn id="9" dur="1" fill="hold">
                                          <p:stCondLst>
                                            <p:cond delay="0"/>
                                          </p:stCondLst>
                                        </p:cTn>
                                        <p:tgtEl>
                                          <p:spTgt spid="27663"/>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nodeType="afterEffect">
                                  <p:stCondLst>
                                    <p:cond delay="1000"/>
                                  </p:stCondLst>
                                  <p:childTnLst>
                                    <p:set>
                                      <p:cBhvr>
                                        <p:cTn id="12" dur="1" fill="hold">
                                          <p:stCondLst>
                                            <p:cond delay="0"/>
                                          </p:stCondLst>
                                        </p:cTn>
                                        <p:tgtEl>
                                          <p:spTgt spid="27669"/>
                                        </p:tgtEl>
                                        <p:attrNameLst>
                                          <p:attrName>style.visibility</p:attrName>
                                        </p:attrNameLst>
                                      </p:cBhvr>
                                      <p:to>
                                        <p:strVal val="visible"/>
                                      </p:to>
                                    </p:set>
                                  </p:childTnLst>
                                </p:cTn>
                              </p:par>
                            </p:childTnLst>
                          </p:cTn>
                        </p:par>
                        <p:par>
                          <p:cTn id="13" fill="hold" nodeType="afterGroup">
                            <p:stCondLst>
                              <p:cond delay="2000"/>
                            </p:stCondLst>
                            <p:childTnLst>
                              <p:par>
                                <p:cTn id="14" presetID="1" presetClass="entr" presetSubtype="0" fill="hold" grpId="0" nodeType="afterEffect">
                                  <p:stCondLst>
                                    <p:cond delay="1000"/>
                                  </p:stCondLst>
                                  <p:childTnLst>
                                    <p:set>
                                      <p:cBhvr>
                                        <p:cTn id="15" dur="1" fill="hold">
                                          <p:stCondLst>
                                            <p:cond delay="0"/>
                                          </p:stCondLst>
                                        </p:cTn>
                                        <p:tgtEl>
                                          <p:spTgt spid="27670"/>
                                        </p:tgtEl>
                                        <p:attrNameLst>
                                          <p:attrName>style.visibility</p:attrName>
                                        </p:attrNameLst>
                                      </p:cBhvr>
                                      <p:to>
                                        <p:strVal val="visible"/>
                                      </p:to>
                                    </p:set>
                                  </p:childTnLst>
                                </p:cTn>
                              </p:par>
                            </p:childTnLst>
                          </p:cTn>
                        </p:par>
                        <p:par>
                          <p:cTn id="16" fill="hold" nodeType="afterGroup">
                            <p:stCondLst>
                              <p:cond delay="3000"/>
                            </p:stCondLst>
                            <p:childTnLst>
                              <p:par>
                                <p:cTn id="17" presetID="1" presetClass="entr" presetSubtype="0" fill="hold" grpId="0" nodeType="afterEffect">
                                  <p:stCondLst>
                                    <p:cond delay="1000"/>
                                  </p:stCondLst>
                                  <p:childTnLst>
                                    <p:set>
                                      <p:cBhvr>
                                        <p:cTn id="18" dur="1" fill="hold">
                                          <p:stCondLst>
                                            <p:cond delay="0"/>
                                          </p:stCondLst>
                                        </p:cTn>
                                        <p:tgtEl>
                                          <p:spTgt spid="276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62" grpId="0"/>
      <p:bldP spid="27663" grpId="0"/>
      <p:bldP spid="27670" grpId="0"/>
      <p:bldP spid="27671"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Text Box 2">
            <a:extLst>
              <a:ext uri="{FF2B5EF4-FFF2-40B4-BE49-F238E27FC236}">
                <a16:creationId xmlns:a16="http://schemas.microsoft.com/office/drawing/2014/main" id="{C0F22E47-57D9-7476-670F-BF0ED5A23DDE}"/>
              </a:ext>
            </a:extLst>
          </p:cNvPr>
          <p:cNvSpPr txBox="1">
            <a:spLocks noChangeArrowheads="1"/>
          </p:cNvSpPr>
          <p:nvPr/>
        </p:nvSpPr>
        <p:spPr bwMode="auto">
          <a:xfrm>
            <a:off x="457200" y="533400"/>
            <a:ext cx="28956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Sample Problem 10.6</a:t>
            </a:r>
          </a:p>
        </p:txBody>
      </p:sp>
      <p:sp>
        <p:nvSpPr>
          <p:cNvPr id="300035" name="Text Box 11">
            <a:extLst>
              <a:ext uri="{FF2B5EF4-FFF2-40B4-BE49-F238E27FC236}">
                <a16:creationId xmlns:a16="http://schemas.microsoft.com/office/drawing/2014/main" id="{FA153E82-F328-A6FD-92A6-D0B944B48D1E}"/>
              </a:ext>
            </a:extLst>
          </p:cNvPr>
          <p:cNvSpPr txBox="1">
            <a:spLocks noChangeArrowheads="1"/>
          </p:cNvSpPr>
          <p:nvPr/>
        </p:nvSpPr>
        <p:spPr bwMode="auto">
          <a:xfrm>
            <a:off x="381000" y="1295400"/>
            <a:ext cx="822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The molecular shape for PF</a:t>
            </a:r>
            <a:r>
              <a:rPr lang="en-US" altLang="en-US" sz="2000" baseline="-25000"/>
              <a:t>3</a:t>
            </a:r>
            <a:r>
              <a:rPr lang="en-US" altLang="en-US" sz="2000"/>
              <a:t> is </a:t>
            </a:r>
            <a:r>
              <a:rPr lang="en-US" altLang="en-US" sz="2000" b="1"/>
              <a:t>trigonal pyramidal</a:t>
            </a:r>
            <a:r>
              <a:rPr lang="en-US" altLang="en-US" sz="2000"/>
              <a:t> (</a:t>
            </a:r>
            <a:r>
              <a:rPr lang="en-US" altLang="en-US" sz="2000" b="1"/>
              <a:t>AX</a:t>
            </a:r>
            <a:r>
              <a:rPr lang="en-US" altLang="en-US" sz="2000" b="1" baseline="-25000"/>
              <a:t>3</a:t>
            </a:r>
            <a:r>
              <a:rPr lang="en-US" altLang="en-US" sz="2000" b="1"/>
              <a:t>E</a:t>
            </a:r>
            <a:r>
              <a:rPr lang="en-US" altLang="en-US" sz="2000"/>
              <a:t>).</a:t>
            </a:r>
            <a:endParaRPr lang="en-US" altLang="en-US" sz="2000" b="1">
              <a:cs typeface="Arial" panose="020B0604020202020204" pitchFamily="34" charset="0"/>
            </a:endParaRPr>
          </a:p>
        </p:txBody>
      </p:sp>
      <p:graphicFrame>
        <p:nvGraphicFramePr>
          <p:cNvPr id="300036" name="Object 20">
            <a:extLst>
              <a:ext uri="{FF2B5EF4-FFF2-40B4-BE49-F238E27FC236}">
                <a16:creationId xmlns:a16="http://schemas.microsoft.com/office/drawing/2014/main" id="{BD10CD3D-E9CC-75C3-B0E5-4E702A722EE9}"/>
              </a:ext>
            </a:extLst>
          </p:cNvPr>
          <p:cNvGraphicFramePr>
            <a:graphicFrameLocks noChangeAspect="1"/>
          </p:cNvGraphicFramePr>
          <p:nvPr/>
        </p:nvGraphicFramePr>
        <p:xfrm>
          <a:off x="304800" y="1828800"/>
          <a:ext cx="8229600" cy="1951038"/>
        </p:xfrm>
        <a:graphic>
          <a:graphicData uri="http://schemas.openxmlformats.org/presentationml/2006/ole">
            <mc:AlternateContent xmlns:mc="http://schemas.openxmlformats.org/markup-compatibility/2006">
              <mc:Choice xmlns:v="urn:schemas-microsoft-com:vml" Requires="v">
                <p:oleObj r:id="rId3" imgW="6210300" imgH="1473200" progId="">
                  <p:embed/>
                </p:oleObj>
              </mc:Choice>
              <mc:Fallback>
                <p:oleObj r:id="rId3" imgW="6210300" imgH="1473200" progId="">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828800"/>
                        <a:ext cx="8229600" cy="1951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Text Box 11">
            <a:extLst>
              <a:ext uri="{FF2B5EF4-FFF2-40B4-BE49-F238E27FC236}">
                <a16:creationId xmlns:a16="http://schemas.microsoft.com/office/drawing/2014/main" id="{FC98C59A-5217-334B-BF92-3A8A46CF9634}"/>
              </a:ext>
            </a:extLst>
          </p:cNvPr>
          <p:cNvSpPr txBox="1">
            <a:spLocks noChangeArrowheads="1"/>
          </p:cNvSpPr>
          <p:nvPr/>
        </p:nvSpPr>
        <p:spPr bwMode="auto">
          <a:xfrm>
            <a:off x="457200" y="1219200"/>
            <a:ext cx="5105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7663" indent="-347663">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(b)</a:t>
            </a:r>
            <a:r>
              <a:rPr lang="en-US" altLang="en-US" sz="2000"/>
              <a:t> For COCl</a:t>
            </a:r>
            <a:r>
              <a:rPr lang="en-US" altLang="en-US" sz="2000" baseline="-25000"/>
              <a:t>2</a:t>
            </a:r>
            <a:r>
              <a:rPr lang="en-US" altLang="en-US" sz="2000"/>
              <a:t> there are 24 valence e</a:t>
            </a:r>
            <a:r>
              <a:rPr lang="en-US" altLang="en-US" sz="2000" baseline="30000"/>
              <a:t>-</a:t>
            </a:r>
            <a:r>
              <a:rPr lang="en-US" altLang="en-US" sz="2000"/>
              <a:t>. The Lewis structure is</a:t>
            </a:r>
          </a:p>
        </p:txBody>
      </p:sp>
      <p:graphicFrame>
        <p:nvGraphicFramePr>
          <p:cNvPr id="302083" name="Object 5">
            <a:extLst>
              <a:ext uri="{FF2B5EF4-FFF2-40B4-BE49-F238E27FC236}">
                <a16:creationId xmlns:a16="http://schemas.microsoft.com/office/drawing/2014/main" id="{457D21C3-09D4-70A3-D501-CBA33BFF4134}"/>
              </a:ext>
            </a:extLst>
          </p:cNvPr>
          <p:cNvGraphicFramePr>
            <a:graphicFrameLocks noChangeAspect="1"/>
          </p:cNvGraphicFramePr>
          <p:nvPr/>
        </p:nvGraphicFramePr>
        <p:xfrm>
          <a:off x="5943600" y="1219200"/>
          <a:ext cx="1524000" cy="1243013"/>
        </p:xfrm>
        <a:graphic>
          <a:graphicData uri="http://schemas.openxmlformats.org/presentationml/2006/ole">
            <mc:AlternateContent xmlns:mc="http://schemas.openxmlformats.org/markup-compatibility/2006">
              <mc:Choice xmlns:v="urn:schemas-microsoft-com:vml" Requires="v">
                <p:oleObj r:id="rId2" imgW="1079500" imgH="889000" progId="">
                  <p:embed/>
                </p:oleObj>
              </mc:Choice>
              <mc:Fallback>
                <p:oleObj r:id="rId2" imgW="1079500" imgH="889000" progId="">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1219200"/>
                        <a:ext cx="1524000" cy="1243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02084" name="Text Box 2">
            <a:extLst>
              <a:ext uri="{FF2B5EF4-FFF2-40B4-BE49-F238E27FC236}">
                <a16:creationId xmlns:a16="http://schemas.microsoft.com/office/drawing/2014/main" id="{0AEA6405-EC9B-4F08-A442-55F645C671BA}"/>
              </a:ext>
            </a:extLst>
          </p:cNvPr>
          <p:cNvSpPr txBox="1">
            <a:spLocks noChangeArrowheads="1"/>
          </p:cNvSpPr>
          <p:nvPr/>
        </p:nvSpPr>
        <p:spPr bwMode="auto">
          <a:xfrm>
            <a:off x="457200" y="533400"/>
            <a:ext cx="28956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Sample Problem 10.6</a:t>
            </a:r>
          </a:p>
        </p:txBody>
      </p:sp>
      <p:sp>
        <p:nvSpPr>
          <p:cNvPr id="120839" name="Text Box 7">
            <a:extLst>
              <a:ext uri="{FF2B5EF4-FFF2-40B4-BE49-F238E27FC236}">
                <a16:creationId xmlns:a16="http://schemas.microsoft.com/office/drawing/2014/main" id="{B95CB7C6-594B-4D46-60FD-4F66177FB10D}"/>
              </a:ext>
            </a:extLst>
          </p:cNvPr>
          <p:cNvSpPr txBox="1">
            <a:spLocks noChangeArrowheads="1"/>
          </p:cNvSpPr>
          <p:nvPr/>
        </p:nvSpPr>
        <p:spPr bwMode="auto">
          <a:xfrm>
            <a:off x="381000" y="2895600"/>
            <a:ext cx="82296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There are three electron groups around C, giving a trigonal planar electron-group arrangement. </a:t>
            </a:r>
            <a:r>
              <a:rPr lang="en-US" altLang="en-US" sz="2000" b="1"/>
              <a:t>The ideal bond angle is 120</a:t>
            </a:r>
            <a:r>
              <a:rPr lang="en-US" altLang="en-US" sz="2000" b="1">
                <a:cs typeface="Arial" panose="020B0604020202020204" pitchFamily="34" charset="0"/>
              </a:rPr>
              <a:t>°</a:t>
            </a:r>
            <a:r>
              <a:rPr lang="en-US" altLang="en-US" sz="2000">
                <a:cs typeface="Arial" panose="020B0604020202020204" pitchFamily="34" charset="0"/>
              </a:rPr>
              <a:t>, but the double bond will compress the Cl-C-Cl angle to </a:t>
            </a:r>
            <a:r>
              <a:rPr lang="en-US" altLang="en-US" sz="2000" b="1">
                <a:cs typeface="Arial" panose="020B0604020202020204" pitchFamily="34" charset="0"/>
              </a:rPr>
              <a:t>less than 120°.</a:t>
            </a:r>
          </a:p>
        </p:txBody>
      </p:sp>
      <p:graphicFrame>
        <p:nvGraphicFramePr>
          <p:cNvPr id="120844" name="Object 12">
            <a:extLst>
              <a:ext uri="{FF2B5EF4-FFF2-40B4-BE49-F238E27FC236}">
                <a16:creationId xmlns:a16="http://schemas.microsoft.com/office/drawing/2014/main" id="{98885621-A85E-3017-AF28-C69F56BB1D4D}"/>
              </a:ext>
            </a:extLst>
          </p:cNvPr>
          <p:cNvGraphicFramePr>
            <a:graphicFrameLocks noChangeAspect="1"/>
          </p:cNvGraphicFramePr>
          <p:nvPr/>
        </p:nvGraphicFramePr>
        <p:xfrm>
          <a:off x="228600" y="3962400"/>
          <a:ext cx="8610600" cy="1774825"/>
        </p:xfrm>
        <a:graphic>
          <a:graphicData uri="http://schemas.openxmlformats.org/presentationml/2006/ole">
            <mc:AlternateContent xmlns:mc="http://schemas.openxmlformats.org/markup-compatibility/2006">
              <mc:Choice xmlns:v="urn:schemas-microsoft-com:vml" Requires="v">
                <p:oleObj r:id="rId4" imgW="6527800" imgH="1346200" progId="">
                  <p:embed/>
                </p:oleObj>
              </mc:Choice>
              <mc:Fallback>
                <p:oleObj r:id="rId4" imgW="6527800" imgH="1346200" progId="">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3962400"/>
                        <a:ext cx="8610600" cy="177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120839"/>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1208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9"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Text Box 2">
            <a:extLst>
              <a:ext uri="{FF2B5EF4-FFF2-40B4-BE49-F238E27FC236}">
                <a16:creationId xmlns:a16="http://schemas.microsoft.com/office/drawing/2014/main" id="{9F62EF91-E764-1CD7-8804-754966518ED7}"/>
              </a:ext>
            </a:extLst>
          </p:cNvPr>
          <p:cNvSpPr txBox="1">
            <a:spLocks noChangeArrowheads="1"/>
          </p:cNvSpPr>
          <p:nvPr/>
        </p:nvSpPr>
        <p:spPr bwMode="auto">
          <a:xfrm>
            <a:off x="609600" y="533400"/>
            <a:ext cx="28956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Sample Problem 10.7</a:t>
            </a:r>
          </a:p>
        </p:txBody>
      </p:sp>
      <p:sp>
        <p:nvSpPr>
          <p:cNvPr id="303107" name="Text Box 3">
            <a:extLst>
              <a:ext uri="{FF2B5EF4-FFF2-40B4-BE49-F238E27FC236}">
                <a16:creationId xmlns:a16="http://schemas.microsoft.com/office/drawing/2014/main" id="{A0F7BABC-FCBB-CAB4-DF52-0836C186B593}"/>
              </a:ext>
            </a:extLst>
          </p:cNvPr>
          <p:cNvSpPr txBox="1">
            <a:spLocks noChangeArrowheads="1"/>
          </p:cNvSpPr>
          <p:nvPr/>
        </p:nvSpPr>
        <p:spPr bwMode="auto">
          <a:xfrm>
            <a:off x="3657600" y="533400"/>
            <a:ext cx="4724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Examining Shapes with Five or Six Electron Groups</a:t>
            </a:r>
          </a:p>
        </p:txBody>
      </p:sp>
      <p:grpSp>
        <p:nvGrpSpPr>
          <p:cNvPr id="303108" name="Group 19">
            <a:extLst>
              <a:ext uri="{FF2B5EF4-FFF2-40B4-BE49-F238E27FC236}">
                <a16:creationId xmlns:a16="http://schemas.microsoft.com/office/drawing/2014/main" id="{61CF2EDF-1B8C-B3D5-E78B-AC0430962D8A}"/>
              </a:ext>
            </a:extLst>
          </p:cNvPr>
          <p:cNvGrpSpPr>
            <a:grpSpLocks/>
          </p:cNvGrpSpPr>
          <p:nvPr/>
        </p:nvGrpSpPr>
        <p:grpSpPr bwMode="auto">
          <a:xfrm>
            <a:off x="304800" y="1295400"/>
            <a:ext cx="8305800" cy="701675"/>
            <a:chOff x="336" y="816"/>
            <a:chExt cx="5232" cy="442"/>
          </a:xfrm>
        </p:grpSpPr>
        <p:sp>
          <p:nvSpPr>
            <p:cNvPr id="303117" name="Text Box 7">
              <a:extLst>
                <a:ext uri="{FF2B5EF4-FFF2-40B4-BE49-F238E27FC236}">
                  <a16:creationId xmlns:a16="http://schemas.microsoft.com/office/drawing/2014/main" id="{85FA5D7F-9A69-C0E1-BEEF-6C54F3A99F4D}"/>
                </a:ext>
              </a:extLst>
            </p:cNvPr>
            <p:cNvSpPr txBox="1">
              <a:spLocks noChangeArrowheads="1"/>
            </p:cNvSpPr>
            <p:nvPr/>
          </p:nvSpPr>
          <p:spPr bwMode="auto">
            <a:xfrm>
              <a:off x="336" y="816"/>
              <a:ext cx="10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PROBLEM:</a:t>
              </a:r>
            </a:p>
          </p:txBody>
        </p:sp>
        <p:sp>
          <p:nvSpPr>
            <p:cNvPr id="303118" name="Text Box 8">
              <a:extLst>
                <a:ext uri="{FF2B5EF4-FFF2-40B4-BE49-F238E27FC236}">
                  <a16:creationId xmlns:a16="http://schemas.microsoft.com/office/drawing/2014/main" id="{6BBE068F-6826-3348-FA9B-7123CA84FCB1}"/>
                </a:ext>
              </a:extLst>
            </p:cNvPr>
            <p:cNvSpPr txBox="1">
              <a:spLocks noChangeArrowheads="1"/>
            </p:cNvSpPr>
            <p:nvPr/>
          </p:nvSpPr>
          <p:spPr bwMode="auto">
            <a:xfrm>
              <a:off x="1296" y="816"/>
              <a:ext cx="427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Draw the molecular shapes and predict the bond angles (relative to the ideal bond angles) of </a:t>
              </a:r>
              <a:r>
                <a:rPr lang="en-US" altLang="en-US" sz="2000" b="1"/>
                <a:t>(a)</a:t>
              </a:r>
              <a:r>
                <a:rPr lang="en-US" altLang="en-US" sz="2000"/>
                <a:t> SbF</a:t>
              </a:r>
              <a:r>
                <a:rPr lang="en-US" altLang="en-US" sz="2000" baseline="-25000"/>
                <a:t>5</a:t>
              </a:r>
              <a:r>
                <a:rPr lang="en-US" altLang="en-US" sz="2000"/>
                <a:t> and </a:t>
              </a:r>
              <a:r>
                <a:rPr lang="en-US" altLang="en-US" sz="2000" b="1"/>
                <a:t>(b)</a:t>
              </a:r>
              <a:r>
                <a:rPr lang="en-US" altLang="en-US" sz="2000"/>
                <a:t> BrF</a:t>
              </a:r>
              <a:r>
                <a:rPr lang="en-US" altLang="en-US" sz="2000" baseline="-25000"/>
                <a:t>5</a:t>
              </a:r>
              <a:r>
                <a:rPr lang="en-US" altLang="en-US" sz="2000"/>
                <a:t>.</a:t>
              </a:r>
            </a:p>
          </p:txBody>
        </p:sp>
      </p:grpSp>
      <p:sp>
        <p:nvSpPr>
          <p:cNvPr id="29708" name="Text Box 5">
            <a:extLst>
              <a:ext uri="{FF2B5EF4-FFF2-40B4-BE49-F238E27FC236}">
                <a16:creationId xmlns:a16="http://schemas.microsoft.com/office/drawing/2014/main" id="{1DDC5BF3-5528-0067-3F71-C4DD04924092}"/>
              </a:ext>
            </a:extLst>
          </p:cNvPr>
          <p:cNvSpPr txBox="1">
            <a:spLocks noChangeArrowheads="1"/>
          </p:cNvSpPr>
          <p:nvPr/>
        </p:nvSpPr>
        <p:spPr bwMode="auto">
          <a:xfrm>
            <a:off x="304800" y="2133600"/>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SOLUTION:</a:t>
            </a:r>
          </a:p>
        </p:txBody>
      </p:sp>
      <p:sp>
        <p:nvSpPr>
          <p:cNvPr id="29709" name="Text Box 11">
            <a:extLst>
              <a:ext uri="{FF2B5EF4-FFF2-40B4-BE49-F238E27FC236}">
                <a16:creationId xmlns:a16="http://schemas.microsoft.com/office/drawing/2014/main" id="{AD0709A4-C49D-AC08-03AC-54997ADE25DE}"/>
              </a:ext>
            </a:extLst>
          </p:cNvPr>
          <p:cNvSpPr txBox="1">
            <a:spLocks noChangeArrowheads="1"/>
          </p:cNvSpPr>
          <p:nvPr/>
        </p:nvSpPr>
        <p:spPr bwMode="auto">
          <a:xfrm>
            <a:off x="304800" y="2590800"/>
            <a:ext cx="3505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63550" indent="-463550">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(a)</a:t>
            </a:r>
            <a:r>
              <a:rPr lang="en-US" altLang="en-US" sz="2000"/>
              <a:t>  SbF</a:t>
            </a:r>
            <a:r>
              <a:rPr lang="en-US" altLang="en-US" sz="2000" baseline="-25000"/>
              <a:t>5</a:t>
            </a:r>
            <a:r>
              <a:rPr lang="en-US" altLang="en-US" sz="2000"/>
              <a:t> has 40 valence e</a:t>
            </a:r>
            <a:r>
              <a:rPr lang="en-US" altLang="en-US" sz="2000" baseline="30000"/>
              <a:t>-</a:t>
            </a:r>
            <a:r>
              <a:rPr lang="en-US" altLang="en-US" sz="2000"/>
              <a:t>. The Lewis structure is</a:t>
            </a:r>
            <a:endParaRPr lang="en-US" altLang="en-US" sz="2000" b="1"/>
          </a:p>
        </p:txBody>
      </p:sp>
      <p:graphicFrame>
        <p:nvGraphicFramePr>
          <p:cNvPr id="29716" name="Object 20">
            <a:extLst>
              <a:ext uri="{FF2B5EF4-FFF2-40B4-BE49-F238E27FC236}">
                <a16:creationId xmlns:a16="http://schemas.microsoft.com/office/drawing/2014/main" id="{DCF103F8-539B-C067-DAA7-81ECEE76B85C}"/>
              </a:ext>
            </a:extLst>
          </p:cNvPr>
          <p:cNvGraphicFramePr>
            <a:graphicFrameLocks noChangeAspect="1"/>
          </p:cNvGraphicFramePr>
          <p:nvPr/>
        </p:nvGraphicFramePr>
        <p:xfrm>
          <a:off x="4038600" y="2286000"/>
          <a:ext cx="1295400" cy="1222375"/>
        </p:xfrm>
        <a:graphic>
          <a:graphicData uri="http://schemas.openxmlformats.org/presentationml/2006/ole">
            <mc:AlternateContent xmlns:mc="http://schemas.openxmlformats.org/markup-compatibility/2006">
              <mc:Choice xmlns:v="urn:schemas-microsoft-com:vml" Requires="v">
                <p:oleObj r:id="rId3" imgW="1016000" imgH="965200" progId="">
                  <p:embed/>
                </p:oleObj>
              </mc:Choice>
              <mc:Fallback>
                <p:oleObj r:id="rId3" imgW="1016000" imgH="965200" progId="">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0" y="2286000"/>
                        <a:ext cx="1295400" cy="1222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9717" name="Text Box 21">
            <a:extLst>
              <a:ext uri="{FF2B5EF4-FFF2-40B4-BE49-F238E27FC236}">
                <a16:creationId xmlns:a16="http://schemas.microsoft.com/office/drawing/2014/main" id="{2576CEF3-B8E4-0860-9864-77012D14EE65}"/>
              </a:ext>
            </a:extLst>
          </p:cNvPr>
          <p:cNvSpPr txBox="1">
            <a:spLocks noChangeArrowheads="1"/>
          </p:cNvSpPr>
          <p:nvPr/>
        </p:nvSpPr>
        <p:spPr bwMode="auto">
          <a:xfrm>
            <a:off x="304800" y="3657600"/>
            <a:ext cx="83820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There are five electron groups around Sb, giving a trigonal bipyramidal electron-group arrangement. </a:t>
            </a:r>
            <a:r>
              <a:rPr lang="en-US" altLang="en-US" sz="2000" b="1"/>
              <a:t>The ideal bond angles are 120</a:t>
            </a:r>
            <a:r>
              <a:rPr lang="en-US" altLang="en-US" sz="2000" b="1">
                <a:cs typeface="Arial" panose="020B0604020202020204" pitchFamily="34" charset="0"/>
              </a:rPr>
              <a:t>° between equatorial groups and 90° between axial groups.</a:t>
            </a:r>
          </a:p>
        </p:txBody>
      </p:sp>
      <p:graphicFrame>
        <p:nvGraphicFramePr>
          <p:cNvPr id="29723" name="Object 27">
            <a:extLst>
              <a:ext uri="{FF2B5EF4-FFF2-40B4-BE49-F238E27FC236}">
                <a16:creationId xmlns:a16="http://schemas.microsoft.com/office/drawing/2014/main" id="{DC28703D-BB54-76FE-CB1D-F5A0B188A258}"/>
              </a:ext>
            </a:extLst>
          </p:cNvPr>
          <p:cNvGraphicFramePr>
            <a:graphicFrameLocks noChangeAspect="1"/>
          </p:cNvGraphicFramePr>
          <p:nvPr/>
        </p:nvGraphicFramePr>
        <p:xfrm>
          <a:off x="1676400" y="4724400"/>
          <a:ext cx="1676400" cy="1804988"/>
        </p:xfrm>
        <a:graphic>
          <a:graphicData uri="http://schemas.openxmlformats.org/presentationml/2006/ole">
            <mc:AlternateContent xmlns:mc="http://schemas.openxmlformats.org/markup-compatibility/2006">
              <mc:Choice xmlns:v="urn:schemas-microsoft-com:vml" Requires="v">
                <p:oleObj name="CS ChemDraw Drawing" r:id="rId5" imgW="1016000" imgH="1092200" progId="ChemDraw.Document.6.0">
                  <p:embed/>
                </p:oleObj>
              </mc:Choice>
              <mc:Fallback>
                <p:oleObj name="CS ChemDraw Drawing" r:id="rId5" imgW="1016000" imgH="1092200" progId="ChemDraw.Document.6.0">
                  <p:embed/>
                  <p:pic>
                    <p:nvPicPr>
                      <p:cNvPr id="0"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4724400"/>
                        <a:ext cx="1676400" cy="180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3" name="Group 13">
            <a:extLst>
              <a:ext uri="{FF2B5EF4-FFF2-40B4-BE49-F238E27FC236}">
                <a16:creationId xmlns:a16="http://schemas.microsoft.com/office/drawing/2014/main" id="{F7D63919-4352-5FE6-A21A-2C2EA1CAE94D}"/>
              </a:ext>
            </a:extLst>
          </p:cNvPr>
          <p:cNvGrpSpPr>
            <a:grpSpLocks/>
          </p:cNvGrpSpPr>
          <p:nvPr/>
        </p:nvGrpSpPr>
        <p:grpSpPr bwMode="auto">
          <a:xfrm>
            <a:off x="3505200" y="4800600"/>
            <a:ext cx="4364038" cy="1724025"/>
            <a:chOff x="3505200" y="4800600"/>
            <a:chExt cx="4364038" cy="1724025"/>
          </a:xfrm>
        </p:grpSpPr>
        <p:pic>
          <p:nvPicPr>
            <p:cNvPr id="303115" name="Picture 24">
              <a:extLst>
                <a:ext uri="{FF2B5EF4-FFF2-40B4-BE49-F238E27FC236}">
                  <a16:creationId xmlns:a16="http://schemas.microsoft.com/office/drawing/2014/main" id="{87AF4503-199C-F25A-328C-E638A66A10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76800" y="4800600"/>
              <a:ext cx="1203177"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3116" name="Rectangle 9">
              <a:extLst>
                <a:ext uri="{FF2B5EF4-FFF2-40B4-BE49-F238E27FC236}">
                  <a16:creationId xmlns:a16="http://schemas.microsoft.com/office/drawing/2014/main" id="{E89DEC10-2E9D-BC06-9537-03B0AAA0DB61}"/>
                </a:ext>
              </a:extLst>
            </p:cNvPr>
            <p:cNvSpPr>
              <a:spLocks noChangeArrowheads="1"/>
            </p:cNvSpPr>
            <p:nvPr/>
          </p:nvSpPr>
          <p:spPr bwMode="auto">
            <a:xfrm>
              <a:off x="3505200" y="6400800"/>
              <a:ext cx="4364038"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800"/>
                <a:t> Copyright © The McGraw-Hill Companies, Inc. Permission required for reproduction or display.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708"/>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1000"/>
                                  </p:stCondLst>
                                  <p:childTnLst>
                                    <p:set>
                                      <p:cBhvr>
                                        <p:cTn id="9" dur="1" fill="hold">
                                          <p:stCondLst>
                                            <p:cond delay="0"/>
                                          </p:stCondLst>
                                        </p:cTn>
                                        <p:tgtEl>
                                          <p:spTgt spid="29709"/>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nodeType="afterEffect">
                                  <p:stCondLst>
                                    <p:cond delay="1000"/>
                                  </p:stCondLst>
                                  <p:childTnLst>
                                    <p:set>
                                      <p:cBhvr>
                                        <p:cTn id="12" dur="1" fill="hold">
                                          <p:stCondLst>
                                            <p:cond delay="0"/>
                                          </p:stCondLst>
                                        </p:cTn>
                                        <p:tgtEl>
                                          <p:spTgt spid="29716"/>
                                        </p:tgtEl>
                                        <p:attrNameLst>
                                          <p:attrName>style.visibility</p:attrName>
                                        </p:attrNameLst>
                                      </p:cBhvr>
                                      <p:to>
                                        <p:strVal val="visible"/>
                                      </p:to>
                                    </p:set>
                                  </p:childTnLst>
                                </p:cTn>
                              </p:par>
                            </p:childTnLst>
                          </p:cTn>
                        </p:par>
                        <p:par>
                          <p:cTn id="13" fill="hold" nodeType="afterGroup">
                            <p:stCondLst>
                              <p:cond delay="2000"/>
                            </p:stCondLst>
                            <p:childTnLst>
                              <p:par>
                                <p:cTn id="14" presetID="1" presetClass="entr" presetSubtype="0" fill="hold" grpId="0" nodeType="afterEffect">
                                  <p:stCondLst>
                                    <p:cond delay="1000"/>
                                  </p:stCondLst>
                                  <p:childTnLst>
                                    <p:set>
                                      <p:cBhvr>
                                        <p:cTn id="15" dur="1" fill="hold">
                                          <p:stCondLst>
                                            <p:cond delay="0"/>
                                          </p:stCondLst>
                                        </p:cTn>
                                        <p:tgtEl>
                                          <p:spTgt spid="29717"/>
                                        </p:tgtEl>
                                        <p:attrNameLst>
                                          <p:attrName>style.visibility</p:attrName>
                                        </p:attrNameLst>
                                      </p:cBhvr>
                                      <p:to>
                                        <p:strVal val="visible"/>
                                      </p:to>
                                    </p:set>
                                  </p:childTnLst>
                                </p:cTn>
                              </p:par>
                            </p:childTnLst>
                          </p:cTn>
                        </p:par>
                        <p:par>
                          <p:cTn id="16" fill="hold" nodeType="afterGroup">
                            <p:stCondLst>
                              <p:cond delay="3000"/>
                            </p:stCondLst>
                            <p:childTnLst>
                              <p:par>
                                <p:cTn id="17" presetID="1" presetClass="entr" presetSubtype="0" fill="hold" nodeType="afterEffect">
                                  <p:stCondLst>
                                    <p:cond delay="1000"/>
                                  </p:stCondLst>
                                  <p:childTnLst>
                                    <p:set>
                                      <p:cBhvr>
                                        <p:cTn id="18" dur="1" fill="hold">
                                          <p:stCondLst>
                                            <p:cond delay="0"/>
                                          </p:stCondLst>
                                        </p:cTn>
                                        <p:tgtEl>
                                          <p:spTgt spid="29723"/>
                                        </p:tgtEl>
                                        <p:attrNameLst>
                                          <p:attrName>style.visibility</p:attrName>
                                        </p:attrNameLst>
                                      </p:cBhvr>
                                      <p:to>
                                        <p:strVal val="visible"/>
                                      </p:to>
                                    </p:set>
                                  </p:childTnLst>
                                </p:cTn>
                              </p:par>
                            </p:childTnLst>
                          </p:cTn>
                        </p:par>
                        <p:par>
                          <p:cTn id="19" fill="hold" nodeType="afterGroup">
                            <p:stCondLst>
                              <p:cond delay="4000"/>
                            </p:stCondLst>
                            <p:childTnLst>
                              <p:par>
                                <p:cTn id="20" presetID="1" presetClass="entr" presetSubtype="0" fill="hold" nodeType="afterEffect">
                                  <p:stCondLst>
                                    <p:cond delay="100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8" grpId="0"/>
      <p:bldP spid="29709" grpId="0"/>
      <p:bldP spid="29717"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Text Box 2">
            <a:extLst>
              <a:ext uri="{FF2B5EF4-FFF2-40B4-BE49-F238E27FC236}">
                <a16:creationId xmlns:a16="http://schemas.microsoft.com/office/drawing/2014/main" id="{875AB6C5-F08A-6D57-A274-78549A853B17}"/>
              </a:ext>
            </a:extLst>
          </p:cNvPr>
          <p:cNvSpPr txBox="1">
            <a:spLocks noChangeArrowheads="1"/>
          </p:cNvSpPr>
          <p:nvPr/>
        </p:nvSpPr>
        <p:spPr bwMode="auto">
          <a:xfrm>
            <a:off x="609600" y="533400"/>
            <a:ext cx="28956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Sample Problem 10.7</a:t>
            </a:r>
          </a:p>
        </p:txBody>
      </p:sp>
      <p:sp>
        <p:nvSpPr>
          <p:cNvPr id="305155" name="Text Box 15">
            <a:extLst>
              <a:ext uri="{FF2B5EF4-FFF2-40B4-BE49-F238E27FC236}">
                <a16:creationId xmlns:a16="http://schemas.microsoft.com/office/drawing/2014/main" id="{C2DE13F7-EF2F-38B5-C818-E2D79F31DE67}"/>
              </a:ext>
            </a:extLst>
          </p:cNvPr>
          <p:cNvSpPr txBox="1">
            <a:spLocks noChangeArrowheads="1"/>
          </p:cNvSpPr>
          <p:nvPr/>
        </p:nvSpPr>
        <p:spPr bwMode="auto">
          <a:xfrm>
            <a:off x="381000" y="1143000"/>
            <a:ext cx="3276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63550" indent="-463550">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(b)</a:t>
            </a:r>
            <a:r>
              <a:rPr lang="en-US" altLang="en-US" sz="2000"/>
              <a:t>  BrF</a:t>
            </a:r>
            <a:r>
              <a:rPr lang="en-US" altLang="en-US" sz="2000" baseline="-25000"/>
              <a:t>5</a:t>
            </a:r>
            <a:r>
              <a:rPr lang="en-US" altLang="en-US" sz="2000"/>
              <a:t> has 42 valence e</a:t>
            </a:r>
            <a:r>
              <a:rPr lang="en-US" altLang="en-US" sz="2000" baseline="30000"/>
              <a:t>-</a:t>
            </a:r>
            <a:r>
              <a:rPr lang="en-US" altLang="en-US" sz="2000"/>
              <a:t>. The Lewis structure is</a:t>
            </a:r>
            <a:endParaRPr lang="en-US" altLang="en-US" sz="2000" b="1"/>
          </a:p>
        </p:txBody>
      </p:sp>
      <p:graphicFrame>
        <p:nvGraphicFramePr>
          <p:cNvPr id="121872" name="Object 16">
            <a:extLst>
              <a:ext uri="{FF2B5EF4-FFF2-40B4-BE49-F238E27FC236}">
                <a16:creationId xmlns:a16="http://schemas.microsoft.com/office/drawing/2014/main" id="{615448AF-C9C7-D501-375C-02FD0F92A026}"/>
              </a:ext>
            </a:extLst>
          </p:cNvPr>
          <p:cNvGraphicFramePr>
            <a:graphicFrameLocks noChangeAspect="1"/>
          </p:cNvGraphicFramePr>
          <p:nvPr/>
        </p:nvGraphicFramePr>
        <p:xfrm>
          <a:off x="4648200" y="1066800"/>
          <a:ext cx="1447800" cy="1252538"/>
        </p:xfrm>
        <a:graphic>
          <a:graphicData uri="http://schemas.openxmlformats.org/presentationml/2006/ole">
            <mc:AlternateContent xmlns:mc="http://schemas.openxmlformats.org/markup-compatibility/2006">
              <mc:Choice xmlns:v="urn:schemas-microsoft-com:vml" Requires="v">
                <p:oleObj r:id="rId3" imgW="1079500" imgH="939800" progId="">
                  <p:embed/>
                </p:oleObj>
              </mc:Choice>
              <mc:Fallback>
                <p:oleObj r:id="rId3" imgW="1079500" imgH="939800" progId="">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1066800"/>
                        <a:ext cx="1447800" cy="1252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21873" name="Text Box 17">
            <a:extLst>
              <a:ext uri="{FF2B5EF4-FFF2-40B4-BE49-F238E27FC236}">
                <a16:creationId xmlns:a16="http://schemas.microsoft.com/office/drawing/2014/main" id="{B58BC280-BC44-A6DC-F46D-FB9C20F55BED}"/>
              </a:ext>
            </a:extLst>
          </p:cNvPr>
          <p:cNvSpPr txBox="1">
            <a:spLocks noChangeArrowheads="1"/>
          </p:cNvSpPr>
          <p:nvPr/>
        </p:nvSpPr>
        <p:spPr bwMode="auto">
          <a:xfrm>
            <a:off x="381000" y="2667000"/>
            <a:ext cx="82296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There are six electron groups around Br, giving an octahedral electron-group arrangement. </a:t>
            </a:r>
            <a:r>
              <a:rPr lang="en-US" altLang="en-US" sz="2000" b="1"/>
              <a:t>The ideal bond angles are 90</a:t>
            </a:r>
            <a:r>
              <a:rPr lang="en-US" altLang="en-US" sz="2000" b="1">
                <a:cs typeface="Arial" panose="020B0604020202020204" pitchFamily="34" charset="0"/>
              </a:rPr>
              <a:t>°</a:t>
            </a:r>
            <a:r>
              <a:rPr lang="en-US" altLang="en-US" sz="2000">
                <a:cs typeface="Arial" panose="020B0604020202020204" pitchFamily="34" charset="0"/>
              </a:rPr>
              <a:t>. There is one lone pair, so the bond angles will be </a:t>
            </a:r>
            <a:r>
              <a:rPr lang="en-US" altLang="en-US" sz="2000" b="1">
                <a:cs typeface="Arial" panose="020B0604020202020204" pitchFamily="34" charset="0"/>
              </a:rPr>
              <a:t>less than 90°</a:t>
            </a:r>
            <a:r>
              <a:rPr lang="en-US" altLang="en-US" sz="2000">
                <a:cs typeface="Arial" panose="020B0604020202020204" pitchFamily="34" charset="0"/>
              </a:rPr>
              <a:t> and the molecular shape is </a:t>
            </a:r>
            <a:r>
              <a:rPr lang="en-US" altLang="en-US" sz="2000" b="1">
                <a:cs typeface="Arial" panose="020B0604020202020204" pitchFamily="34" charset="0"/>
              </a:rPr>
              <a:t>square pyramidal</a:t>
            </a:r>
            <a:r>
              <a:rPr lang="en-US" altLang="en-US" sz="2000">
                <a:cs typeface="Arial" panose="020B0604020202020204" pitchFamily="34" charset="0"/>
              </a:rPr>
              <a:t>.</a:t>
            </a:r>
            <a:endParaRPr lang="en-US" altLang="en-US" sz="2000" b="1">
              <a:cs typeface="Arial" panose="020B0604020202020204" pitchFamily="34" charset="0"/>
            </a:endParaRPr>
          </a:p>
        </p:txBody>
      </p:sp>
      <p:graphicFrame>
        <p:nvGraphicFramePr>
          <p:cNvPr id="27657" name="Object 9">
            <a:extLst>
              <a:ext uri="{FF2B5EF4-FFF2-40B4-BE49-F238E27FC236}">
                <a16:creationId xmlns:a16="http://schemas.microsoft.com/office/drawing/2014/main" id="{C75E2CF4-4CAB-B144-85EF-FB09E894E178}"/>
              </a:ext>
            </a:extLst>
          </p:cNvPr>
          <p:cNvGraphicFramePr>
            <a:graphicFrameLocks noChangeAspect="1"/>
          </p:cNvGraphicFramePr>
          <p:nvPr/>
        </p:nvGraphicFramePr>
        <p:xfrm>
          <a:off x="2057400" y="4343400"/>
          <a:ext cx="1514475" cy="1600200"/>
        </p:xfrm>
        <a:graphic>
          <a:graphicData uri="http://schemas.openxmlformats.org/presentationml/2006/ole">
            <mc:AlternateContent xmlns:mc="http://schemas.openxmlformats.org/markup-compatibility/2006">
              <mc:Choice xmlns:v="urn:schemas-microsoft-com:vml" Requires="v">
                <p:oleObj r:id="rId5" imgW="1079500" imgH="1130300" progId="">
                  <p:embed/>
                </p:oleObj>
              </mc:Choice>
              <mc:Fallback>
                <p:oleObj r:id="rId5" imgW="1079500" imgH="1130300" progId="">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4343400"/>
                        <a:ext cx="1514475" cy="160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2" name="Group 8">
            <a:extLst>
              <a:ext uri="{FF2B5EF4-FFF2-40B4-BE49-F238E27FC236}">
                <a16:creationId xmlns:a16="http://schemas.microsoft.com/office/drawing/2014/main" id="{3794B5DC-6D0B-512F-D244-F1C355842C18}"/>
              </a:ext>
            </a:extLst>
          </p:cNvPr>
          <p:cNvGrpSpPr>
            <a:grpSpLocks/>
          </p:cNvGrpSpPr>
          <p:nvPr/>
        </p:nvGrpSpPr>
        <p:grpSpPr bwMode="auto">
          <a:xfrm>
            <a:off x="3962400" y="4191000"/>
            <a:ext cx="4364038" cy="2105025"/>
            <a:chOff x="3962400" y="4191000"/>
            <a:chExt cx="4364038" cy="2105025"/>
          </a:xfrm>
        </p:grpSpPr>
        <p:pic>
          <p:nvPicPr>
            <p:cNvPr id="305160" name="Picture 19">
              <a:extLst>
                <a:ext uri="{FF2B5EF4-FFF2-40B4-BE49-F238E27FC236}">
                  <a16:creationId xmlns:a16="http://schemas.microsoft.com/office/drawing/2014/main" id="{1D17F41E-C667-57EC-DAD8-286B418CB1A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19675" y="4191000"/>
              <a:ext cx="1700213"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5161" name="Rectangle 9">
              <a:extLst>
                <a:ext uri="{FF2B5EF4-FFF2-40B4-BE49-F238E27FC236}">
                  <a16:creationId xmlns:a16="http://schemas.microsoft.com/office/drawing/2014/main" id="{675BC794-25A1-9F2C-2DC3-4181DC6FE42F}"/>
                </a:ext>
              </a:extLst>
            </p:cNvPr>
            <p:cNvSpPr>
              <a:spLocks noChangeArrowheads="1"/>
            </p:cNvSpPr>
            <p:nvPr/>
          </p:nvSpPr>
          <p:spPr bwMode="auto">
            <a:xfrm>
              <a:off x="3962400" y="6172200"/>
              <a:ext cx="4364038"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800"/>
                <a:t> Copyright © The McGraw-Hill Companies, Inc. Permission required for reproduction or display.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1000"/>
                                  </p:stCondLst>
                                  <p:childTnLst>
                                    <p:set>
                                      <p:cBhvr>
                                        <p:cTn id="6" dur="1" fill="hold">
                                          <p:stCondLst>
                                            <p:cond delay="0"/>
                                          </p:stCondLst>
                                        </p:cTn>
                                        <p:tgtEl>
                                          <p:spTgt spid="121872"/>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grpId="0" nodeType="afterEffect">
                                  <p:stCondLst>
                                    <p:cond delay="1000"/>
                                  </p:stCondLst>
                                  <p:childTnLst>
                                    <p:set>
                                      <p:cBhvr>
                                        <p:cTn id="9" dur="1" fill="hold">
                                          <p:stCondLst>
                                            <p:cond delay="0"/>
                                          </p:stCondLst>
                                        </p:cTn>
                                        <p:tgtEl>
                                          <p:spTgt spid="121873"/>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27657"/>
                                        </p:tgtEl>
                                        <p:attrNameLst>
                                          <p:attrName>style.visibility</p:attrName>
                                        </p:attrNameLst>
                                      </p:cBhvr>
                                      <p:to>
                                        <p:strVal val="visible"/>
                                      </p:to>
                                    </p:set>
                                  </p:childTnLst>
                                </p:cTn>
                              </p:par>
                            </p:childTnLst>
                          </p:cTn>
                        </p:par>
                        <p:par>
                          <p:cTn id="13" fill="hold" nodeType="afterGroup">
                            <p:stCondLst>
                              <p:cond delay="3000"/>
                            </p:stCondLst>
                            <p:childTnLst>
                              <p:par>
                                <p:cTn id="14" presetID="1" presetClass="entr" presetSubtype="0" fill="hold" nodeType="afterEffect">
                                  <p:stCondLst>
                                    <p:cond delay="100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73"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Text Box 7">
            <a:extLst>
              <a:ext uri="{FF2B5EF4-FFF2-40B4-BE49-F238E27FC236}">
                <a16:creationId xmlns:a16="http://schemas.microsoft.com/office/drawing/2014/main" id="{54DEC6F5-3BF2-D3A6-6FF4-63F15F26F171}"/>
              </a:ext>
            </a:extLst>
          </p:cNvPr>
          <p:cNvSpPr txBox="1">
            <a:spLocks noChangeArrowheads="1"/>
          </p:cNvSpPr>
          <p:nvPr/>
        </p:nvSpPr>
        <p:spPr bwMode="auto">
          <a:xfrm>
            <a:off x="381000" y="762000"/>
            <a:ext cx="2057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cs typeface="Arial" panose="020B0604020202020204" pitchFamily="34" charset="0"/>
              </a:rPr>
              <a:t>Figure 10.12</a:t>
            </a:r>
          </a:p>
        </p:txBody>
      </p:sp>
      <p:sp>
        <p:nvSpPr>
          <p:cNvPr id="307203" name="Text Box 9">
            <a:extLst>
              <a:ext uri="{FF2B5EF4-FFF2-40B4-BE49-F238E27FC236}">
                <a16:creationId xmlns:a16="http://schemas.microsoft.com/office/drawing/2014/main" id="{AB466C53-12A0-0400-9EBC-A976DEAC4528}"/>
              </a:ext>
            </a:extLst>
          </p:cNvPr>
          <p:cNvSpPr txBox="1">
            <a:spLocks noChangeArrowheads="1"/>
          </p:cNvSpPr>
          <p:nvPr/>
        </p:nvSpPr>
        <p:spPr bwMode="auto">
          <a:xfrm>
            <a:off x="2209800" y="762000"/>
            <a:ext cx="6629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The tetrahedral shapes around the central atoms and the overall shapes of ethane (A) and ethanol (B).</a:t>
            </a:r>
          </a:p>
        </p:txBody>
      </p:sp>
      <p:grpSp>
        <p:nvGrpSpPr>
          <p:cNvPr id="2" name="Group 13">
            <a:extLst>
              <a:ext uri="{FF2B5EF4-FFF2-40B4-BE49-F238E27FC236}">
                <a16:creationId xmlns:a16="http://schemas.microsoft.com/office/drawing/2014/main" id="{72479F85-4621-6A1E-EBE2-004E849FD1CD}"/>
              </a:ext>
            </a:extLst>
          </p:cNvPr>
          <p:cNvGrpSpPr>
            <a:grpSpLocks/>
          </p:cNvGrpSpPr>
          <p:nvPr/>
        </p:nvGrpSpPr>
        <p:grpSpPr bwMode="auto">
          <a:xfrm>
            <a:off x="633413" y="1676400"/>
            <a:ext cx="3556000" cy="4557713"/>
            <a:chOff x="399" y="1056"/>
            <a:chExt cx="2240" cy="2871"/>
          </a:xfrm>
        </p:grpSpPr>
        <p:pic>
          <p:nvPicPr>
            <p:cNvPr id="307211" name="Picture 2">
              <a:extLst>
                <a:ext uri="{FF2B5EF4-FFF2-40B4-BE49-F238E27FC236}">
                  <a16:creationId xmlns:a16="http://schemas.microsoft.com/office/drawing/2014/main" id="{183E3651-3068-6FE4-77C1-121A86B132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 y="1056"/>
              <a:ext cx="2240" cy="2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7212" name="Group 15">
              <a:extLst>
                <a:ext uri="{FF2B5EF4-FFF2-40B4-BE49-F238E27FC236}">
                  <a16:creationId xmlns:a16="http://schemas.microsoft.com/office/drawing/2014/main" id="{2EBE7096-D99D-72FD-5776-76DEECDD7793}"/>
                </a:ext>
              </a:extLst>
            </p:cNvPr>
            <p:cNvGrpSpPr>
              <a:grpSpLocks/>
            </p:cNvGrpSpPr>
            <p:nvPr/>
          </p:nvGrpSpPr>
          <p:grpSpPr bwMode="auto">
            <a:xfrm>
              <a:off x="1008" y="3408"/>
              <a:ext cx="639" cy="519"/>
              <a:chOff x="1008" y="3408"/>
              <a:chExt cx="639" cy="519"/>
            </a:xfrm>
          </p:grpSpPr>
          <p:sp>
            <p:nvSpPr>
              <p:cNvPr id="307213" name="Text Box 11">
                <a:extLst>
                  <a:ext uri="{FF2B5EF4-FFF2-40B4-BE49-F238E27FC236}">
                    <a16:creationId xmlns:a16="http://schemas.microsoft.com/office/drawing/2014/main" id="{A88B80A6-00D5-4D4E-02C3-8C62020E0B96}"/>
                  </a:ext>
                </a:extLst>
              </p:cNvPr>
              <p:cNvSpPr txBox="1">
                <a:spLocks noChangeArrowheads="1"/>
              </p:cNvSpPr>
              <p:nvPr/>
            </p:nvSpPr>
            <p:spPr bwMode="auto">
              <a:xfrm>
                <a:off x="1049" y="3408"/>
                <a:ext cx="5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1800"/>
                  <a:t>ethane</a:t>
                </a:r>
              </a:p>
            </p:txBody>
          </p:sp>
          <p:sp>
            <p:nvSpPr>
              <p:cNvPr id="307214" name="Text Box 13">
                <a:extLst>
                  <a:ext uri="{FF2B5EF4-FFF2-40B4-BE49-F238E27FC236}">
                    <a16:creationId xmlns:a16="http://schemas.microsoft.com/office/drawing/2014/main" id="{2EAD6F41-A6F8-2261-266D-85F149766054}"/>
                  </a:ext>
                </a:extLst>
              </p:cNvPr>
              <p:cNvSpPr txBox="1">
                <a:spLocks noChangeArrowheads="1"/>
              </p:cNvSpPr>
              <p:nvPr/>
            </p:nvSpPr>
            <p:spPr bwMode="auto">
              <a:xfrm>
                <a:off x="1008" y="3696"/>
                <a:ext cx="63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1800"/>
                  <a:t>CH</a:t>
                </a:r>
                <a:r>
                  <a:rPr lang="en-US" altLang="en-US" sz="1800" baseline="-25000"/>
                  <a:t>3</a:t>
                </a:r>
                <a:r>
                  <a:rPr lang="en-US" altLang="en-US" sz="1800"/>
                  <a:t>CH</a:t>
                </a:r>
                <a:r>
                  <a:rPr lang="en-US" altLang="en-US" sz="1800" baseline="-25000"/>
                  <a:t>3</a:t>
                </a:r>
                <a:endParaRPr lang="en-US" altLang="en-US" sz="1800"/>
              </a:p>
            </p:txBody>
          </p:sp>
        </p:grpSp>
      </p:grpSp>
      <p:grpSp>
        <p:nvGrpSpPr>
          <p:cNvPr id="4" name="Group 14">
            <a:extLst>
              <a:ext uri="{FF2B5EF4-FFF2-40B4-BE49-F238E27FC236}">
                <a16:creationId xmlns:a16="http://schemas.microsoft.com/office/drawing/2014/main" id="{8A2E7D8A-1BDA-E8EE-802B-F9A7BF70249E}"/>
              </a:ext>
            </a:extLst>
          </p:cNvPr>
          <p:cNvGrpSpPr>
            <a:grpSpLocks/>
          </p:cNvGrpSpPr>
          <p:nvPr/>
        </p:nvGrpSpPr>
        <p:grpSpPr bwMode="auto">
          <a:xfrm>
            <a:off x="4876800" y="1751013"/>
            <a:ext cx="3581400" cy="4406900"/>
            <a:chOff x="3072" y="1103"/>
            <a:chExt cx="2256" cy="2776"/>
          </a:xfrm>
        </p:grpSpPr>
        <p:pic>
          <p:nvPicPr>
            <p:cNvPr id="307207" name="Picture 10">
              <a:extLst>
                <a:ext uri="{FF2B5EF4-FFF2-40B4-BE49-F238E27FC236}">
                  <a16:creationId xmlns:a16="http://schemas.microsoft.com/office/drawing/2014/main" id="{30A8CCC7-708B-9F74-9B0A-90D555FF3B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2" y="1103"/>
              <a:ext cx="2256" cy="2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7208" name="Group 16">
              <a:extLst>
                <a:ext uri="{FF2B5EF4-FFF2-40B4-BE49-F238E27FC236}">
                  <a16:creationId xmlns:a16="http://schemas.microsoft.com/office/drawing/2014/main" id="{9457F01E-1A81-0D6C-956D-C9A21602D024}"/>
                </a:ext>
              </a:extLst>
            </p:cNvPr>
            <p:cNvGrpSpPr>
              <a:grpSpLocks/>
            </p:cNvGrpSpPr>
            <p:nvPr/>
          </p:nvGrpSpPr>
          <p:grpSpPr bwMode="auto">
            <a:xfrm>
              <a:off x="3696" y="3360"/>
              <a:ext cx="855" cy="519"/>
              <a:chOff x="3696" y="3360"/>
              <a:chExt cx="855" cy="519"/>
            </a:xfrm>
          </p:grpSpPr>
          <p:sp>
            <p:nvSpPr>
              <p:cNvPr id="307209" name="Text Box 12">
                <a:extLst>
                  <a:ext uri="{FF2B5EF4-FFF2-40B4-BE49-F238E27FC236}">
                    <a16:creationId xmlns:a16="http://schemas.microsoft.com/office/drawing/2014/main" id="{35E16EEA-03BB-09D5-EF6F-173B75E84601}"/>
                  </a:ext>
                </a:extLst>
              </p:cNvPr>
              <p:cNvSpPr txBox="1">
                <a:spLocks noChangeArrowheads="1"/>
              </p:cNvSpPr>
              <p:nvPr/>
            </p:nvSpPr>
            <p:spPr bwMode="auto">
              <a:xfrm>
                <a:off x="3792" y="3360"/>
                <a:ext cx="5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800"/>
                  <a:t>ethanol</a:t>
                </a:r>
              </a:p>
            </p:txBody>
          </p:sp>
          <p:sp>
            <p:nvSpPr>
              <p:cNvPr id="307210" name="Text Box 14">
                <a:extLst>
                  <a:ext uri="{FF2B5EF4-FFF2-40B4-BE49-F238E27FC236}">
                    <a16:creationId xmlns:a16="http://schemas.microsoft.com/office/drawing/2014/main" id="{8F9D61DD-5C36-F2AE-60D4-48E30EC97BFA}"/>
                  </a:ext>
                </a:extLst>
              </p:cNvPr>
              <p:cNvSpPr txBox="1">
                <a:spLocks noChangeArrowheads="1"/>
              </p:cNvSpPr>
              <p:nvPr/>
            </p:nvSpPr>
            <p:spPr bwMode="auto">
              <a:xfrm>
                <a:off x="3696" y="3648"/>
                <a:ext cx="85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1800"/>
                  <a:t>CH</a:t>
                </a:r>
                <a:r>
                  <a:rPr lang="en-US" altLang="en-US" sz="1800" baseline="-25000"/>
                  <a:t>3</a:t>
                </a:r>
                <a:r>
                  <a:rPr lang="en-US" altLang="en-US" sz="1800"/>
                  <a:t>CH</a:t>
                </a:r>
                <a:r>
                  <a:rPr lang="en-US" altLang="en-US" sz="1800" baseline="-25000"/>
                  <a:t>2</a:t>
                </a:r>
                <a:r>
                  <a:rPr lang="en-US" altLang="en-US" sz="1800"/>
                  <a:t>OH</a:t>
                </a:r>
              </a:p>
            </p:txBody>
          </p:sp>
        </p:grpSp>
      </p:grpSp>
      <p:sp>
        <p:nvSpPr>
          <p:cNvPr id="307206" name="Rectangle 9">
            <a:extLst>
              <a:ext uri="{FF2B5EF4-FFF2-40B4-BE49-F238E27FC236}">
                <a16:creationId xmlns:a16="http://schemas.microsoft.com/office/drawing/2014/main" id="{29E2AF2A-D01D-2C5F-7D93-EEA823C361FF}"/>
              </a:ext>
            </a:extLst>
          </p:cNvPr>
          <p:cNvSpPr>
            <a:spLocks noChangeArrowheads="1"/>
          </p:cNvSpPr>
          <p:nvPr/>
        </p:nvSpPr>
        <p:spPr bwMode="auto">
          <a:xfrm>
            <a:off x="2590800" y="1524000"/>
            <a:ext cx="4364038"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800"/>
              <a:t> Copyright © The McGraw-Hill Companies, Inc. Permission required for reproduction or display.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1000"/>
                                        <p:tgtEl>
                                          <p:spTgt spid="2"/>
                                        </p:tgtEl>
                                      </p:cBhvr>
                                    </p:animEffect>
                                  </p:childTnLst>
                                </p:cTn>
                              </p:par>
                            </p:childTnLst>
                          </p:cTn>
                        </p:par>
                        <p:par>
                          <p:cTn id="8" fill="hold" nodeType="afterGroup">
                            <p:stCondLst>
                              <p:cond delay="2000"/>
                            </p:stCondLst>
                            <p:childTnLst>
                              <p:par>
                                <p:cTn id="9" presetID="9" presetClass="entr" presetSubtype="0" fill="hold" nodeType="afterEffect">
                                  <p:stCondLst>
                                    <p:cond delay="1000"/>
                                  </p:stCondLst>
                                  <p:childTnLst>
                                    <p:set>
                                      <p:cBhvr>
                                        <p:cTn id="10" dur="1" fill="hold">
                                          <p:stCondLst>
                                            <p:cond delay="0"/>
                                          </p:stCondLst>
                                        </p:cTn>
                                        <p:tgtEl>
                                          <p:spTgt spid="4"/>
                                        </p:tgtEl>
                                        <p:attrNameLst>
                                          <p:attrName>style.visibility</p:attrName>
                                        </p:attrNameLst>
                                      </p:cBhvr>
                                      <p:to>
                                        <p:strVal val="visible"/>
                                      </p:to>
                                    </p:set>
                                    <p:animEffect transition="in" filter="dissolve">
                                      <p:cBhvr>
                                        <p:cTn id="1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Text Box 2">
            <a:extLst>
              <a:ext uri="{FF2B5EF4-FFF2-40B4-BE49-F238E27FC236}">
                <a16:creationId xmlns:a16="http://schemas.microsoft.com/office/drawing/2014/main" id="{4E196FB8-70CE-36B8-ED3D-514018A33BAD}"/>
              </a:ext>
            </a:extLst>
          </p:cNvPr>
          <p:cNvSpPr txBox="1">
            <a:spLocks noChangeArrowheads="1"/>
          </p:cNvSpPr>
          <p:nvPr/>
        </p:nvSpPr>
        <p:spPr bwMode="auto">
          <a:xfrm>
            <a:off x="533400" y="533400"/>
            <a:ext cx="28194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Sample Problem 10.8</a:t>
            </a:r>
          </a:p>
        </p:txBody>
      </p:sp>
      <p:sp>
        <p:nvSpPr>
          <p:cNvPr id="309251" name="Text Box 3">
            <a:extLst>
              <a:ext uri="{FF2B5EF4-FFF2-40B4-BE49-F238E27FC236}">
                <a16:creationId xmlns:a16="http://schemas.microsoft.com/office/drawing/2014/main" id="{E219E362-2163-BEC9-CD2C-414E0C3DC2FB}"/>
              </a:ext>
            </a:extLst>
          </p:cNvPr>
          <p:cNvSpPr txBox="1">
            <a:spLocks noChangeArrowheads="1"/>
          </p:cNvSpPr>
          <p:nvPr/>
        </p:nvSpPr>
        <p:spPr bwMode="auto">
          <a:xfrm>
            <a:off x="3505200" y="533400"/>
            <a:ext cx="5334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Predicting Molecular Shapes with More Than One Central Atom </a:t>
            </a:r>
          </a:p>
        </p:txBody>
      </p:sp>
      <p:sp>
        <p:nvSpPr>
          <p:cNvPr id="24581" name="Text Box 5">
            <a:extLst>
              <a:ext uri="{FF2B5EF4-FFF2-40B4-BE49-F238E27FC236}">
                <a16:creationId xmlns:a16="http://schemas.microsoft.com/office/drawing/2014/main" id="{A5140216-E1C4-F6DA-1E35-319D2EA11939}"/>
              </a:ext>
            </a:extLst>
          </p:cNvPr>
          <p:cNvSpPr txBox="1">
            <a:spLocks noChangeArrowheads="1"/>
          </p:cNvSpPr>
          <p:nvPr/>
        </p:nvSpPr>
        <p:spPr bwMode="auto">
          <a:xfrm>
            <a:off x="457200" y="3200400"/>
            <a:ext cx="2209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SOLUTION:</a:t>
            </a:r>
          </a:p>
        </p:txBody>
      </p:sp>
      <p:grpSp>
        <p:nvGrpSpPr>
          <p:cNvPr id="309253" name="Group 31">
            <a:extLst>
              <a:ext uri="{FF2B5EF4-FFF2-40B4-BE49-F238E27FC236}">
                <a16:creationId xmlns:a16="http://schemas.microsoft.com/office/drawing/2014/main" id="{6CC2CCB8-1649-4824-73E2-AF0503C57D3C}"/>
              </a:ext>
            </a:extLst>
          </p:cNvPr>
          <p:cNvGrpSpPr>
            <a:grpSpLocks/>
          </p:cNvGrpSpPr>
          <p:nvPr/>
        </p:nvGrpSpPr>
        <p:grpSpPr bwMode="auto">
          <a:xfrm>
            <a:off x="457200" y="1447800"/>
            <a:ext cx="8153400" cy="701675"/>
            <a:chOff x="384" y="912"/>
            <a:chExt cx="5136" cy="442"/>
          </a:xfrm>
        </p:grpSpPr>
        <p:sp>
          <p:nvSpPr>
            <p:cNvPr id="309260" name="Text Box 7">
              <a:extLst>
                <a:ext uri="{FF2B5EF4-FFF2-40B4-BE49-F238E27FC236}">
                  <a16:creationId xmlns:a16="http://schemas.microsoft.com/office/drawing/2014/main" id="{15077BE3-183D-E066-12C3-5344766F3FD2}"/>
                </a:ext>
              </a:extLst>
            </p:cNvPr>
            <p:cNvSpPr txBox="1">
              <a:spLocks noChangeArrowheads="1"/>
            </p:cNvSpPr>
            <p:nvPr/>
          </p:nvSpPr>
          <p:spPr bwMode="auto">
            <a:xfrm>
              <a:off x="384" y="912"/>
              <a:ext cx="10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PROBLEM:</a:t>
              </a:r>
            </a:p>
          </p:txBody>
        </p:sp>
        <p:sp>
          <p:nvSpPr>
            <p:cNvPr id="309261" name="Text Box 8">
              <a:extLst>
                <a:ext uri="{FF2B5EF4-FFF2-40B4-BE49-F238E27FC236}">
                  <a16:creationId xmlns:a16="http://schemas.microsoft.com/office/drawing/2014/main" id="{0C100516-5BB6-8D0C-E904-08CF42B4F51E}"/>
                </a:ext>
              </a:extLst>
            </p:cNvPr>
            <p:cNvSpPr txBox="1">
              <a:spLocks noChangeArrowheads="1"/>
            </p:cNvSpPr>
            <p:nvPr/>
          </p:nvSpPr>
          <p:spPr bwMode="auto">
            <a:xfrm>
              <a:off x="1344" y="912"/>
              <a:ext cx="417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Determine the shape around each of the central atoms in acetone, (CH</a:t>
              </a:r>
              <a:r>
                <a:rPr lang="en-US" altLang="en-US" sz="2000" baseline="-25000"/>
                <a:t>3</a:t>
              </a:r>
              <a:r>
                <a:rPr lang="en-US" altLang="en-US" sz="2000"/>
                <a:t>)</a:t>
              </a:r>
              <a:r>
                <a:rPr lang="en-US" altLang="en-US" sz="2000" baseline="-25000"/>
                <a:t>2</a:t>
              </a:r>
              <a:r>
                <a:rPr lang="en-US" altLang="en-US" sz="2000"/>
                <a:t>CO.</a:t>
              </a:r>
            </a:p>
          </p:txBody>
        </p:sp>
      </p:grpSp>
      <p:grpSp>
        <p:nvGrpSpPr>
          <p:cNvPr id="3" name="Group 32">
            <a:extLst>
              <a:ext uri="{FF2B5EF4-FFF2-40B4-BE49-F238E27FC236}">
                <a16:creationId xmlns:a16="http://schemas.microsoft.com/office/drawing/2014/main" id="{5F195F88-7063-E761-CE6B-FB80299819CD}"/>
              </a:ext>
            </a:extLst>
          </p:cNvPr>
          <p:cNvGrpSpPr>
            <a:grpSpLocks/>
          </p:cNvGrpSpPr>
          <p:nvPr/>
        </p:nvGrpSpPr>
        <p:grpSpPr bwMode="auto">
          <a:xfrm>
            <a:off x="457200" y="2209800"/>
            <a:ext cx="8153400" cy="1006475"/>
            <a:chOff x="288" y="1344"/>
            <a:chExt cx="5136" cy="634"/>
          </a:xfrm>
        </p:grpSpPr>
        <p:sp>
          <p:nvSpPr>
            <p:cNvPr id="309258" name="Text Box 4">
              <a:extLst>
                <a:ext uri="{FF2B5EF4-FFF2-40B4-BE49-F238E27FC236}">
                  <a16:creationId xmlns:a16="http://schemas.microsoft.com/office/drawing/2014/main" id="{9408E2F0-AE40-C4D3-A778-EFF332D24756}"/>
                </a:ext>
              </a:extLst>
            </p:cNvPr>
            <p:cNvSpPr txBox="1">
              <a:spLocks noChangeArrowheads="1"/>
            </p:cNvSpPr>
            <p:nvPr/>
          </p:nvSpPr>
          <p:spPr bwMode="auto">
            <a:xfrm>
              <a:off x="288" y="1344"/>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PLAN:</a:t>
              </a:r>
            </a:p>
          </p:txBody>
        </p:sp>
        <p:sp>
          <p:nvSpPr>
            <p:cNvPr id="309259" name="Text Box 11">
              <a:extLst>
                <a:ext uri="{FF2B5EF4-FFF2-40B4-BE49-F238E27FC236}">
                  <a16:creationId xmlns:a16="http://schemas.microsoft.com/office/drawing/2014/main" id="{5923DDA4-88EA-C490-5C28-8F087C397D4C}"/>
                </a:ext>
              </a:extLst>
            </p:cNvPr>
            <p:cNvSpPr txBox="1">
              <a:spLocks noChangeArrowheads="1"/>
            </p:cNvSpPr>
            <p:nvPr/>
          </p:nvSpPr>
          <p:spPr bwMode="auto">
            <a:xfrm>
              <a:off x="864" y="1344"/>
              <a:ext cx="4560"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There are three central C atoms, two of which are in CH</a:t>
              </a:r>
              <a:r>
                <a:rPr lang="en-US" altLang="en-US" sz="2000" baseline="-25000"/>
                <a:t>3</a:t>
              </a:r>
              <a:r>
                <a:rPr lang="en-US" altLang="en-US" sz="2000">
                  <a:cs typeface="Arial" panose="020B0604020202020204" pitchFamily="34" charset="0"/>
                </a:rPr>
                <a:t>– groups. We determine the shape around one central atom at a time.</a:t>
              </a:r>
            </a:p>
          </p:txBody>
        </p:sp>
      </p:grpSp>
      <p:sp>
        <p:nvSpPr>
          <p:cNvPr id="31777" name="Text Box 33">
            <a:extLst>
              <a:ext uri="{FF2B5EF4-FFF2-40B4-BE49-F238E27FC236}">
                <a16:creationId xmlns:a16="http://schemas.microsoft.com/office/drawing/2014/main" id="{F3717713-1D61-9A1B-EA80-A0AA0AABEB3C}"/>
              </a:ext>
            </a:extLst>
          </p:cNvPr>
          <p:cNvSpPr txBox="1">
            <a:spLocks noChangeArrowheads="1"/>
          </p:cNvSpPr>
          <p:nvPr/>
        </p:nvSpPr>
        <p:spPr bwMode="auto">
          <a:xfrm>
            <a:off x="457200" y="3657600"/>
            <a:ext cx="35258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i="1"/>
              <a:t>Step 1</a:t>
            </a:r>
            <a:r>
              <a:rPr lang="en-US" altLang="en-US" sz="2000"/>
              <a:t>: The Lewis structure is</a:t>
            </a:r>
            <a:endParaRPr lang="en-US" altLang="en-US" sz="2000" i="1"/>
          </a:p>
        </p:txBody>
      </p:sp>
      <p:graphicFrame>
        <p:nvGraphicFramePr>
          <p:cNvPr id="31778" name="Object 34">
            <a:extLst>
              <a:ext uri="{FF2B5EF4-FFF2-40B4-BE49-F238E27FC236}">
                <a16:creationId xmlns:a16="http://schemas.microsoft.com/office/drawing/2014/main" id="{E9D144E1-1E40-7404-BD99-34006A6614B6}"/>
              </a:ext>
            </a:extLst>
          </p:cNvPr>
          <p:cNvGraphicFramePr>
            <a:graphicFrameLocks noChangeAspect="1"/>
          </p:cNvGraphicFramePr>
          <p:nvPr/>
        </p:nvGraphicFramePr>
        <p:xfrm>
          <a:off x="4495800" y="3200400"/>
          <a:ext cx="2362200" cy="1403350"/>
        </p:xfrm>
        <a:graphic>
          <a:graphicData uri="http://schemas.openxmlformats.org/presentationml/2006/ole">
            <mc:AlternateContent xmlns:mc="http://schemas.openxmlformats.org/markup-compatibility/2006">
              <mc:Choice xmlns:v="urn:schemas-microsoft-com:vml" Requires="v">
                <p:oleObj r:id="rId3" imgW="1701800" imgH="1016000" progId="">
                  <p:embed/>
                </p:oleObj>
              </mc:Choice>
              <mc:Fallback>
                <p:oleObj r:id="rId3" imgW="1701800" imgH="1016000" progId="">
                  <p:embed/>
                  <p:pic>
                    <p:nvPicPr>
                      <p:cNvPr id="0"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3200400"/>
                        <a:ext cx="2362200" cy="1403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1779" name="Text Box 35">
            <a:extLst>
              <a:ext uri="{FF2B5EF4-FFF2-40B4-BE49-F238E27FC236}">
                <a16:creationId xmlns:a16="http://schemas.microsoft.com/office/drawing/2014/main" id="{59AB5AF7-523C-8F0F-BD0A-BF393F1200ED}"/>
              </a:ext>
            </a:extLst>
          </p:cNvPr>
          <p:cNvSpPr txBox="1">
            <a:spLocks noChangeArrowheads="1"/>
          </p:cNvSpPr>
          <p:nvPr/>
        </p:nvSpPr>
        <p:spPr bwMode="auto">
          <a:xfrm>
            <a:off x="457200" y="4800600"/>
            <a:ext cx="82296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857250" indent="-857250">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i="1"/>
              <a:t>Step 2</a:t>
            </a:r>
            <a:r>
              <a:rPr lang="en-US" altLang="en-US" sz="2000"/>
              <a:t>: Each CH</a:t>
            </a:r>
            <a:r>
              <a:rPr lang="en-US" altLang="en-US" sz="2000" baseline="-25000"/>
              <a:t>3</a:t>
            </a:r>
            <a:r>
              <a:rPr lang="en-US" altLang="en-US" sz="2000">
                <a:cs typeface="Arial" panose="020B0604020202020204" pitchFamily="34" charset="0"/>
              </a:rPr>
              <a:t>– group has four electron groups around its central C, so the electron-group arrangement is </a:t>
            </a:r>
            <a:r>
              <a:rPr lang="en-US" altLang="en-US" sz="2000" i="1">
                <a:cs typeface="Arial" panose="020B0604020202020204" pitchFamily="34" charset="0"/>
              </a:rPr>
              <a:t>tetrahedral</a:t>
            </a:r>
            <a:r>
              <a:rPr lang="en-US" altLang="en-US" sz="2000">
                <a:cs typeface="Arial" panose="020B0604020202020204" pitchFamily="34" charset="0"/>
              </a:rPr>
              <a:t>. The third C atom has three electron groups around it, with a </a:t>
            </a:r>
            <a:r>
              <a:rPr lang="en-US" altLang="en-US" sz="2000" i="1">
                <a:cs typeface="Arial" panose="020B0604020202020204" pitchFamily="34" charset="0"/>
              </a:rPr>
              <a:t>trigonal planar</a:t>
            </a:r>
            <a:r>
              <a:rPr lang="en-US" altLang="en-US" sz="2000">
                <a:cs typeface="Arial" panose="020B0604020202020204" pitchFamily="34" charset="0"/>
              </a:rPr>
              <a:t> arrangement.</a:t>
            </a:r>
            <a:endParaRPr lang="en-US" altLang="en-US" sz="2000" i="1">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4581">
                                            <p:txEl>
                                              <p:pRg st="0" end="0"/>
                                            </p:txEl>
                                          </p:spTgt>
                                        </p:tgtEl>
                                        <p:attrNameLst>
                                          <p:attrName>style.visibility</p:attrName>
                                        </p:attrNameLst>
                                      </p:cBhvr>
                                      <p:to>
                                        <p:strVal val="visible"/>
                                      </p:to>
                                    </p:set>
                                  </p:childTnLst>
                                </p:cTn>
                              </p:par>
                            </p:childTnLst>
                          </p:cTn>
                        </p:par>
                        <p:par>
                          <p:cTn id="11" fill="hold" nodeType="afterGroup">
                            <p:stCondLst>
                              <p:cond delay="500"/>
                            </p:stCondLst>
                            <p:childTnLst>
                              <p:par>
                                <p:cTn id="12" presetID="1" presetClass="entr" presetSubtype="0" fill="hold" grpId="0" nodeType="afterEffect">
                                  <p:stCondLst>
                                    <p:cond delay="1000"/>
                                  </p:stCondLst>
                                  <p:childTnLst>
                                    <p:set>
                                      <p:cBhvr>
                                        <p:cTn id="13" dur="1" fill="hold">
                                          <p:stCondLst>
                                            <p:cond delay="0"/>
                                          </p:stCondLst>
                                        </p:cTn>
                                        <p:tgtEl>
                                          <p:spTgt spid="31777"/>
                                        </p:tgtEl>
                                        <p:attrNameLst>
                                          <p:attrName>style.visibility</p:attrName>
                                        </p:attrNameLst>
                                      </p:cBhvr>
                                      <p:to>
                                        <p:strVal val="visible"/>
                                      </p:to>
                                    </p:set>
                                  </p:childTnLst>
                                </p:cTn>
                              </p:par>
                            </p:childTnLst>
                          </p:cTn>
                        </p:par>
                        <p:par>
                          <p:cTn id="14" fill="hold" nodeType="afterGroup">
                            <p:stCondLst>
                              <p:cond delay="1500"/>
                            </p:stCondLst>
                            <p:childTnLst>
                              <p:par>
                                <p:cTn id="15" presetID="1" presetClass="entr" presetSubtype="0" fill="hold" nodeType="afterEffect">
                                  <p:stCondLst>
                                    <p:cond delay="1000"/>
                                  </p:stCondLst>
                                  <p:childTnLst>
                                    <p:set>
                                      <p:cBhvr>
                                        <p:cTn id="16" dur="1" fill="hold">
                                          <p:stCondLst>
                                            <p:cond delay="0"/>
                                          </p:stCondLst>
                                        </p:cTn>
                                        <p:tgtEl>
                                          <p:spTgt spid="31778"/>
                                        </p:tgtEl>
                                        <p:attrNameLst>
                                          <p:attrName>style.visibility</p:attrName>
                                        </p:attrNameLst>
                                      </p:cBhvr>
                                      <p:to>
                                        <p:strVal val="visible"/>
                                      </p:to>
                                    </p:set>
                                  </p:childTnLst>
                                </p:cTn>
                              </p:par>
                            </p:childTnLst>
                          </p:cTn>
                        </p:par>
                        <p:par>
                          <p:cTn id="17" fill="hold" nodeType="afterGroup">
                            <p:stCondLst>
                              <p:cond delay="2500"/>
                            </p:stCondLst>
                            <p:childTnLst>
                              <p:par>
                                <p:cTn id="18" presetID="1" presetClass="entr" presetSubtype="0" fill="hold" grpId="0" nodeType="afterEffect">
                                  <p:stCondLst>
                                    <p:cond delay="1000"/>
                                  </p:stCondLst>
                                  <p:childTnLst>
                                    <p:set>
                                      <p:cBhvr>
                                        <p:cTn id="19" dur="1" fill="hold">
                                          <p:stCondLst>
                                            <p:cond delay="0"/>
                                          </p:stCondLst>
                                        </p:cTn>
                                        <p:tgtEl>
                                          <p:spTgt spid="317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build="p" autoUpdateAnimBg="0"/>
      <p:bldP spid="31777" grpId="0"/>
      <p:bldP spid="31779"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Text Box 2">
            <a:extLst>
              <a:ext uri="{FF2B5EF4-FFF2-40B4-BE49-F238E27FC236}">
                <a16:creationId xmlns:a16="http://schemas.microsoft.com/office/drawing/2014/main" id="{F3E3A8F4-F765-9220-903B-01736F9F55F8}"/>
              </a:ext>
            </a:extLst>
          </p:cNvPr>
          <p:cNvSpPr txBox="1">
            <a:spLocks noChangeArrowheads="1"/>
          </p:cNvSpPr>
          <p:nvPr/>
        </p:nvSpPr>
        <p:spPr bwMode="auto">
          <a:xfrm>
            <a:off x="533400" y="533400"/>
            <a:ext cx="28194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Sample Problem 10.8</a:t>
            </a:r>
          </a:p>
        </p:txBody>
      </p:sp>
      <p:sp>
        <p:nvSpPr>
          <p:cNvPr id="311299" name="Text Box 13">
            <a:extLst>
              <a:ext uri="{FF2B5EF4-FFF2-40B4-BE49-F238E27FC236}">
                <a16:creationId xmlns:a16="http://schemas.microsoft.com/office/drawing/2014/main" id="{816DFCBA-DB39-4B4F-3ABB-C024C4D83D25}"/>
              </a:ext>
            </a:extLst>
          </p:cNvPr>
          <p:cNvSpPr txBox="1">
            <a:spLocks noChangeArrowheads="1"/>
          </p:cNvSpPr>
          <p:nvPr/>
        </p:nvSpPr>
        <p:spPr bwMode="auto">
          <a:xfrm>
            <a:off x="304800" y="1371600"/>
            <a:ext cx="82296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857250" indent="-857250">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i="1"/>
              <a:t>Step 3</a:t>
            </a:r>
            <a:r>
              <a:rPr lang="en-US" altLang="en-US" sz="2000"/>
              <a:t>: The H-C-H bond angle in each CH</a:t>
            </a:r>
            <a:r>
              <a:rPr lang="en-US" altLang="en-US" sz="2000" baseline="-25000"/>
              <a:t>3</a:t>
            </a:r>
            <a:r>
              <a:rPr lang="en-US" altLang="en-US" sz="2000">
                <a:cs typeface="Arial" panose="020B0604020202020204" pitchFamily="34" charset="0"/>
              </a:rPr>
              <a:t>– group should be near the ideal value of 109.5°. The C=O double bond will compress the C-C-C angle to less than the ideal angle of 120°.</a:t>
            </a:r>
            <a:endParaRPr lang="en-US" altLang="en-US" sz="2000" i="1">
              <a:cs typeface="Arial" panose="020B0604020202020204" pitchFamily="34" charset="0"/>
            </a:endParaRPr>
          </a:p>
        </p:txBody>
      </p:sp>
      <p:sp>
        <p:nvSpPr>
          <p:cNvPr id="123918" name="Text Box 14">
            <a:extLst>
              <a:ext uri="{FF2B5EF4-FFF2-40B4-BE49-F238E27FC236}">
                <a16:creationId xmlns:a16="http://schemas.microsoft.com/office/drawing/2014/main" id="{8412BAFB-5CB9-10DE-F690-9408BCDD4C3F}"/>
              </a:ext>
            </a:extLst>
          </p:cNvPr>
          <p:cNvSpPr txBox="1">
            <a:spLocks noChangeArrowheads="1"/>
          </p:cNvSpPr>
          <p:nvPr/>
        </p:nvSpPr>
        <p:spPr bwMode="auto">
          <a:xfrm>
            <a:off x="304800" y="2743200"/>
            <a:ext cx="8534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14400" indent="-914400">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i="1"/>
              <a:t>Step 4</a:t>
            </a:r>
            <a:r>
              <a:rPr lang="en-US" altLang="en-US" sz="2000"/>
              <a:t>: The shape around the C in each CH</a:t>
            </a:r>
            <a:r>
              <a:rPr lang="en-US" altLang="en-US" sz="2000" baseline="-25000"/>
              <a:t>3</a:t>
            </a:r>
            <a:r>
              <a:rPr lang="en-US" altLang="en-US" sz="2000">
                <a:cs typeface="Arial" panose="020B0604020202020204" pitchFamily="34" charset="0"/>
              </a:rPr>
              <a:t>– group is </a:t>
            </a:r>
            <a:r>
              <a:rPr lang="en-US" altLang="en-US" sz="2000" b="1">
                <a:cs typeface="Arial" panose="020B0604020202020204" pitchFamily="34" charset="0"/>
              </a:rPr>
              <a:t>tetrahedral</a:t>
            </a:r>
            <a:r>
              <a:rPr lang="en-US" altLang="en-US" sz="2000">
                <a:cs typeface="Arial" panose="020B0604020202020204" pitchFamily="34" charset="0"/>
              </a:rPr>
              <a:t> (</a:t>
            </a:r>
            <a:r>
              <a:rPr lang="en-US" altLang="en-US" sz="2000" b="1">
                <a:cs typeface="Arial" panose="020B0604020202020204" pitchFamily="34" charset="0"/>
              </a:rPr>
              <a:t>AX</a:t>
            </a:r>
            <a:r>
              <a:rPr lang="en-US" altLang="en-US" sz="2000" b="1" baseline="-25000">
                <a:cs typeface="Arial" panose="020B0604020202020204" pitchFamily="34" charset="0"/>
              </a:rPr>
              <a:t>4</a:t>
            </a:r>
            <a:r>
              <a:rPr lang="en-US" altLang="en-US" sz="2000">
                <a:cs typeface="Arial" panose="020B0604020202020204" pitchFamily="34" charset="0"/>
              </a:rPr>
              <a:t>). The shape around the middle C is </a:t>
            </a:r>
            <a:r>
              <a:rPr lang="en-US" altLang="en-US" sz="2000" b="1">
                <a:cs typeface="Arial" panose="020B0604020202020204" pitchFamily="34" charset="0"/>
              </a:rPr>
              <a:t>trigonal planar</a:t>
            </a:r>
            <a:r>
              <a:rPr lang="en-US" altLang="en-US" sz="2000">
                <a:cs typeface="Arial" panose="020B0604020202020204" pitchFamily="34" charset="0"/>
              </a:rPr>
              <a:t> (</a:t>
            </a:r>
            <a:r>
              <a:rPr lang="en-US" altLang="en-US" sz="2000" b="1">
                <a:cs typeface="Arial" panose="020B0604020202020204" pitchFamily="34" charset="0"/>
              </a:rPr>
              <a:t>AX</a:t>
            </a:r>
            <a:r>
              <a:rPr lang="en-US" altLang="en-US" sz="2000" b="1" baseline="-25000">
                <a:cs typeface="Arial" panose="020B0604020202020204" pitchFamily="34" charset="0"/>
              </a:rPr>
              <a:t>3</a:t>
            </a:r>
            <a:r>
              <a:rPr lang="en-US" altLang="en-US" sz="2000" b="1">
                <a:cs typeface="Arial" panose="020B0604020202020204" pitchFamily="34" charset="0"/>
              </a:rPr>
              <a:t>).</a:t>
            </a:r>
            <a:endParaRPr lang="en-US" altLang="en-US" sz="2000" i="1">
              <a:cs typeface="Arial" panose="020B0604020202020204" pitchFamily="34" charset="0"/>
            </a:endParaRPr>
          </a:p>
        </p:txBody>
      </p:sp>
      <p:graphicFrame>
        <p:nvGraphicFramePr>
          <p:cNvPr id="123919" name="Object 15">
            <a:extLst>
              <a:ext uri="{FF2B5EF4-FFF2-40B4-BE49-F238E27FC236}">
                <a16:creationId xmlns:a16="http://schemas.microsoft.com/office/drawing/2014/main" id="{B49769F3-D543-CD5D-F875-D977B7A8416A}"/>
              </a:ext>
            </a:extLst>
          </p:cNvPr>
          <p:cNvGraphicFramePr>
            <a:graphicFrameLocks noChangeAspect="1"/>
          </p:cNvGraphicFramePr>
          <p:nvPr/>
        </p:nvGraphicFramePr>
        <p:xfrm>
          <a:off x="1295400" y="3733800"/>
          <a:ext cx="2362200" cy="1751013"/>
        </p:xfrm>
        <a:graphic>
          <a:graphicData uri="http://schemas.openxmlformats.org/presentationml/2006/ole">
            <mc:AlternateContent xmlns:mc="http://schemas.openxmlformats.org/markup-compatibility/2006">
              <mc:Choice xmlns:v="urn:schemas-microsoft-com:vml" Requires="v">
                <p:oleObj r:id="rId3" imgW="1778000" imgH="1320800" progId="">
                  <p:embed/>
                </p:oleObj>
              </mc:Choice>
              <mc:Fallback>
                <p:oleObj r:id="rId3" imgW="1778000" imgH="1320800" progId="">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3733800"/>
                        <a:ext cx="2362200" cy="175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2" name="Group 7">
            <a:extLst>
              <a:ext uri="{FF2B5EF4-FFF2-40B4-BE49-F238E27FC236}">
                <a16:creationId xmlns:a16="http://schemas.microsoft.com/office/drawing/2014/main" id="{763234C4-8A85-8A8C-619B-168E4C3916D1}"/>
              </a:ext>
            </a:extLst>
          </p:cNvPr>
          <p:cNvGrpSpPr>
            <a:grpSpLocks/>
          </p:cNvGrpSpPr>
          <p:nvPr/>
        </p:nvGrpSpPr>
        <p:grpSpPr bwMode="auto">
          <a:xfrm>
            <a:off x="4114800" y="3856038"/>
            <a:ext cx="4364038" cy="1906587"/>
            <a:chOff x="4114800" y="3856038"/>
            <a:chExt cx="4364038" cy="1906587"/>
          </a:xfrm>
        </p:grpSpPr>
        <p:pic>
          <p:nvPicPr>
            <p:cNvPr id="311303" name="Picture 16">
              <a:extLst>
                <a:ext uri="{FF2B5EF4-FFF2-40B4-BE49-F238E27FC236}">
                  <a16:creationId xmlns:a16="http://schemas.microsoft.com/office/drawing/2014/main" id="{5BF04EB8-B262-1AFD-4B7C-B2108C88E9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0" y="3856038"/>
              <a:ext cx="2286000"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1304" name="Rectangle 9">
              <a:extLst>
                <a:ext uri="{FF2B5EF4-FFF2-40B4-BE49-F238E27FC236}">
                  <a16:creationId xmlns:a16="http://schemas.microsoft.com/office/drawing/2014/main" id="{C24CD3EB-93A6-617B-A5D5-7384A770DC0A}"/>
                </a:ext>
              </a:extLst>
            </p:cNvPr>
            <p:cNvSpPr>
              <a:spLocks noChangeArrowheads="1"/>
            </p:cNvSpPr>
            <p:nvPr/>
          </p:nvSpPr>
          <p:spPr bwMode="auto">
            <a:xfrm>
              <a:off x="4114800" y="5638800"/>
              <a:ext cx="4364038"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800"/>
                <a:t> Copyright © The McGraw-Hill Companies, Inc. Permission required for reproduction or display.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123918"/>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123919"/>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18"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Text Box 2">
            <a:extLst>
              <a:ext uri="{FF2B5EF4-FFF2-40B4-BE49-F238E27FC236}">
                <a16:creationId xmlns:a16="http://schemas.microsoft.com/office/drawing/2014/main" id="{C3AA1D94-12BD-BCF5-6E06-E9C6B44272D2}"/>
              </a:ext>
            </a:extLst>
          </p:cNvPr>
          <p:cNvSpPr txBox="1">
            <a:spLocks noChangeArrowheads="1"/>
          </p:cNvSpPr>
          <p:nvPr/>
        </p:nvSpPr>
        <p:spPr bwMode="auto">
          <a:xfrm>
            <a:off x="914400" y="609600"/>
            <a:ext cx="7315200" cy="519113"/>
          </a:xfrm>
          <a:prstGeom prst="rect">
            <a:avLst/>
          </a:prstGeom>
          <a:gradFill rotWithShape="1">
            <a:gsLst>
              <a:gs pos="0">
                <a:srgbClr val="990000">
                  <a:alpha val="35001"/>
                </a:srgbClr>
              </a:gs>
              <a:gs pos="100000">
                <a:srgbClr val="47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800" b="1"/>
              <a:t>Molecular Shape and Molecular Polarity</a:t>
            </a:r>
          </a:p>
        </p:txBody>
      </p:sp>
      <p:sp>
        <p:nvSpPr>
          <p:cNvPr id="125957" name="Text Box 5">
            <a:extLst>
              <a:ext uri="{FF2B5EF4-FFF2-40B4-BE49-F238E27FC236}">
                <a16:creationId xmlns:a16="http://schemas.microsoft.com/office/drawing/2014/main" id="{B35B0BE4-183E-E120-3D31-AA39897E5BA4}"/>
              </a:ext>
            </a:extLst>
          </p:cNvPr>
          <p:cNvSpPr txBox="1">
            <a:spLocks noChangeArrowheads="1"/>
          </p:cNvSpPr>
          <p:nvPr/>
        </p:nvSpPr>
        <p:spPr bwMode="auto">
          <a:xfrm>
            <a:off x="914400" y="3924300"/>
            <a:ext cx="6781800" cy="134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20000"/>
              </a:spcBef>
            </a:pPr>
            <a:r>
              <a:rPr lang="en-US" altLang="en-US"/>
              <a:t>A molecule is polar if</a:t>
            </a:r>
          </a:p>
          <a:p>
            <a:pPr>
              <a:spcBef>
                <a:spcPct val="20000"/>
              </a:spcBef>
              <a:buFontTx/>
              <a:buChar char="-"/>
            </a:pPr>
            <a:r>
              <a:rPr lang="en-US" altLang="en-US"/>
              <a:t> it contains one or more </a:t>
            </a:r>
            <a:r>
              <a:rPr lang="en-US" altLang="en-US" b="1" i="1"/>
              <a:t>polar bonds</a:t>
            </a:r>
            <a:r>
              <a:rPr lang="en-US" altLang="en-US"/>
              <a:t> </a:t>
            </a:r>
            <a:r>
              <a:rPr lang="en-US" altLang="en-US" u="sng"/>
              <a:t>and</a:t>
            </a:r>
          </a:p>
          <a:p>
            <a:pPr>
              <a:spcBef>
                <a:spcPct val="20000"/>
              </a:spcBef>
              <a:buFontTx/>
              <a:buChar char="-"/>
            </a:pPr>
            <a:r>
              <a:rPr lang="en-US" altLang="en-US"/>
              <a:t> the individual bond dipoles </a:t>
            </a:r>
            <a:r>
              <a:rPr lang="en-US" altLang="en-US" b="1" i="1"/>
              <a:t>do not cancel</a:t>
            </a:r>
            <a:r>
              <a:rPr lang="en-US" altLang="en-US"/>
              <a:t>.</a:t>
            </a:r>
          </a:p>
        </p:txBody>
      </p:sp>
      <p:sp>
        <p:nvSpPr>
          <p:cNvPr id="125958" name="Text Box 6">
            <a:extLst>
              <a:ext uri="{FF2B5EF4-FFF2-40B4-BE49-F238E27FC236}">
                <a16:creationId xmlns:a16="http://schemas.microsoft.com/office/drawing/2014/main" id="{BF01FA3D-75AF-CB34-E360-543163647FE1}"/>
              </a:ext>
            </a:extLst>
          </p:cNvPr>
          <p:cNvSpPr txBox="1">
            <a:spLocks noChangeArrowheads="1"/>
          </p:cNvSpPr>
          <p:nvPr/>
        </p:nvSpPr>
        <p:spPr bwMode="auto">
          <a:xfrm>
            <a:off x="914400" y="1611313"/>
            <a:ext cx="7543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20000"/>
              </a:spcBef>
            </a:pPr>
            <a:r>
              <a:rPr lang="en-US" altLang="en-US"/>
              <a:t>Overall </a:t>
            </a:r>
            <a:r>
              <a:rPr lang="en-US" altLang="en-US" b="1" i="1"/>
              <a:t>molecular polarity</a:t>
            </a:r>
            <a:r>
              <a:rPr lang="en-US" altLang="en-US"/>
              <a:t> depends on both </a:t>
            </a:r>
            <a:r>
              <a:rPr lang="en-US" altLang="en-US" b="1" i="1"/>
              <a:t>shape</a:t>
            </a:r>
            <a:r>
              <a:rPr lang="en-US" altLang="en-US"/>
              <a:t> and </a:t>
            </a:r>
            <a:r>
              <a:rPr lang="en-US" altLang="en-US" b="1" i="1"/>
              <a:t>bond polarity</a:t>
            </a:r>
            <a:r>
              <a:rPr lang="en-US" altLang="en-US"/>
              <a:t>.</a:t>
            </a:r>
          </a:p>
        </p:txBody>
      </p:sp>
      <p:sp>
        <p:nvSpPr>
          <p:cNvPr id="125959" name="Text Box 7">
            <a:extLst>
              <a:ext uri="{FF2B5EF4-FFF2-40B4-BE49-F238E27FC236}">
                <a16:creationId xmlns:a16="http://schemas.microsoft.com/office/drawing/2014/main" id="{15530D82-2FD6-D6B8-94CA-2CBFC54B36C1}"/>
              </a:ext>
            </a:extLst>
          </p:cNvPr>
          <p:cNvSpPr txBox="1">
            <a:spLocks noChangeArrowheads="1"/>
          </p:cNvSpPr>
          <p:nvPr/>
        </p:nvSpPr>
        <p:spPr bwMode="auto">
          <a:xfrm>
            <a:off x="914400" y="2743200"/>
            <a:ext cx="7315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20000"/>
              </a:spcBef>
            </a:pPr>
            <a:r>
              <a:rPr lang="en-US" altLang="en-US"/>
              <a:t>The polarity of a molecule is measured by its </a:t>
            </a:r>
            <a:r>
              <a:rPr lang="en-US" altLang="en-US" b="1" i="1"/>
              <a:t>dipole moment</a:t>
            </a:r>
            <a:r>
              <a:rPr lang="en-US" altLang="en-US"/>
              <a:t> (</a:t>
            </a:r>
            <a:r>
              <a:rPr lang="el-GR" altLang="en-US" b="1">
                <a:cs typeface="Arial" panose="020B0604020202020204" pitchFamily="34" charset="0"/>
              </a:rPr>
              <a:t>μ</a:t>
            </a:r>
            <a:r>
              <a:rPr lang="en-US" altLang="en-US">
                <a:cs typeface="Arial" panose="020B0604020202020204" pitchFamily="34" charset="0"/>
              </a:rPr>
              <a:t>), which is given in the unit </a:t>
            </a:r>
            <a:r>
              <a:rPr lang="en-US" altLang="en-US" i="1">
                <a:cs typeface="Arial" panose="020B0604020202020204" pitchFamily="34" charset="0"/>
              </a:rPr>
              <a:t>debye</a:t>
            </a:r>
            <a:r>
              <a:rPr lang="en-US" altLang="en-US">
                <a:cs typeface="Arial" panose="020B0604020202020204" pitchFamily="34" charset="0"/>
              </a:rPr>
              <a:t> (D).</a:t>
            </a:r>
            <a:endParaRPr lang="el-GR" altLang="en-US" b="1">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125958"/>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grpId="0" nodeType="afterEffect">
                                  <p:stCondLst>
                                    <p:cond delay="1000"/>
                                  </p:stCondLst>
                                  <p:childTnLst>
                                    <p:set>
                                      <p:cBhvr>
                                        <p:cTn id="9" dur="1" fill="hold">
                                          <p:stCondLst>
                                            <p:cond delay="0"/>
                                          </p:stCondLst>
                                        </p:cTn>
                                        <p:tgtEl>
                                          <p:spTgt spid="125959"/>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grpId="0" nodeType="afterEffect">
                                  <p:stCondLst>
                                    <p:cond delay="1000"/>
                                  </p:stCondLst>
                                  <p:childTnLst>
                                    <p:set>
                                      <p:cBhvr>
                                        <p:cTn id="12" dur="1" fill="hold">
                                          <p:stCondLst>
                                            <p:cond delay="0"/>
                                          </p:stCondLst>
                                        </p:cTn>
                                        <p:tgtEl>
                                          <p:spTgt spid="1259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7" grpId="0"/>
      <p:bldP spid="125958" grpId="0"/>
      <p:bldP spid="125959"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Text Box 9">
            <a:extLst>
              <a:ext uri="{FF2B5EF4-FFF2-40B4-BE49-F238E27FC236}">
                <a16:creationId xmlns:a16="http://schemas.microsoft.com/office/drawing/2014/main" id="{207E6143-54D5-BB50-2751-22A740A72748}"/>
              </a:ext>
            </a:extLst>
          </p:cNvPr>
          <p:cNvSpPr txBox="1">
            <a:spLocks noChangeArrowheads="1"/>
          </p:cNvSpPr>
          <p:nvPr/>
        </p:nvSpPr>
        <p:spPr bwMode="auto">
          <a:xfrm>
            <a:off x="304800" y="454025"/>
            <a:ext cx="190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cs typeface="Arial" panose="020B0604020202020204" pitchFamily="34" charset="0"/>
              </a:rPr>
              <a:t>Figure 10.13</a:t>
            </a:r>
          </a:p>
        </p:txBody>
      </p:sp>
      <p:sp>
        <p:nvSpPr>
          <p:cNvPr id="314371" name="Text Box 10">
            <a:extLst>
              <a:ext uri="{FF2B5EF4-FFF2-40B4-BE49-F238E27FC236}">
                <a16:creationId xmlns:a16="http://schemas.microsoft.com/office/drawing/2014/main" id="{5E2F828F-BA9F-AD25-C3CA-6807F05831DE}"/>
              </a:ext>
            </a:extLst>
          </p:cNvPr>
          <p:cNvSpPr txBox="1">
            <a:spLocks noChangeArrowheads="1"/>
          </p:cNvSpPr>
          <p:nvPr/>
        </p:nvSpPr>
        <p:spPr bwMode="auto">
          <a:xfrm>
            <a:off x="2133600" y="454025"/>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The orientation of polar molecules in an electric field.</a:t>
            </a:r>
          </a:p>
        </p:txBody>
      </p:sp>
      <p:pic>
        <p:nvPicPr>
          <p:cNvPr id="314372" name="Picture 6">
            <a:extLst>
              <a:ext uri="{FF2B5EF4-FFF2-40B4-BE49-F238E27FC236}">
                <a16:creationId xmlns:a16="http://schemas.microsoft.com/office/drawing/2014/main" id="{25628649-CFFF-CD04-700D-8192E76C1C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8450" y="990600"/>
            <a:ext cx="2933700" cy="97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5">
            <a:extLst>
              <a:ext uri="{FF2B5EF4-FFF2-40B4-BE49-F238E27FC236}">
                <a16:creationId xmlns:a16="http://schemas.microsoft.com/office/drawing/2014/main" id="{837E5A72-6CF3-B355-D40B-6D2E7F5ABAC1}"/>
              </a:ext>
            </a:extLst>
          </p:cNvPr>
          <p:cNvGrpSpPr>
            <a:grpSpLocks/>
          </p:cNvGrpSpPr>
          <p:nvPr/>
        </p:nvGrpSpPr>
        <p:grpSpPr bwMode="auto">
          <a:xfrm>
            <a:off x="579438" y="2133600"/>
            <a:ext cx="3687762" cy="3871913"/>
            <a:chOff x="365" y="1344"/>
            <a:chExt cx="2323" cy="2439"/>
          </a:xfrm>
        </p:grpSpPr>
        <p:pic>
          <p:nvPicPr>
            <p:cNvPr id="314378" name="Picture 7">
              <a:extLst>
                <a:ext uri="{FF2B5EF4-FFF2-40B4-BE49-F238E27FC236}">
                  <a16:creationId xmlns:a16="http://schemas.microsoft.com/office/drawing/2014/main" id="{9F8180CD-E443-FAC6-CA11-B820775B88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 y="1344"/>
              <a:ext cx="2157" cy="2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4379" name="Text Box 9">
              <a:extLst>
                <a:ext uri="{FF2B5EF4-FFF2-40B4-BE49-F238E27FC236}">
                  <a16:creationId xmlns:a16="http://schemas.microsoft.com/office/drawing/2014/main" id="{34E5FB8B-3525-6ED8-FED3-48E07C017C76}"/>
                </a:ext>
              </a:extLst>
            </p:cNvPr>
            <p:cNvSpPr txBox="1">
              <a:spLocks noChangeArrowheads="1"/>
            </p:cNvSpPr>
            <p:nvPr/>
          </p:nvSpPr>
          <p:spPr bwMode="auto">
            <a:xfrm>
              <a:off x="432" y="3552"/>
              <a:ext cx="22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Molecules are randomly oriented.</a:t>
              </a:r>
            </a:p>
          </p:txBody>
        </p:sp>
      </p:grpSp>
      <p:grpSp>
        <p:nvGrpSpPr>
          <p:cNvPr id="3" name="Group 16">
            <a:extLst>
              <a:ext uri="{FF2B5EF4-FFF2-40B4-BE49-F238E27FC236}">
                <a16:creationId xmlns:a16="http://schemas.microsoft.com/office/drawing/2014/main" id="{6DB933AF-325C-6A13-1E4A-99014B549B80}"/>
              </a:ext>
            </a:extLst>
          </p:cNvPr>
          <p:cNvGrpSpPr>
            <a:grpSpLocks/>
          </p:cNvGrpSpPr>
          <p:nvPr/>
        </p:nvGrpSpPr>
        <p:grpSpPr bwMode="auto">
          <a:xfrm>
            <a:off x="4872038" y="1905000"/>
            <a:ext cx="3662362" cy="4375150"/>
            <a:chOff x="3069" y="1200"/>
            <a:chExt cx="2307" cy="2756"/>
          </a:xfrm>
        </p:grpSpPr>
        <p:pic>
          <p:nvPicPr>
            <p:cNvPr id="314376" name="Picture 8">
              <a:extLst>
                <a:ext uri="{FF2B5EF4-FFF2-40B4-BE49-F238E27FC236}">
                  <a16:creationId xmlns:a16="http://schemas.microsoft.com/office/drawing/2014/main" id="{1639A82A-F2D3-1DD2-B1A5-3DA299C46B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69" y="1200"/>
              <a:ext cx="2071" cy="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4377" name="Text Box 14">
              <a:extLst>
                <a:ext uri="{FF2B5EF4-FFF2-40B4-BE49-F238E27FC236}">
                  <a16:creationId xmlns:a16="http://schemas.microsoft.com/office/drawing/2014/main" id="{EC30ACE5-231C-3C8F-BF0B-86C21684C0DB}"/>
                </a:ext>
              </a:extLst>
            </p:cNvPr>
            <p:cNvSpPr txBox="1">
              <a:spLocks noChangeArrowheads="1"/>
            </p:cNvSpPr>
            <p:nvPr/>
          </p:nvSpPr>
          <p:spPr bwMode="auto">
            <a:xfrm>
              <a:off x="3120" y="3552"/>
              <a:ext cx="225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Molecules become oriented when the field is turned on.</a:t>
              </a:r>
            </a:p>
          </p:txBody>
        </p:sp>
      </p:grpSp>
      <p:sp>
        <p:nvSpPr>
          <p:cNvPr id="314375" name="Rectangle 9">
            <a:extLst>
              <a:ext uri="{FF2B5EF4-FFF2-40B4-BE49-F238E27FC236}">
                <a16:creationId xmlns:a16="http://schemas.microsoft.com/office/drawing/2014/main" id="{7553A359-13D7-04E5-BBE6-B8402EDAC306}"/>
              </a:ext>
            </a:extLst>
          </p:cNvPr>
          <p:cNvSpPr>
            <a:spLocks noChangeArrowheads="1"/>
          </p:cNvSpPr>
          <p:nvPr/>
        </p:nvSpPr>
        <p:spPr bwMode="auto">
          <a:xfrm>
            <a:off x="2362200" y="823913"/>
            <a:ext cx="4364038"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800"/>
              <a:t> Copyright © The McGraw-Hill Companies, Inc. Permission required for reproduction or display.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Text Box 2">
            <a:extLst>
              <a:ext uri="{FF2B5EF4-FFF2-40B4-BE49-F238E27FC236}">
                <a16:creationId xmlns:a16="http://schemas.microsoft.com/office/drawing/2014/main" id="{758DDB7F-FC26-660B-5759-6301668E1B72}"/>
              </a:ext>
            </a:extLst>
          </p:cNvPr>
          <p:cNvSpPr txBox="1">
            <a:spLocks noChangeArrowheads="1"/>
          </p:cNvSpPr>
          <p:nvPr/>
        </p:nvSpPr>
        <p:spPr bwMode="auto">
          <a:xfrm>
            <a:off x="381000" y="609600"/>
            <a:ext cx="8382000" cy="519113"/>
          </a:xfrm>
          <a:prstGeom prst="rect">
            <a:avLst/>
          </a:prstGeom>
          <a:gradFill rotWithShape="1">
            <a:gsLst>
              <a:gs pos="0">
                <a:srgbClr val="990000">
                  <a:alpha val="35001"/>
                </a:srgbClr>
              </a:gs>
              <a:gs pos="100000">
                <a:srgbClr val="47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800" b="1"/>
              <a:t>Bond Polarity, Bond Angle, and Dipole Moment</a:t>
            </a:r>
          </a:p>
        </p:txBody>
      </p:sp>
      <p:sp>
        <p:nvSpPr>
          <p:cNvPr id="316419" name="Text Box 5">
            <a:extLst>
              <a:ext uri="{FF2B5EF4-FFF2-40B4-BE49-F238E27FC236}">
                <a16:creationId xmlns:a16="http://schemas.microsoft.com/office/drawing/2014/main" id="{CC87A800-81FF-C22E-C959-777C261CC362}"/>
              </a:ext>
            </a:extLst>
          </p:cNvPr>
          <p:cNvSpPr txBox="1">
            <a:spLocks noChangeArrowheads="1"/>
          </p:cNvSpPr>
          <p:nvPr/>
        </p:nvSpPr>
        <p:spPr bwMode="auto">
          <a:xfrm>
            <a:off x="685800" y="1371600"/>
            <a:ext cx="2109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Example: CO</a:t>
            </a:r>
            <a:r>
              <a:rPr lang="en-US" altLang="en-US" baseline="-25000"/>
              <a:t>2</a:t>
            </a:r>
            <a:endParaRPr lang="en-US" altLang="en-US"/>
          </a:p>
        </p:txBody>
      </p:sp>
      <p:graphicFrame>
        <p:nvGraphicFramePr>
          <p:cNvPr id="126982" name="Object 6">
            <a:extLst>
              <a:ext uri="{FF2B5EF4-FFF2-40B4-BE49-F238E27FC236}">
                <a16:creationId xmlns:a16="http://schemas.microsoft.com/office/drawing/2014/main" id="{D752D102-1FCB-DD6B-E992-6D1AB5169983}"/>
              </a:ext>
            </a:extLst>
          </p:cNvPr>
          <p:cNvGraphicFramePr>
            <a:graphicFrameLocks noChangeAspect="1"/>
          </p:cNvGraphicFramePr>
          <p:nvPr/>
        </p:nvGraphicFramePr>
        <p:xfrm>
          <a:off x="1981200" y="3048000"/>
          <a:ext cx="1524000" cy="903288"/>
        </p:xfrm>
        <a:graphic>
          <a:graphicData uri="http://schemas.openxmlformats.org/presentationml/2006/ole">
            <mc:AlternateContent xmlns:mc="http://schemas.openxmlformats.org/markup-compatibility/2006">
              <mc:Choice xmlns:v="urn:schemas-microsoft-com:vml" Requires="v">
                <p:oleObj r:id="rId2" imgW="965200" imgH="584200" progId="">
                  <p:embed/>
                </p:oleObj>
              </mc:Choice>
              <mc:Fallback>
                <p:oleObj r:id="rId2" imgW="965200" imgH="584200" progId="">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3048000"/>
                        <a:ext cx="1524000" cy="903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26983" name="Text Box 7">
            <a:extLst>
              <a:ext uri="{FF2B5EF4-FFF2-40B4-BE49-F238E27FC236}">
                <a16:creationId xmlns:a16="http://schemas.microsoft.com/office/drawing/2014/main" id="{21EDD742-668E-2CCD-A1C1-F191EEBF338B}"/>
              </a:ext>
            </a:extLst>
          </p:cNvPr>
          <p:cNvSpPr txBox="1">
            <a:spLocks noChangeArrowheads="1"/>
          </p:cNvSpPr>
          <p:nvPr/>
        </p:nvSpPr>
        <p:spPr bwMode="auto">
          <a:xfrm>
            <a:off x="685800" y="1981200"/>
            <a:ext cx="7467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The </a:t>
            </a:r>
            <a:r>
              <a:rPr lang="en-US" altLang="en-US">
                <a:latin typeface="Symbol" panose="05050102010706020507" pitchFamily="18" charset="2"/>
                <a:cs typeface="Arial" panose="020B0604020202020204" pitchFamily="34" charset="0"/>
              </a:rPr>
              <a:t>D</a:t>
            </a:r>
            <a:r>
              <a:rPr lang="en-US" altLang="en-US">
                <a:cs typeface="Arial" panose="020B0604020202020204" pitchFamily="34" charset="0"/>
              </a:rPr>
              <a:t>EN between C (EN = 2.5) and O (EN = 3.5) makes each C=O bond polar.</a:t>
            </a:r>
            <a:endParaRPr lang="el-GR" altLang="en-US">
              <a:cs typeface="Arial" panose="020B0604020202020204" pitchFamily="34" charset="0"/>
            </a:endParaRPr>
          </a:p>
        </p:txBody>
      </p:sp>
      <p:sp>
        <p:nvSpPr>
          <p:cNvPr id="126984" name="Text Box 8">
            <a:extLst>
              <a:ext uri="{FF2B5EF4-FFF2-40B4-BE49-F238E27FC236}">
                <a16:creationId xmlns:a16="http://schemas.microsoft.com/office/drawing/2014/main" id="{DB0E8302-223D-57B9-6B5C-0AC49A68D3DD}"/>
              </a:ext>
            </a:extLst>
          </p:cNvPr>
          <p:cNvSpPr txBox="1">
            <a:spLocks noChangeArrowheads="1"/>
          </p:cNvSpPr>
          <p:nvPr/>
        </p:nvSpPr>
        <p:spPr bwMode="auto">
          <a:xfrm>
            <a:off x="685800" y="4495800"/>
            <a:ext cx="76962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CO</a:t>
            </a:r>
            <a:r>
              <a:rPr lang="en-US" altLang="en-US" baseline="-25000"/>
              <a:t>2</a:t>
            </a:r>
            <a:r>
              <a:rPr lang="en-US" altLang="en-US"/>
              <a:t> is linear, the bond angle is 180</a:t>
            </a:r>
            <a:r>
              <a:rPr lang="en-US" altLang="en-US">
                <a:cs typeface="Arial" panose="020B0604020202020204" pitchFamily="34" charset="0"/>
              </a:rPr>
              <a:t>°, and the individual bond polarities therefore cancel. The molecule has </a:t>
            </a:r>
            <a:r>
              <a:rPr lang="en-US" altLang="en-US" b="1" i="1">
                <a:cs typeface="Arial" panose="020B0604020202020204" pitchFamily="34" charset="0"/>
              </a:rPr>
              <a:t>no net dipole moment</a:t>
            </a:r>
            <a:r>
              <a:rPr lang="en-US" altLang="en-US">
                <a:cs typeface="Arial" panose="020B0604020202020204" pitchFamily="34" charset="0"/>
              </a:rPr>
              <a:t> (</a:t>
            </a:r>
            <a:r>
              <a:rPr lang="el-GR" altLang="en-US">
                <a:cs typeface="Arial" panose="020B0604020202020204" pitchFamily="34" charset="0"/>
              </a:rPr>
              <a:t>μ</a:t>
            </a:r>
            <a:r>
              <a:rPr lang="en-US" altLang="en-US">
                <a:cs typeface="Arial" panose="020B0604020202020204" pitchFamily="34" charset="0"/>
              </a:rPr>
              <a:t> = 0 D).</a:t>
            </a:r>
            <a:endParaRPr lang="el-GR" altLang="en-US">
              <a:cs typeface="Arial" panose="020B0604020202020204" pitchFamily="34" charset="0"/>
            </a:endParaRPr>
          </a:p>
        </p:txBody>
      </p:sp>
      <p:grpSp>
        <p:nvGrpSpPr>
          <p:cNvPr id="2" name="Group 8">
            <a:extLst>
              <a:ext uri="{FF2B5EF4-FFF2-40B4-BE49-F238E27FC236}">
                <a16:creationId xmlns:a16="http://schemas.microsoft.com/office/drawing/2014/main" id="{7FA3BCA6-D001-D44D-3E57-9ED4506DDDC2}"/>
              </a:ext>
            </a:extLst>
          </p:cNvPr>
          <p:cNvGrpSpPr>
            <a:grpSpLocks/>
          </p:cNvGrpSpPr>
          <p:nvPr/>
        </p:nvGrpSpPr>
        <p:grpSpPr bwMode="auto">
          <a:xfrm>
            <a:off x="3657600" y="2895600"/>
            <a:ext cx="4364038" cy="1227138"/>
            <a:chOff x="3657600" y="2895600"/>
            <a:chExt cx="4364038" cy="1227137"/>
          </a:xfrm>
        </p:grpSpPr>
        <p:pic>
          <p:nvPicPr>
            <p:cNvPr id="316424" name="Picture 9">
              <a:extLst>
                <a:ext uri="{FF2B5EF4-FFF2-40B4-BE49-F238E27FC236}">
                  <a16:creationId xmlns:a16="http://schemas.microsoft.com/office/drawing/2014/main" id="{95FFC8F8-1B52-6B73-8130-CD1C39B76A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3124200"/>
              <a:ext cx="1676400" cy="99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6425" name="Rectangle 9">
              <a:extLst>
                <a:ext uri="{FF2B5EF4-FFF2-40B4-BE49-F238E27FC236}">
                  <a16:creationId xmlns:a16="http://schemas.microsoft.com/office/drawing/2014/main" id="{41FD1487-2203-B536-9832-547A9CA374D8}"/>
                </a:ext>
              </a:extLst>
            </p:cNvPr>
            <p:cNvSpPr>
              <a:spLocks noChangeArrowheads="1"/>
            </p:cNvSpPr>
            <p:nvPr/>
          </p:nvSpPr>
          <p:spPr bwMode="auto">
            <a:xfrm>
              <a:off x="3657600" y="2895600"/>
              <a:ext cx="4364038"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800"/>
                <a:t> Copyright © The McGraw-Hill Companies, Inc. Permission required for reproduction or display.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126983"/>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126982"/>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2"/>
                                        </p:tgtEl>
                                        <p:attrNameLst>
                                          <p:attrName>style.visibility</p:attrName>
                                        </p:attrNameLst>
                                      </p:cBhvr>
                                      <p:to>
                                        <p:strVal val="visible"/>
                                      </p:to>
                                    </p:set>
                                  </p:childTnLst>
                                </p:cTn>
                              </p:par>
                            </p:childTnLst>
                          </p:cTn>
                        </p:par>
                        <p:par>
                          <p:cTn id="13" fill="hold" nodeType="afterGroup">
                            <p:stCondLst>
                              <p:cond delay="3000"/>
                            </p:stCondLst>
                            <p:childTnLst>
                              <p:par>
                                <p:cTn id="14" presetID="1" presetClass="entr" presetSubtype="0" fill="hold" grpId="0" nodeType="afterEffect">
                                  <p:stCondLst>
                                    <p:cond delay="1000"/>
                                  </p:stCondLst>
                                  <p:childTnLst>
                                    <p:set>
                                      <p:cBhvr>
                                        <p:cTn id="15" dur="1" fill="hold">
                                          <p:stCondLst>
                                            <p:cond delay="0"/>
                                          </p:stCondLst>
                                        </p:cTn>
                                        <p:tgtEl>
                                          <p:spTgt spid="1269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3" grpId="0"/>
      <p:bldP spid="126984"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Text Box 2">
            <a:extLst>
              <a:ext uri="{FF2B5EF4-FFF2-40B4-BE49-F238E27FC236}">
                <a16:creationId xmlns:a16="http://schemas.microsoft.com/office/drawing/2014/main" id="{3EDE7C6B-19E7-5F2F-DF71-DE2E78C968FA}"/>
              </a:ext>
            </a:extLst>
          </p:cNvPr>
          <p:cNvSpPr txBox="1">
            <a:spLocks noChangeArrowheads="1"/>
          </p:cNvSpPr>
          <p:nvPr/>
        </p:nvSpPr>
        <p:spPr bwMode="auto">
          <a:xfrm>
            <a:off x="381000" y="609600"/>
            <a:ext cx="8382000" cy="519113"/>
          </a:xfrm>
          <a:prstGeom prst="rect">
            <a:avLst/>
          </a:prstGeom>
          <a:gradFill rotWithShape="1">
            <a:gsLst>
              <a:gs pos="0">
                <a:srgbClr val="990000">
                  <a:alpha val="35001"/>
                </a:srgbClr>
              </a:gs>
              <a:gs pos="100000">
                <a:srgbClr val="47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800" b="1"/>
              <a:t>Bond Polarity, Bond Angle, and Dipole Moment</a:t>
            </a:r>
          </a:p>
        </p:txBody>
      </p:sp>
      <p:sp>
        <p:nvSpPr>
          <p:cNvPr id="317443" name="Text Box 3">
            <a:extLst>
              <a:ext uri="{FF2B5EF4-FFF2-40B4-BE49-F238E27FC236}">
                <a16:creationId xmlns:a16="http://schemas.microsoft.com/office/drawing/2014/main" id="{FA6FD64D-3205-9236-31D6-08AC974BE416}"/>
              </a:ext>
            </a:extLst>
          </p:cNvPr>
          <p:cNvSpPr txBox="1">
            <a:spLocks noChangeArrowheads="1"/>
          </p:cNvSpPr>
          <p:nvPr/>
        </p:nvSpPr>
        <p:spPr bwMode="auto">
          <a:xfrm>
            <a:off x="685800" y="1371600"/>
            <a:ext cx="2109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Example: H</a:t>
            </a:r>
            <a:r>
              <a:rPr lang="en-US" altLang="en-US" baseline="-25000"/>
              <a:t>2</a:t>
            </a:r>
            <a:r>
              <a:rPr lang="en-US" altLang="en-US"/>
              <a:t>O</a:t>
            </a:r>
          </a:p>
        </p:txBody>
      </p:sp>
      <p:sp>
        <p:nvSpPr>
          <p:cNvPr id="128005" name="Text Box 5">
            <a:extLst>
              <a:ext uri="{FF2B5EF4-FFF2-40B4-BE49-F238E27FC236}">
                <a16:creationId xmlns:a16="http://schemas.microsoft.com/office/drawing/2014/main" id="{E62097FF-6A1F-555D-6A0C-75B75F6BCB8D}"/>
              </a:ext>
            </a:extLst>
          </p:cNvPr>
          <p:cNvSpPr txBox="1">
            <a:spLocks noChangeArrowheads="1"/>
          </p:cNvSpPr>
          <p:nvPr/>
        </p:nvSpPr>
        <p:spPr bwMode="auto">
          <a:xfrm>
            <a:off x="685800" y="1828800"/>
            <a:ext cx="7467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The </a:t>
            </a:r>
            <a:r>
              <a:rPr lang="en-US" altLang="en-US">
                <a:latin typeface="Symbol" panose="05050102010706020507" pitchFamily="18" charset="2"/>
                <a:cs typeface="Arial" panose="020B0604020202020204" pitchFamily="34" charset="0"/>
              </a:rPr>
              <a:t>D</a:t>
            </a:r>
            <a:r>
              <a:rPr lang="en-US" altLang="en-US">
                <a:cs typeface="Arial" panose="020B0604020202020204" pitchFamily="34" charset="0"/>
              </a:rPr>
              <a:t>EN between H (EN = 2.1) and O (EN = 3.5) makes each H-O bond polar.</a:t>
            </a:r>
            <a:endParaRPr lang="el-GR" altLang="en-US">
              <a:cs typeface="Arial" panose="020B0604020202020204" pitchFamily="34" charset="0"/>
            </a:endParaRPr>
          </a:p>
        </p:txBody>
      </p:sp>
      <p:sp>
        <p:nvSpPr>
          <p:cNvPr id="128006" name="Text Box 6">
            <a:extLst>
              <a:ext uri="{FF2B5EF4-FFF2-40B4-BE49-F238E27FC236}">
                <a16:creationId xmlns:a16="http://schemas.microsoft.com/office/drawing/2014/main" id="{72465AEF-43D2-F006-EC02-DBED9CDD9D12}"/>
              </a:ext>
            </a:extLst>
          </p:cNvPr>
          <p:cNvSpPr txBox="1">
            <a:spLocks noChangeArrowheads="1"/>
          </p:cNvSpPr>
          <p:nvPr/>
        </p:nvSpPr>
        <p:spPr bwMode="auto">
          <a:xfrm>
            <a:off x="685800" y="4495800"/>
            <a:ext cx="76962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H</a:t>
            </a:r>
            <a:r>
              <a:rPr lang="en-US" altLang="en-US" baseline="-25000"/>
              <a:t>2</a:t>
            </a:r>
            <a:r>
              <a:rPr lang="en-US" altLang="en-US"/>
              <a:t>O has a V shaped (bent) geometry and the individual bond polarities do </a:t>
            </a:r>
            <a:r>
              <a:rPr lang="en-US" altLang="en-US" b="1"/>
              <a:t>not</a:t>
            </a:r>
            <a:r>
              <a:rPr lang="en-US" altLang="en-US"/>
              <a:t> cancel. </a:t>
            </a:r>
            <a:r>
              <a:rPr lang="en-US" altLang="en-US">
                <a:cs typeface="Arial" panose="020B0604020202020204" pitchFamily="34" charset="0"/>
              </a:rPr>
              <a:t>This molecule has an </a:t>
            </a:r>
            <a:r>
              <a:rPr lang="en-US" altLang="en-US" b="1" i="1">
                <a:cs typeface="Arial" panose="020B0604020202020204" pitchFamily="34" charset="0"/>
              </a:rPr>
              <a:t>overall molecular polarity</a:t>
            </a:r>
            <a:r>
              <a:rPr lang="en-US" altLang="en-US">
                <a:cs typeface="Arial" panose="020B0604020202020204" pitchFamily="34" charset="0"/>
              </a:rPr>
              <a:t>. The O is partially negative while the H atoms are partially positive.</a:t>
            </a:r>
            <a:endParaRPr lang="el-GR" altLang="en-US">
              <a:cs typeface="Arial" panose="020B0604020202020204" pitchFamily="34" charset="0"/>
            </a:endParaRPr>
          </a:p>
        </p:txBody>
      </p:sp>
      <p:graphicFrame>
        <p:nvGraphicFramePr>
          <p:cNvPr id="128008" name="Object 8">
            <a:extLst>
              <a:ext uri="{FF2B5EF4-FFF2-40B4-BE49-F238E27FC236}">
                <a16:creationId xmlns:a16="http://schemas.microsoft.com/office/drawing/2014/main" id="{06FE7997-1803-1D41-BB64-272D205EDF16}"/>
              </a:ext>
            </a:extLst>
          </p:cNvPr>
          <p:cNvGraphicFramePr>
            <a:graphicFrameLocks noChangeAspect="1"/>
          </p:cNvGraphicFramePr>
          <p:nvPr/>
        </p:nvGraphicFramePr>
        <p:xfrm>
          <a:off x="1447800" y="2895600"/>
          <a:ext cx="1600200" cy="1362075"/>
        </p:xfrm>
        <a:graphic>
          <a:graphicData uri="http://schemas.openxmlformats.org/presentationml/2006/ole">
            <mc:AlternateContent xmlns:mc="http://schemas.openxmlformats.org/markup-compatibility/2006">
              <mc:Choice xmlns:v="urn:schemas-microsoft-com:vml" Requires="v">
                <p:oleObj r:id="rId2" imgW="1003300" imgH="850900" progId="">
                  <p:embed/>
                </p:oleObj>
              </mc:Choice>
              <mc:Fallback>
                <p:oleObj r:id="rId2" imgW="1003300" imgH="850900" progId="">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895600"/>
                        <a:ext cx="1600200" cy="1362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2" name="Group 8">
            <a:extLst>
              <a:ext uri="{FF2B5EF4-FFF2-40B4-BE49-F238E27FC236}">
                <a16:creationId xmlns:a16="http://schemas.microsoft.com/office/drawing/2014/main" id="{0DDAAE8A-FACF-3FE2-ACCD-44D378EA53D6}"/>
              </a:ext>
            </a:extLst>
          </p:cNvPr>
          <p:cNvGrpSpPr>
            <a:grpSpLocks/>
          </p:cNvGrpSpPr>
          <p:nvPr/>
        </p:nvGrpSpPr>
        <p:grpSpPr bwMode="auto">
          <a:xfrm>
            <a:off x="3657600" y="2619375"/>
            <a:ext cx="4364038" cy="1730375"/>
            <a:chOff x="3657600" y="2619375"/>
            <a:chExt cx="4364038" cy="1730375"/>
          </a:xfrm>
        </p:grpSpPr>
        <p:pic>
          <p:nvPicPr>
            <p:cNvPr id="317448" name="Picture 9">
              <a:extLst>
                <a:ext uri="{FF2B5EF4-FFF2-40B4-BE49-F238E27FC236}">
                  <a16:creationId xmlns:a16="http://schemas.microsoft.com/office/drawing/2014/main" id="{48F3346B-17A2-67D2-0AC3-4BFE66CA85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2840038"/>
              <a:ext cx="1905000" cy="150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49" name="Rectangle 9">
              <a:extLst>
                <a:ext uri="{FF2B5EF4-FFF2-40B4-BE49-F238E27FC236}">
                  <a16:creationId xmlns:a16="http://schemas.microsoft.com/office/drawing/2014/main" id="{2F726200-5BCB-3DD4-7974-45E13F2E7293}"/>
                </a:ext>
              </a:extLst>
            </p:cNvPr>
            <p:cNvSpPr>
              <a:spLocks noChangeArrowheads="1"/>
            </p:cNvSpPr>
            <p:nvPr/>
          </p:nvSpPr>
          <p:spPr bwMode="auto">
            <a:xfrm>
              <a:off x="3657600" y="2619375"/>
              <a:ext cx="4364038"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800"/>
                <a:t> Copyright © The McGraw-Hill Companies, Inc. Permission required for reproduction or display.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128005"/>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128008"/>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2"/>
                                        </p:tgtEl>
                                        <p:attrNameLst>
                                          <p:attrName>style.visibility</p:attrName>
                                        </p:attrNameLst>
                                      </p:cBhvr>
                                      <p:to>
                                        <p:strVal val="visible"/>
                                      </p:to>
                                    </p:set>
                                  </p:childTnLst>
                                </p:cTn>
                              </p:par>
                            </p:childTnLst>
                          </p:cTn>
                        </p:par>
                        <p:par>
                          <p:cTn id="13" fill="hold" nodeType="afterGroup">
                            <p:stCondLst>
                              <p:cond delay="3000"/>
                            </p:stCondLst>
                            <p:childTnLst>
                              <p:par>
                                <p:cTn id="14" presetID="1" presetClass="entr" presetSubtype="0" fill="hold" grpId="0" nodeType="afterEffect">
                                  <p:stCondLst>
                                    <p:cond delay="1000"/>
                                  </p:stCondLst>
                                  <p:childTnLst>
                                    <p:set>
                                      <p:cBhvr>
                                        <p:cTn id="15" dur="1" fill="hold">
                                          <p:stCondLst>
                                            <p:cond delay="0"/>
                                          </p:stCondLst>
                                        </p:cTn>
                                        <p:tgtEl>
                                          <p:spTgt spid="1280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5" grpId="0"/>
      <p:bldP spid="128006"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Text Box 2">
            <a:extLst>
              <a:ext uri="{FF2B5EF4-FFF2-40B4-BE49-F238E27FC236}">
                <a16:creationId xmlns:a16="http://schemas.microsoft.com/office/drawing/2014/main" id="{3BFA9B55-FCC6-0D89-269B-4889023CEA0D}"/>
              </a:ext>
            </a:extLst>
          </p:cNvPr>
          <p:cNvSpPr txBox="1">
            <a:spLocks noChangeArrowheads="1"/>
          </p:cNvSpPr>
          <p:nvPr/>
        </p:nvSpPr>
        <p:spPr bwMode="auto">
          <a:xfrm>
            <a:off x="381000" y="609600"/>
            <a:ext cx="8382000" cy="519113"/>
          </a:xfrm>
          <a:prstGeom prst="rect">
            <a:avLst/>
          </a:prstGeom>
          <a:gradFill rotWithShape="1">
            <a:gsLst>
              <a:gs pos="0">
                <a:srgbClr val="990000">
                  <a:alpha val="35001"/>
                </a:srgbClr>
              </a:gs>
              <a:gs pos="100000">
                <a:srgbClr val="47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800" b="1"/>
              <a:t>Bond Polarity, Bond Angle, and Dipole Moment</a:t>
            </a:r>
          </a:p>
        </p:txBody>
      </p:sp>
      <p:sp>
        <p:nvSpPr>
          <p:cNvPr id="318467" name="Text Box 9">
            <a:extLst>
              <a:ext uri="{FF2B5EF4-FFF2-40B4-BE49-F238E27FC236}">
                <a16:creationId xmlns:a16="http://schemas.microsoft.com/office/drawing/2014/main" id="{E572FF94-6BC5-8B6D-1B4C-1D8FB712B91F}"/>
              </a:ext>
            </a:extLst>
          </p:cNvPr>
          <p:cNvSpPr txBox="1">
            <a:spLocks noChangeArrowheads="1"/>
          </p:cNvSpPr>
          <p:nvPr/>
        </p:nvSpPr>
        <p:spPr bwMode="auto">
          <a:xfrm>
            <a:off x="381000" y="1524000"/>
            <a:ext cx="853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Molecules with the same shape may have different polarities.</a:t>
            </a:r>
          </a:p>
        </p:txBody>
      </p:sp>
      <p:grpSp>
        <p:nvGrpSpPr>
          <p:cNvPr id="2" name="Group 16">
            <a:extLst>
              <a:ext uri="{FF2B5EF4-FFF2-40B4-BE49-F238E27FC236}">
                <a16:creationId xmlns:a16="http://schemas.microsoft.com/office/drawing/2014/main" id="{8E995A91-01FC-00ED-2048-63322769146D}"/>
              </a:ext>
            </a:extLst>
          </p:cNvPr>
          <p:cNvGrpSpPr>
            <a:grpSpLocks/>
          </p:cNvGrpSpPr>
          <p:nvPr/>
        </p:nvGrpSpPr>
        <p:grpSpPr bwMode="auto">
          <a:xfrm>
            <a:off x="457200" y="2209800"/>
            <a:ext cx="3733800" cy="3140075"/>
            <a:chOff x="288" y="1392"/>
            <a:chExt cx="2352" cy="1978"/>
          </a:xfrm>
        </p:grpSpPr>
        <p:sp>
          <p:nvSpPr>
            <p:cNvPr id="318473" name="Text Box 10">
              <a:extLst>
                <a:ext uri="{FF2B5EF4-FFF2-40B4-BE49-F238E27FC236}">
                  <a16:creationId xmlns:a16="http://schemas.microsoft.com/office/drawing/2014/main" id="{BB659375-A76A-9233-B830-4D1B1849AB44}"/>
                </a:ext>
              </a:extLst>
            </p:cNvPr>
            <p:cNvSpPr txBox="1">
              <a:spLocks noChangeArrowheads="1"/>
            </p:cNvSpPr>
            <p:nvPr/>
          </p:nvSpPr>
          <p:spPr bwMode="auto">
            <a:xfrm>
              <a:off x="1056" y="1392"/>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CCl</a:t>
              </a:r>
              <a:r>
                <a:rPr lang="en-US" altLang="en-US" baseline="-25000"/>
                <a:t>4</a:t>
              </a:r>
              <a:endParaRPr lang="en-US" altLang="en-US"/>
            </a:p>
          </p:txBody>
        </p:sp>
        <p:graphicFrame>
          <p:nvGraphicFramePr>
            <p:cNvPr id="318474" name="Object 12">
              <a:extLst>
                <a:ext uri="{FF2B5EF4-FFF2-40B4-BE49-F238E27FC236}">
                  <a16:creationId xmlns:a16="http://schemas.microsoft.com/office/drawing/2014/main" id="{EF6EFE3C-47E2-62F2-ED35-376DF21B4E91}"/>
                </a:ext>
              </a:extLst>
            </p:cNvPr>
            <p:cNvGraphicFramePr>
              <a:graphicFrameLocks noChangeAspect="1"/>
            </p:cNvGraphicFramePr>
            <p:nvPr/>
          </p:nvGraphicFramePr>
          <p:xfrm>
            <a:off x="672" y="1776"/>
            <a:ext cx="1104" cy="998"/>
          </p:xfrm>
          <a:graphic>
            <a:graphicData uri="http://schemas.openxmlformats.org/presentationml/2006/ole">
              <mc:AlternateContent xmlns:mc="http://schemas.openxmlformats.org/markup-compatibility/2006">
                <mc:Choice xmlns:v="urn:schemas-microsoft-com:vml" Requires="v">
                  <p:oleObj r:id="rId2" imgW="1130300" imgH="1016000" progId="">
                    <p:embed/>
                  </p:oleObj>
                </mc:Choice>
                <mc:Fallback>
                  <p:oleObj r:id="rId2" imgW="1130300" imgH="1016000" progId="">
                    <p:embed/>
                    <p:pic>
                      <p:nvPicPr>
                        <p:cNvPr id="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 y="1776"/>
                          <a:ext cx="1104" cy="9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18475" name="Text Box 13">
              <a:extLst>
                <a:ext uri="{FF2B5EF4-FFF2-40B4-BE49-F238E27FC236}">
                  <a16:creationId xmlns:a16="http://schemas.microsoft.com/office/drawing/2014/main" id="{04F4218F-AEFA-1E97-2DD3-A0BB0E09D465}"/>
                </a:ext>
              </a:extLst>
            </p:cNvPr>
            <p:cNvSpPr txBox="1">
              <a:spLocks noChangeArrowheads="1"/>
            </p:cNvSpPr>
            <p:nvPr/>
          </p:nvSpPr>
          <p:spPr bwMode="auto">
            <a:xfrm>
              <a:off x="288" y="2928"/>
              <a:ext cx="235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Bonds are polar, but individual bond polarities cancel.</a:t>
              </a:r>
            </a:p>
          </p:txBody>
        </p:sp>
      </p:grpSp>
      <p:grpSp>
        <p:nvGrpSpPr>
          <p:cNvPr id="3" name="Group 17">
            <a:extLst>
              <a:ext uri="{FF2B5EF4-FFF2-40B4-BE49-F238E27FC236}">
                <a16:creationId xmlns:a16="http://schemas.microsoft.com/office/drawing/2014/main" id="{8755EB3D-222B-E57F-5016-761CF9EE2E16}"/>
              </a:ext>
            </a:extLst>
          </p:cNvPr>
          <p:cNvGrpSpPr>
            <a:grpSpLocks/>
          </p:cNvGrpSpPr>
          <p:nvPr/>
        </p:nvGrpSpPr>
        <p:grpSpPr bwMode="auto">
          <a:xfrm>
            <a:off x="4572000" y="2209800"/>
            <a:ext cx="4267200" cy="3140075"/>
            <a:chOff x="2880" y="1392"/>
            <a:chExt cx="2688" cy="1978"/>
          </a:xfrm>
        </p:grpSpPr>
        <p:sp>
          <p:nvSpPr>
            <p:cNvPr id="318470" name="Text Box 11">
              <a:extLst>
                <a:ext uri="{FF2B5EF4-FFF2-40B4-BE49-F238E27FC236}">
                  <a16:creationId xmlns:a16="http://schemas.microsoft.com/office/drawing/2014/main" id="{B43B8D82-C89B-3D4F-9658-8E4D4B6C5F28}"/>
                </a:ext>
              </a:extLst>
            </p:cNvPr>
            <p:cNvSpPr txBox="1">
              <a:spLocks noChangeArrowheads="1"/>
            </p:cNvSpPr>
            <p:nvPr/>
          </p:nvSpPr>
          <p:spPr bwMode="auto">
            <a:xfrm>
              <a:off x="3504" y="1392"/>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CHCl</a:t>
              </a:r>
              <a:r>
                <a:rPr lang="en-US" altLang="en-US" baseline="-25000"/>
                <a:t>3</a:t>
              </a:r>
              <a:endParaRPr lang="en-US" altLang="en-US"/>
            </a:p>
          </p:txBody>
        </p:sp>
        <p:graphicFrame>
          <p:nvGraphicFramePr>
            <p:cNvPr id="318471" name="Object 14">
              <a:extLst>
                <a:ext uri="{FF2B5EF4-FFF2-40B4-BE49-F238E27FC236}">
                  <a16:creationId xmlns:a16="http://schemas.microsoft.com/office/drawing/2014/main" id="{FFB94137-73E1-CAE0-333C-4DBB6A286CAB}"/>
                </a:ext>
              </a:extLst>
            </p:cNvPr>
            <p:cNvGraphicFramePr>
              <a:graphicFrameLocks noChangeAspect="1"/>
            </p:cNvGraphicFramePr>
            <p:nvPr/>
          </p:nvGraphicFramePr>
          <p:xfrm>
            <a:off x="3216" y="1776"/>
            <a:ext cx="1152" cy="973"/>
          </p:xfrm>
          <a:graphic>
            <a:graphicData uri="http://schemas.openxmlformats.org/presentationml/2006/ole">
              <mc:AlternateContent xmlns:mc="http://schemas.openxmlformats.org/markup-compatibility/2006">
                <mc:Choice xmlns:v="urn:schemas-microsoft-com:vml" Requires="v">
                  <p:oleObj r:id="rId4" imgW="1130300" imgH="952500" progId="">
                    <p:embed/>
                  </p:oleObj>
                </mc:Choice>
                <mc:Fallback>
                  <p:oleObj r:id="rId4" imgW="1130300" imgH="952500" progId="">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16" y="1776"/>
                          <a:ext cx="1152" cy="9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18472" name="Text Box 15">
              <a:extLst>
                <a:ext uri="{FF2B5EF4-FFF2-40B4-BE49-F238E27FC236}">
                  <a16:creationId xmlns:a16="http://schemas.microsoft.com/office/drawing/2014/main" id="{46301AC1-B32E-F97C-82AF-59147E59B74F}"/>
                </a:ext>
              </a:extLst>
            </p:cNvPr>
            <p:cNvSpPr txBox="1">
              <a:spLocks noChangeArrowheads="1"/>
            </p:cNvSpPr>
            <p:nvPr/>
          </p:nvSpPr>
          <p:spPr bwMode="auto">
            <a:xfrm>
              <a:off x="2880" y="2928"/>
              <a:ext cx="2688"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Bond polarities do not cancel. This molecule is polar (</a:t>
              </a:r>
              <a:r>
                <a:rPr lang="el-GR" altLang="en-US" sz="2000">
                  <a:cs typeface="Arial" panose="020B0604020202020204" pitchFamily="34" charset="0"/>
                </a:rPr>
                <a:t>μ</a:t>
              </a:r>
              <a:r>
                <a:rPr lang="en-US" altLang="en-US" sz="2000">
                  <a:cs typeface="Arial" panose="020B0604020202020204" pitchFamily="34" charset="0"/>
                </a:rPr>
                <a:t> = 1.01 D).</a:t>
              </a:r>
              <a:endParaRPr lang="el-GR" altLang="en-US" sz="2000">
                <a:cs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Text Box 2">
            <a:extLst>
              <a:ext uri="{FF2B5EF4-FFF2-40B4-BE49-F238E27FC236}">
                <a16:creationId xmlns:a16="http://schemas.microsoft.com/office/drawing/2014/main" id="{B34FE38D-0CA2-5683-091F-8268157A86A9}"/>
              </a:ext>
            </a:extLst>
          </p:cNvPr>
          <p:cNvSpPr txBox="1">
            <a:spLocks noChangeArrowheads="1"/>
          </p:cNvSpPr>
          <p:nvPr/>
        </p:nvSpPr>
        <p:spPr bwMode="auto">
          <a:xfrm>
            <a:off x="457200" y="533400"/>
            <a:ext cx="28194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Sample Problem 10.9</a:t>
            </a:r>
          </a:p>
        </p:txBody>
      </p:sp>
      <p:sp>
        <p:nvSpPr>
          <p:cNvPr id="319491" name="Text Box 3">
            <a:extLst>
              <a:ext uri="{FF2B5EF4-FFF2-40B4-BE49-F238E27FC236}">
                <a16:creationId xmlns:a16="http://schemas.microsoft.com/office/drawing/2014/main" id="{285B56D3-C91F-94CD-4717-45E60A6DDDA9}"/>
              </a:ext>
            </a:extLst>
          </p:cNvPr>
          <p:cNvSpPr txBox="1">
            <a:spLocks noChangeArrowheads="1"/>
          </p:cNvSpPr>
          <p:nvPr/>
        </p:nvSpPr>
        <p:spPr bwMode="auto">
          <a:xfrm>
            <a:off x="3886200" y="533400"/>
            <a:ext cx="4572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Predicting the Polarity of Molecules</a:t>
            </a:r>
          </a:p>
        </p:txBody>
      </p:sp>
      <p:grpSp>
        <p:nvGrpSpPr>
          <p:cNvPr id="319492" name="Group 39">
            <a:extLst>
              <a:ext uri="{FF2B5EF4-FFF2-40B4-BE49-F238E27FC236}">
                <a16:creationId xmlns:a16="http://schemas.microsoft.com/office/drawing/2014/main" id="{EC457ABD-5822-1BAC-5899-002A7DFBFBD7}"/>
              </a:ext>
            </a:extLst>
          </p:cNvPr>
          <p:cNvGrpSpPr>
            <a:grpSpLocks/>
          </p:cNvGrpSpPr>
          <p:nvPr/>
        </p:nvGrpSpPr>
        <p:grpSpPr bwMode="auto">
          <a:xfrm>
            <a:off x="304800" y="1143000"/>
            <a:ext cx="8153400" cy="1920875"/>
            <a:chOff x="192" y="720"/>
            <a:chExt cx="5136" cy="1210"/>
          </a:xfrm>
        </p:grpSpPr>
        <p:sp>
          <p:nvSpPr>
            <p:cNvPr id="319496" name="Text Box 11">
              <a:extLst>
                <a:ext uri="{FF2B5EF4-FFF2-40B4-BE49-F238E27FC236}">
                  <a16:creationId xmlns:a16="http://schemas.microsoft.com/office/drawing/2014/main" id="{4EDEA654-DD9D-46DB-B189-04C34D8EE809}"/>
                </a:ext>
              </a:extLst>
            </p:cNvPr>
            <p:cNvSpPr txBox="1">
              <a:spLocks noChangeArrowheads="1"/>
            </p:cNvSpPr>
            <p:nvPr/>
          </p:nvSpPr>
          <p:spPr bwMode="auto">
            <a:xfrm>
              <a:off x="1152" y="1392"/>
              <a:ext cx="16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(a)</a:t>
              </a:r>
              <a:r>
                <a:rPr lang="en-US" altLang="en-US" sz="2000"/>
                <a:t> Ammonia, NH</a:t>
              </a:r>
              <a:r>
                <a:rPr lang="en-US" altLang="en-US" sz="2000" baseline="-25000"/>
                <a:t>3</a:t>
              </a:r>
              <a:endParaRPr lang="en-US" altLang="en-US" sz="2000" b="1"/>
            </a:p>
          </p:txBody>
        </p:sp>
        <p:sp>
          <p:nvSpPr>
            <p:cNvPr id="319497" name="Text Box 12">
              <a:extLst>
                <a:ext uri="{FF2B5EF4-FFF2-40B4-BE49-F238E27FC236}">
                  <a16:creationId xmlns:a16="http://schemas.microsoft.com/office/drawing/2014/main" id="{6BA8A3F2-1AD4-5E5B-9A5E-B39D32E16A10}"/>
                </a:ext>
              </a:extLst>
            </p:cNvPr>
            <p:cNvSpPr txBox="1">
              <a:spLocks noChangeArrowheads="1"/>
            </p:cNvSpPr>
            <p:nvPr/>
          </p:nvSpPr>
          <p:spPr bwMode="auto">
            <a:xfrm>
              <a:off x="2928" y="1392"/>
              <a:ext cx="22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(b)</a:t>
              </a:r>
              <a:r>
                <a:rPr lang="en-US" altLang="en-US" sz="2000"/>
                <a:t> Boron trifluoride, BF</a:t>
              </a:r>
              <a:r>
                <a:rPr lang="en-US" altLang="en-US" sz="2000" baseline="-25000"/>
                <a:t>3</a:t>
              </a:r>
              <a:endParaRPr lang="en-US" altLang="en-US" sz="2000" b="1"/>
            </a:p>
          </p:txBody>
        </p:sp>
        <p:sp>
          <p:nvSpPr>
            <p:cNvPr id="319498" name="Text Box 13">
              <a:extLst>
                <a:ext uri="{FF2B5EF4-FFF2-40B4-BE49-F238E27FC236}">
                  <a16:creationId xmlns:a16="http://schemas.microsoft.com/office/drawing/2014/main" id="{8DADCE8A-AE51-F603-E4E9-16E3CCCE9AC5}"/>
                </a:ext>
              </a:extLst>
            </p:cNvPr>
            <p:cNvSpPr txBox="1">
              <a:spLocks noChangeArrowheads="1"/>
            </p:cNvSpPr>
            <p:nvPr/>
          </p:nvSpPr>
          <p:spPr bwMode="auto">
            <a:xfrm>
              <a:off x="1152" y="1680"/>
              <a:ext cx="360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(c)</a:t>
              </a:r>
              <a:r>
                <a:rPr lang="en-US" altLang="en-US" sz="2000"/>
                <a:t> Carbonyl sulfide, COS (atom sequence SCO)</a:t>
              </a:r>
              <a:endParaRPr lang="en-US" altLang="en-US" sz="2000" b="1"/>
            </a:p>
          </p:txBody>
        </p:sp>
        <p:sp>
          <p:nvSpPr>
            <p:cNvPr id="319499" name="Text Box 7">
              <a:extLst>
                <a:ext uri="{FF2B5EF4-FFF2-40B4-BE49-F238E27FC236}">
                  <a16:creationId xmlns:a16="http://schemas.microsoft.com/office/drawing/2014/main" id="{B49C0CDA-8E8B-442D-2AD2-B0F3D7A20470}"/>
                </a:ext>
              </a:extLst>
            </p:cNvPr>
            <p:cNvSpPr txBox="1">
              <a:spLocks noChangeArrowheads="1"/>
            </p:cNvSpPr>
            <p:nvPr/>
          </p:nvSpPr>
          <p:spPr bwMode="auto">
            <a:xfrm>
              <a:off x="192" y="720"/>
              <a:ext cx="10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PROBLEM:</a:t>
              </a:r>
            </a:p>
          </p:txBody>
        </p:sp>
        <p:sp>
          <p:nvSpPr>
            <p:cNvPr id="319500" name="Text Box 8">
              <a:extLst>
                <a:ext uri="{FF2B5EF4-FFF2-40B4-BE49-F238E27FC236}">
                  <a16:creationId xmlns:a16="http://schemas.microsoft.com/office/drawing/2014/main" id="{81DD788B-C4CC-3203-48CD-0FAF24476A84}"/>
                </a:ext>
              </a:extLst>
            </p:cNvPr>
            <p:cNvSpPr txBox="1">
              <a:spLocks noChangeArrowheads="1"/>
            </p:cNvSpPr>
            <p:nvPr/>
          </p:nvSpPr>
          <p:spPr bwMode="auto">
            <a:xfrm>
              <a:off x="1152" y="720"/>
              <a:ext cx="417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For each of the following use the molecular shape and EN values and trends (Figure 9.21, p. 381) to predict the direction of bond and molecular polarity, if present.</a:t>
              </a:r>
            </a:p>
          </p:txBody>
        </p:sp>
      </p:grpSp>
      <p:grpSp>
        <p:nvGrpSpPr>
          <p:cNvPr id="3" name="Group 40">
            <a:extLst>
              <a:ext uri="{FF2B5EF4-FFF2-40B4-BE49-F238E27FC236}">
                <a16:creationId xmlns:a16="http://schemas.microsoft.com/office/drawing/2014/main" id="{E1334BA5-B5B1-D06A-F7CC-084EADB2AE3F}"/>
              </a:ext>
            </a:extLst>
          </p:cNvPr>
          <p:cNvGrpSpPr>
            <a:grpSpLocks/>
          </p:cNvGrpSpPr>
          <p:nvPr/>
        </p:nvGrpSpPr>
        <p:grpSpPr bwMode="auto">
          <a:xfrm>
            <a:off x="304800" y="3352800"/>
            <a:ext cx="8610600" cy="1616075"/>
            <a:chOff x="192" y="2112"/>
            <a:chExt cx="5424" cy="1018"/>
          </a:xfrm>
        </p:grpSpPr>
        <p:sp>
          <p:nvSpPr>
            <p:cNvPr id="319494" name="Text Box 4">
              <a:extLst>
                <a:ext uri="{FF2B5EF4-FFF2-40B4-BE49-F238E27FC236}">
                  <a16:creationId xmlns:a16="http://schemas.microsoft.com/office/drawing/2014/main" id="{7A637588-97A8-31D7-6356-B34431A15761}"/>
                </a:ext>
              </a:extLst>
            </p:cNvPr>
            <p:cNvSpPr txBox="1">
              <a:spLocks noChangeArrowheads="1"/>
            </p:cNvSpPr>
            <p:nvPr/>
          </p:nvSpPr>
          <p:spPr bwMode="auto">
            <a:xfrm>
              <a:off x="192" y="2112"/>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PLAN:</a:t>
              </a:r>
            </a:p>
          </p:txBody>
        </p:sp>
        <p:sp>
          <p:nvSpPr>
            <p:cNvPr id="319495" name="Text Box 15">
              <a:extLst>
                <a:ext uri="{FF2B5EF4-FFF2-40B4-BE49-F238E27FC236}">
                  <a16:creationId xmlns:a16="http://schemas.microsoft.com/office/drawing/2014/main" id="{E5642C82-7835-7C74-5021-4CA3C72D40AA}"/>
                </a:ext>
              </a:extLst>
            </p:cNvPr>
            <p:cNvSpPr txBox="1">
              <a:spLocks noChangeArrowheads="1"/>
            </p:cNvSpPr>
            <p:nvPr/>
          </p:nvSpPr>
          <p:spPr bwMode="auto">
            <a:xfrm>
              <a:off x="816" y="2112"/>
              <a:ext cx="4800"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We draw and name the molecular shape, and mark each polar bond with a polar arrow pointing toward the atom with the higher EN. If bond polarities balance one another, the molecule is nonpolar. If they reinforce each other, we show the direction of overall molecular polarity.</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Text Box 2">
            <a:extLst>
              <a:ext uri="{FF2B5EF4-FFF2-40B4-BE49-F238E27FC236}">
                <a16:creationId xmlns:a16="http://schemas.microsoft.com/office/drawing/2014/main" id="{E756B5C5-2A54-5116-2218-98BC07C8AF44}"/>
              </a:ext>
            </a:extLst>
          </p:cNvPr>
          <p:cNvSpPr txBox="1">
            <a:spLocks noChangeArrowheads="1"/>
          </p:cNvSpPr>
          <p:nvPr/>
        </p:nvSpPr>
        <p:spPr bwMode="auto">
          <a:xfrm>
            <a:off x="457200" y="533400"/>
            <a:ext cx="28194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Sample Problem 10.9</a:t>
            </a:r>
          </a:p>
        </p:txBody>
      </p:sp>
      <p:sp>
        <p:nvSpPr>
          <p:cNvPr id="321539" name="Text Box 13">
            <a:extLst>
              <a:ext uri="{FF2B5EF4-FFF2-40B4-BE49-F238E27FC236}">
                <a16:creationId xmlns:a16="http://schemas.microsoft.com/office/drawing/2014/main" id="{EC6C4FBF-1339-1254-A9F3-9A64E975B51B}"/>
              </a:ext>
            </a:extLst>
          </p:cNvPr>
          <p:cNvSpPr txBox="1">
            <a:spLocks noChangeArrowheads="1"/>
          </p:cNvSpPr>
          <p:nvPr/>
        </p:nvSpPr>
        <p:spPr bwMode="auto">
          <a:xfrm>
            <a:off x="457200" y="1219200"/>
            <a:ext cx="158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SOLUTION:</a:t>
            </a:r>
          </a:p>
        </p:txBody>
      </p:sp>
      <p:sp>
        <p:nvSpPr>
          <p:cNvPr id="130062" name="Text Box 5">
            <a:extLst>
              <a:ext uri="{FF2B5EF4-FFF2-40B4-BE49-F238E27FC236}">
                <a16:creationId xmlns:a16="http://schemas.microsoft.com/office/drawing/2014/main" id="{75395CEC-03ED-70F3-A1F3-CE1A12EE8F30}"/>
              </a:ext>
            </a:extLst>
          </p:cNvPr>
          <p:cNvSpPr txBox="1">
            <a:spLocks noChangeArrowheads="1"/>
          </p:cNvSpPr>
          <p:nvPr/>
        </p:nvSpPr>
        <p:spPr bwMode="auto">
          <a:xfrm>
            <a:off x="515938" y="1676400"/>
            <a:ext cx="77724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04813" indent="-404813">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b="1"/>
              <a:t>(a)	</a:t>
            </a:r>
            <a:r>
              <a:rPr lang="en-US" altLang="en-US" sz="1800"/>
              <a:t>NH</a:t>
            </a:r>
            <a:r>
              <a:rPr lang="en-US" altLang="en-US" sz="1800" baseline="-25000"/>
              <a:t>3</a:t>
            </a:r>
            <a:r>
              <a:rPr lang="en-US" altLang="en-US" sz="1800"/>
              <a:t> has 8 valence e</a:t>
            </a:r>
            <a:r>
              <a:rPr lang="en-US" altLang="en-US" sz="1800" baseline="30000"/>
              <a:t>-</a:t>
            </a:r>
            <a:r>
              <a:rPr lang="en-US" altLang="en-US" sz="1800"/>
              <a:t> and a trigonal pyramidal molecular shape. </a:t>
            </a:r>
          </a:p>
          <a:p>
            <a:pPr>
              <a:spcBef>
                <a:spcPct val="50000"/>
              </a:spcBef>
            </a:pPr>
            <a:r>
              <a:rPr lang="en-US" altLang="en-US" sz="1800"/>
              <a:t>	N (EN = 3.0) is more electronegative than H (EN = 2.1) so bond polarities point toward N.</a:t>
            </a:r>
            <a:endParaRPr lang="en-US" altLang="en-US" sz="1800" b="1"/>
          </a:p>
        </p:txBody>
      </p:sp>
      <p:graphicFrame>
        <p:nvGraphicFramePr>
          <p:cNvPr id="130064" name="Object 16">
            <a:extLst>
              <a:ext uri="{FF2B5EF4-FFF2-40B4-BE49-F238E27FC236}">
                <a16:creationId xmlns:a16="http://schemas.microsoft.com/office/drawing/2014/main" id="{FBEB1454-CAC2-6AD4-DE81-B31DD62A8B0D}"/>
              </a:ext>
            </a:extLst>
          </p:cNvPr>
          <p:cNvGraphicFramePr>
            <a:graphicFrameLocks noChangeAspect="1"/>
          </p:cNvGraphicFramePr>
          <p:nvPr/>
        </p:nvGraphicFramePr>
        <p:xfrm>
          <a:off x="914400" y="2971800"/>
          <a:ext cx="1933575" cy="2046288"/>
        </p:xfrm>
        <a:graphic>
          <a:graphicData uri="http://schemas.openxmlformats.org/presentationml/2006/ole">
            <mc:AlternateContent xmlns:mc="http://schemas.openxmlformats.org/markup-compatibility/2006">
              <mc:Choice xmlns:v="urn:schemas-microsoft-com:vml" Requires="v">
                <p:oleObj r:id="rId3" imgW="1282700" imgH="1358900" progId="">
                  <p:embed/>
                </p:oleObj>
              </mc:Choice>
              <mc:Fallback>
                <p:oleObj r:id="rId3" imgW="1282700" imgH="1358900" progId="">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971800"/>
                        <a:ext cx="1933575" cy="204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30065" name="Object 17">
            <a:extLst>
              <a:ext uri="{FF2B5EF4-FFF2-40B4-BE49-F238E27FC236}">
                <a16:creationId xmlns:a16="http://schemas.microsoft.com/office/drawing/2014/main" id="{E1BC7CDC-C58D-18D3-C809-5146FDD5A81B}"/>
              </a:ext>
            </a:extLst>
          </p:cNvPr>
          <p:cNvGraphicFramePr>
            <a:graphicFrameLocks noChangeAspect="1"/>
          </p:cNvGraphicFramePr>
          <p:nvPr/>
        </p:nvGraphicFramePr>
        <p:xfrm>
          <a:off x="3505200" y="2971800"/>
          <a:ext cx="1736725" cy="2044700"/>
        </p:xfrm>
        <a:graphic>
          <a:graphicData uri="http://schemas.openxmlformats.org/presentationml/2006/ole">
            <mc:AlternateContent xmlns:mc="http://schemas.openxmlformats.org/markup-compatibility/2006">
              <mc:Choice xmlns:v="urn:schemas-microsoft-com:vml" Requires="v">
                <p:oleObj r:id="rId5" imgW="1181100" imgH="1384300" progId="">
                  <p:embed/>
                </p:oleObj>
              </mc:Choice>
              <mc:Fallback>
                <p:oleObj r:id="rId5" imgW="1181100" imgH="1384300" progId="">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5200" y="2971800"/>
                        <a:ext cx="1736725" cy="2044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30066" name="Object 18">
            <a:extLst>
              <a:ext uri="{FF2B5EF4-FFF2-40B4-BE49-F238E27FC236}">
                <a16:creationId xmlns:a16="http://schemas.microsoft.com/office/drawing/2014/main" id="{3CA7CC56-2CDF-9317-2F7C-752E31C4AF82}"/>
              </a:ext>
            </a:extLst>
          </p:cNvPr>
          <p:cNvGraphicFramePr>
            <a:graphicFrameLocks noChangeAspect="1"/>
          </p:cNvGraphicFramePr>
          <p:nvPr/>
        </p:nvGraphicFramePr>
        <p:xfrm>
          <a:off x="5715000" y="2971800"/>
          <a:ext cx="2209800" cy="2022475"/>
        </p:xfrm>
        <a:graphic>
          <a:graphicData uri="http://schemas.openxmlformats.org/presentationml/2006/ole">
            <mc:AlternateContent xmlns:mc="http://schemas.openxmlformats.org/markup-compatibility/2006">
              <mc:Choice xmlns:v="urn:schemas-microsoft-com:vml" Requires="v">
                <p:oleObj r:id="rId7" imgW="1485900" imgH="1358900" progId="">
                  <p:embed/>
                </p:oleObj>
              </mc:Choice>
              <mc:Fallback>
                <p:oleObj r:id="rId7" imgW="1485900" imgH="1358900" progId="">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15000" y="2971800"/>
                        <a:ext cx="2209800" cy="2022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30067" name="Text Box 19">
            <a:extLst>
              <a:ext uri="{FF2B5EF4-FFF2-40B4-BE49-F238E27FC236}">
                <a16:creationId xmlns:a16="http://schemas.microsoft.com/office/drawing/2014/main" id="{6BDD907F-CF31-C772-9449-0D7069AF6998}"/>
              </a:ext>
            </a:extLst>
          </p:cNvPr>
          <p:cNvSpPr txBox="1">
            <a:spLocks noChangeArrowheads="1"/>
          </p:cNvSpPr>
          <p:nvPr/>
        </p:nvSpPr>
        <p:spPr bwMode="auto">
          <a:xfrm>
            <a:off x="2514600" y="5486400"/>
            <a:ext cx="3298825" cy="4254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Ammonia is polar overall.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130062"/>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130064"/>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130065"/>
                                        </p:tgtEl>
                                        <p:attrNameLst>
                                          <p:attrName>style.visibility</p:attrName>
                                        </p:attrNameLst>
                                      </p:cBhvr>
                                      <p:to>
                                        <p:strVal val="visible"/>
                                      </p:to>
                                    </p:set>
                                  </p:childTnLst>
                                </p:cTn>
                              </p:par>
                            </p:childTnLst>
                          </p:cTn>
                        </p:par>
                        <p:par>
                          <p:cTn id="13" fill="hold" nodeType="afterGroup">
                            <p:stCondLst>
                              <p:cond delay="3000"/>
                            </p:stCondLst>
                            <p:childTnLst>
                              <p:par>
                                <p:cTn id="14" presetID="1" presetClass="entr" presetSubtype="0" fill="hold" nodeType="afterEffect">
                                  <p:stCondLst>
                                    <p:cond delay="1000"/>
                                  </p:stCondLst>
                                  <p:childTnLst>
                                    <p:set>
                                      <p:cBhvr>
                                        <p:cTn id="15" dur="1" fill="hold">
                                          <p:stCondLst>
                                            <p:cond delay="0"/>
                                          </p:stCondLst>
                                        </p:cTn>
                                        <p:tgtEl>
                                          <p:spTgt spid="130066"/>
                                        </p:tgtEl>
                                        <p:attrNameLst>
                                          <p:attrName>style.visibility</p:attrName>
                                        </p:attrNameLst>
                                      </p:cBhvr>
                                      <p:to>
                                        <p:strVal val="visible"/>
                                      </p:to>
                                    </p:set>
                                  </p:childTnLst>
                                </p:cTn>
                              </p:par>
                            </p:childTnLst>
                          </p:cTn>
                        </p:par>
                        <p:par>
                          <p:cTn id="16" fill="hold" nodeType="afterGroup">
                            <p:stCondLst>
                              <p:cond delay="4000"/>
                            </p:stCondLst>
                            <p:childTnLst>
                              <p:par>
                                <p:cTn id="17" presetID="1" presetClass="entr" presetSubtype="0" fill="hold" grpId="0" nodeType="afterEffect">
                                  <p:stCondLst>
                                    <p:cond delay="1000"/>
                                  </p:stCondLst>
                                  <p:childTnLst>
                                    <p:set>
                                      <p:cBhvr>
                                        <p:cTn id="18" dur="1" fill="hold">
                                          <p:stCondLst>
                                            <p:cond delay="0"/>
                                          </p:stCondLst>
                                        </p:cTn>
                                        <p:tgtEl>
                                          <p:spTgt spid="1300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62" grpId="0"/>
      <p:bldP spid="130067" grpId="0" animBg="1"/>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Text Box 2">
            <a:extLst>
              <a:ext uri="{FF2B5EF4-FFF2-40B4-BE49-F238E27FC236}">
                <a16:creationId xmlns:a16="http://schemas.microsoft.com/office/drawing/2014/main" id="{F500E565-A764-B8A4-C67E-2FC6EDAA9A7A}"/>
              </a:ext>
            </a:extLst>
          </p:cNvPr>
          <p:cNvSpPr txBox="1">
            <a:spLocks noChangeArrowheads="1"/>
          </p:cNvSpPr>
          <p:nvPr/>
        </p:nvSpPr>
        <p:spPr bwMode="auto">
          <a:xfrm>
            <a:off x="457200" y="533400"/>
            <a:ext cx="28194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Sample Problem 10.9</a:t>
            </a:r>
          </a:p>
        </p:txBody>
      </p:sp>
      <p:sp>
        <p:nvSpPr>
          <p:cNvPr id="323587" name="Text Box 5">
            <a:extLst>
              <a:ext uri="{FF2B5EF4-FFF2-40B4-BE49-F238E27FC236}">
                <a16:creationId xmlns:a16="http://schemas.microsoft.com/office/drawing/2014/main" id="{A1FAA7DC-36AE-CC3D-E025-DB273CEA2439}"/>
              </a:ext>
            </a:extLst>
          </p:cNvPr>
          <p:cNvSpPr txBox="1">
            <a:spLocks noChangeArrowheads="1"/>
          </p:cNvSpPr>
          <p:nvPr/>
        </p:nvSpPr>
        <p:spPr bwMode="auto">
          <a:xfrm>
            <a:off x="533400" y="1219200"/>
            <a:ext cx="77724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04813" indent="-404813">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b="1"/>
              <a:t>(b)	</a:t>
            </a:r>
            <a:r>
              <a:rPr lang="en-US" altLang="en-US" sz="1800"/>
              <a:t>BF</a:t>
            </a:r>
            <a:r>
              <a:rPr lang="en-US" altLang="en-US" sz="1800" baseline="-25000"/>
              <a:t>3</a:t>
            </a:r>
            <a:r>
              <a:rPr lang="en-US" altLang="en-US" sz="1800"/>
              <a:t> has 24 valence e</a:t>
            </a:r>
            <a:r>
              <a:rPr lang="en-US" altLang="en-US" sz="1800" baseline="30000"/>
              <a:t>-</a:t>
            </a:r>
            <a:r>
              <a:rPr lang="en-US" altLang="en-US" sz="1800"/>
              <a:t> and a trigonal planar molecular shape.</a:t>
            </a:r>
          </a:p>
          <a:p>
            <a:pPr>
              <a:spcBef>
                <a:spcPct val="50000"/>
              </a:spcBef>
            </a:pPr>
            <a:r>
              <a:rPr lang="en-US" altLang="en-US" sz="1800"/>
              <a:t>	F (EN = 4.0) is more electronegative than B (EN = 2.0) so bond polarities point toward F.</a:t>
            </a:r>
            <a:endParaRPr lang="en-US" altLang="en-US" sz="1800" b="1"/>
          </a:p>
        </p:txBody>
      </p:sp>
      <p:sp>
        <p:nvSpPr>
          <p:cNvPr id="132105" name="Text Box 9">
            <a:extLst>
              <a:ext uri="{FF2B5EF4-FFF2-40B4-BE49-F238E27FC236}">
                <a16:creationId xmlns:a16="http://schemas.microsoft.com/office/drawing/2014/main" id="{F3EBB245-63E4-6DD6-8003-7C2379252B39}"/>
              </a:ext>
            </a:extLst>
          </p:cNvPr>
          <p:cNvSpPr txBox="1">
            <a:spLocks noChangeArrowheads="1"/>
          </p:cNvSpPr>
          <p:nvPr/>
        </p:nvSpPr>
        <p:spPr bwMode="auto">
          <a:xfrm>
            <a:off x="2590800" y="5410200"/>
            <a:ext cx="3722688" cy="4254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Boron trifluoride is nonpolar.</a:t>
            </a:r>
          </a:p>
        </p:txBody>
      </p:sp>
      <p:graphicFrame>
        <p:nvGraphicFramePr>
          <p:cNvPr id="132107" name="Object 11">
            <a:extLst>
              <a:ext uri="{FF2B5EF4-FFF2-40B4-BE49-F238E27FC236}">
                <a16:creationId xmlns:a16="http://schemas.microsoft.com/office/drawing/2014/main" id="{CEC71320-67BB-F9C7-93FA-61970D88F23E}"/>
              </a:ext>
            </a:extLst>
          </p:cNvPr>
          <p:cNvGraphicFramePr>
            <a:graphicFrameLocks noChangeAspect="1"/>
          </p:cNvGraphicFramePr>
          <p:nvPr/>
        </p:nvGraphicFramePr>
        <p:xfrm>
          <a:off x="3657600" y="2438400"/>
          <a:ext cx="1714500" cy="1752600"/>
        </p:xfrm>
        <a:graphic>
          <a:graphicData uri="http://schemas.openxmlformats.org/presentationml/2006/ole">
            <mc:AlternateContent xmlns:mc="http://schemas.openxmlformats.org/markup-compatibility/2006">
              <mc:Choice xmlns:v="urn:schemas-microsoft-com:vml" Requires="v">
                <p:oleObj r:id="rId3" imgW="1143000" imgH="1168400" progId="">
                  <p:embed/>
                </p:oleObj>
              </mc:Choice>
              <mc:Fallback>
                <p:oleObj r:id="rId3" imgW="1143000" imgH="1168400" progId="">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2438400"/>
                        <a:ext cx="1714500" cy="175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32108" name="Object 12">
            <a:extLst>
              <a:ext uri="{FF2B5EF4-FFF2-40B4-BE49-F238E27FC236}">
                <a16:creationId xmlns:a16="http://schemas.microsoft.com/office/drawing/2014/main" id="{52F3558C-480F-02A4-8028-25360C3A3B59}"/>
              </a:ext>
            </a:extLst>
          </p:cNvPr>
          <p:cNvGraphicFramePr>
            <a:graphicFrameLocks noChangeAspect="1"/>
          </p:cNvGraphicFramePr>
          <p:nvPr/>
        </p:nvGraphicFramePr>
        <p:xfrm>
          <a:off x="990600" y="2438400"/>
          <a:ext cx="1905000" cy="1749425"/>
        </p:xfrm>
        <a:graphic>
          <a:graphicData uri="http://schemas.openxmlformats.org/presentationml/2006/ole">
            <mc:AlternateContent xmlns:mc="http://schemas.openxmlformats.org/markup-compatibility/2006">
              <mc:Choice xmlns:v="urn:schemas-microsoft-com:vml" Requires="v">
                <p:oleObj r:id="rId5" imgW="1244600" imgH="1155700" progId="">
                  <p:embed/>
                </p:oleObj>
              </mc:Choice>
              <mc:Fallback>
                <p:oleObj r:id="rId5" imgW="1244600" imgH="1155700" progId="">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2438400"/>
                        <a:ext cx="1905000" cy="174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32109" name="Object 13">
            <a:extLst>
              <a:ext uri="{FF2B5EF4-FFF2-40B4-BE49-F238E27FC236}">
                <a16:creationId xmlns:a16="http://schemas.microsoft.com/office/drawing/2014/main" id="{99D10F6D-63AC-AF05-51C0-16CD01683DA8}"/>
              </a:ext>
            </a:extLst>
          </p:cNvPr>
          <p:cNvGraphicFramePr>
            <a:graphicFrameLocks noChangeAspect="1"/>
          </p:cNvGraphicFramePr>
          <p:nvPr/>
        </p:nvGraphicFramePr>
        <p:xfrm>
          <a:off x="5943600" y="2438400"/>
          <a:ext cx="2057400" cy="1739900"/>
        </p:xfrm>
        <a:graphic>
          <a:graphicData uri="http://schemas.openxmlformats.org/presentationml/2006/ole">
            <mc:AlternateContent xmlns:mc="http://schemas.openxmlformats.org/markup-compatibility/2006">
              <mc:Choice xmlns:v="urn:schemas-microsoft-com:vml" Requires="v">
                <p:oleObj r:id="rId7" imgW="1358900" imgH="1155700" progId="">
                  <p:embed/>
                </p:oleObj>
              </mc:Choice>
              <mc:Fallback>
                <p:oleObj r:id="rId7" imgW="1358900" imgH="1155700" progId="">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43600" y="2438400"/>
                        <a:ext cx="2057400" cy="173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32110" name="Text Box 14">
            <a:extLst>
              <a:ext uri="{FF2B5EF4-FFF2-40B4-BE49-F238E27FC236}">
                <a16:creationId xmlns:a16="http://schemas.microsoft.com/office/drawing/2014/main" id="{4FF3A73D-3276-9927-160A-3D9A5E83792E}"/>
              </a:ext>
            </a:extLst>
          </p:cNvPr>
          <p:cNvSpPr txBox="1">
            <a:spLocks noChangeArrowheads="1"/>
          </p:cNvSpPr>
          <p:nvPr/>
        </p:nvSpPr>
        <p:spPr bwMode="auto">
          <a:xfrm>
            <a:off x="457200" y="4419600"/>
            <a:ext cx="8534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Individual bond polarities balance each other and BF</a:t>
            </a:r>
            <a:r>
              <a:rPr lang="en-US" altLang="en-US" sz="2000" baseline="-25000"/>
              <a:t>3</a:t>
            </a:r>
            <a:r>
              <a:rPr lang="en-US" altLang="en-US" sz="2000"/>
              <a:t> therefore has no overall molecular polarity.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1000"/>
                                  </p:stCondLst>
                                  <p:childTnLst>
                                    <p:set>
                                      <p:cBhvr>
                                        <p:cTn id="6" dur="1" fill="hold">
                                          <p:stCondLst>
                                            <p:cond delay="0"/>
                                          </p:stCondLst>
                                        </p:cTn>
                                        <p:tgtEl>
                                          <p:spTgt spid="132108"/>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132107"/>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grpId="0" nodeType="afterEffect">
                                  <p:stCondLst>
                                    <p:cond delay="1000"/>
                                  </p:stCondLst>
                                  <p:childTnLst>
                                    <p:set>
                                      <p:cBhvr>
                                        <p:cTn id="12" dur="1" fill="hold">
                                          <p:stCondLst>
                                            <p:cond delay="0"/>
                                          </p:stCondLst>
                                        </p:cTn>
                                        <p:tgtEl>
                                          <p:spTgt spid="132110"/>
                                        </p:tgtEl>
                                        <p:attrNameLst>
                                          <p:attrName>style.visibility</p:attrName>
                                        </p:attrNameLst>
                                      </p:cBhvr>
                                      <p:to>
                                        <p:strVal val="visible"/>
                                      </p:to>
                                    </p:set>
                                  </p:childTnLst>
                                </p:cTn>
                              </p:par>
                            </p:childTnLst>
                          </p:cTn>
                        </p:par>
                        <p:par>
                          <p:cTn id="13" fill="hold" nodeType="afterGroup">
                            <p:stCondLst>
                              <p:cond delay="3000"/>
                            </p:stCondLst>
                            <p:childTnLst>
                              <p:par>
                                <p:cTn id="14" presetID="1" presetClass="entr" presetSubtype="0" fill="hold" nodeType="afterEffect">
                                  <p:stCondLst>
                                    <p:cond delay="1000"/>
                                  </p:stCondLst>
                                  <p:childTnLst>
                                    <p:set>
                                      <p:cBhvr>
                                        <p:cTn id="15" dur="1" fill="hold">
                                          <p:stCondLst>
                                            <p:cond delay="0"/>
                                          </p:stCondLst>
                                        </p:cTn>
                                        <p:tgtEl>
                                          <p:spTgt spid="132109"/>
                                        </p:tgtEl>
                                        <p:attrNameLst>
                                          <p:attrName>style.visibility</p:attrName>
                                        </p:attrNameLst>
                                      </p:cBhvr>
                                      <p:to>
                                        <p:strVal val="visible"/>
                                      </p:to>
                                    </p:set>
                                  </p:childTnLst>
                                </p:cTn>
                              </p:par>
                            </p:childTnLst>
                          </p:cTn>
                        </p:par>
                        <p:par>
                          <p:cTn id="16" fill="hold" nodeType="afterGroup">
                            <p:stCondLst>
                              <p:cond delay="4000"/>
                            </p:stCondLst>
                            <p:childTnLst>
                              <p:par>
                                <p:cTn id="17" presetID="1" presetClass="entr" presetSubtype="0" fill="hold" grpId="0" nodeType="afterEffect">
                                  <p:stCondLst>
                                    <p:cond delay="1000"/>
                                  </p:stCondLst>
                                  <p:childTnLst>
                                    <p:set>
                                      <p:cBhvr>
                                        <p:cTn id="18" dur="1" fill="hold">
                                          <p:stCondLst>
                                            <p:cond delay="0"/>
                                          </p:stCondLst>
                                        </p:cTn>
                                        <p:tgtEl>
                                          <p:spTgt spid="132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5" grpId="0" animBg="1"/>
      <p:bldP spid="132110"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Text Box 2">
            <a:extLst>
              <a:ext uri="{FF2B5EF4-FFF2-40B4-BE49-F238E27FC236}">
                <a16:creationId xmlns:a16="http://schemas.microsoft.com/office/drawing/2014/main" id="{A5401D80-942D-0E9F-7324-FB6D539C1E44}"/>
              </a:ext>
            </a:extLst>
          </p:cNvPr>
          <p:cNvSpPr txBox="1">
            <a:spLocks noChangeArrowheads="1"/>
          </p:cNvSpPr>
          <p:nvPr/>
        </p:nvSpPr>
        <p:spPr bwMode="auto">
          <a:xfrm>
            <a:off x="457200" y="533400"/>
            <a:ext cx="28194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Sample Problem 10.9</a:t>
            </a:r>
          </a:p>
        </p:txBody>
      </p:sp>
      <p:sp>
        <p:nvSpPr>
          <p:cNvPr id="325635" name="Text Box 5">
            <a:extLst>
              <a:ext uri="{FF2B5EF4-FFF2-40B4-BE49-F238E27FC236}">
                <a16:creationId xmlns:a16="http://schemas.microsoft.com/office/drawing/2014/main" id="{7F55167E-17FB-D777-B9E9-7DE209BA9D69}"/>
              </a:ext>
            </a:extLst>
          </p:cNvPr>
          <p:cNvSpPr txBox="1">
            <a:spLocks noChangeArrowheads="1"/>
          </p:cNvSpPr>
          <p:nvPr/>
        </p:nvSpPr>
        <p:spPr bwMode="auto">
          <a:xfrm>
            <a:off x="533400" y="1295400"/>
            <a:ext cx="77724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04813" indent="-404813">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b="1"/>
              <a:t>(c)	</a:t>
            </a:r>
            <a:r>
              <a:rPr lang="en-US" altLang="en-US" sz="1800"/>
              <a:t>COS has a linear shape.</a:t>
            </a:r>
          </a:p>
          <a:p>
            <a:pPr>
              <a:spcBef>
                <a:spcPct val="50000"/>
              </a:spcBef>
            </a:pPr>
            <a:r>
              <a:rPr lang="en-US" altLang="en-US" sz="1800"/>
              <a:t>	C and S have the same EN (2.5) but the C=O bond (</a:t>
            </a:r>
            <a:r>
              <a:rPr lang="en-US" altLang="en-US" sz="1800">
                <a:latin typeface="Symbol" panose="05050102010706020507" pitchFamily="18" charset="2"/>
                <a:cs typeface="Arial" panose="020B0604020202020204" pitchFamily="34" charset="0"/>
              </a:rPr>
              <a:t>D</a:t>
            </a:r>
            <a:r>
              <a:rPr lang="en-US" altLang="en-US" sz="1800">
                <a:cs typeface="Arial" panose="020B0604020202020204" pitchFamily="34" charset="0"/>
              </a:rPr>
              <a:t>EN = 1.0) </a:t>
            </a:r>
            <a:r>
              <a:rPr lang="en-US" altLang="en-US" sz="1800"/>
              <a:t>is quite polar.</a:t>
            </a:r>
            <a:endParaRPr lang="en-US" altLang="en-US" sz="1800" b="1"/>
          </a:p>
        </p:txBody>
      </p:sp>
      <p:sp>
        <p:nvSpPr>
          <p:cNvPr id="134153" name="Text Box 9">
            <a:extLst>
              <a:ext uri="{FF2B5EF4-FFF2-40B4-BE49-F238E27FC236}">
                <a16:creationId xmlns:a16="http://schemas.microsoft.com/office/drawing/2014/main" id="{671CB7BA-0B41-7C93-8CE0-F6F3D47C0546}"/>
              </a:ext>
            </a:extLst>
          </p:cNvPr>
          <p:cNvSpPr txBox="1">
            <a:spLocks noChangeArrowheads="1"/>
          </p:cNvSpPr>
          <p:nvPr/>
        </p:nvSpPr>
        <p:spPr bwMode="auto">
          <a:xfrm>
            <a:off x="2133600" y="4724400"/>
            <a:ext cx="4130675" cy="4254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Carbonyl sulfide is polar overall.</a:t>
            </a:r>
          </a:p>
        </p:txBody>
      </p:sp>
      <p:graphicFrame>
        <p:nvGraphicFramePr>
          <p:cNvPr id="134155" name="Object 11">
            <a:extLst>
              <a:ext uri="{FF2B5EF4-FFF2-40B4-BE49-F238E27FC236}">
                <a16:creationId xmlns:a16="http://schemas.microsoft.com/office/drawing/2014/main" id="{FA0C5287-E704-2A2B-A548-07A97D31AABA}"/>
              </a:ext>
            </a:extLst>
          </p:cNvPr>
          <p:cNvGraphicFramePr>
            <a:graphicFrameLocks noChangeAspect="1"/>
          </p:cNvGraphicFramePr>
          <p:nvPr/>
        </p:nvGraphicFramePr>
        <p:xfrm>
          <a:off x="914400" y="2741613"/>
          <a:ext cx="1973263" cy="928687"/>
        </p:xfrm>
        <a:graphic>
          <a:graphicData uri="http://schemas.openxmlformats.org/presentationml/2006/ole">
            <mc:AlternateContent xmlns:mc="http://schemas.openxmlformats.org/markup-compatibility/2006">
              <mc:Choice xmlns:v="urn:schemas-microsoft-com:vml" Requires="v">
                <p:oleObj r:id="rId3" imgW="1244600" imgH="596900" progId="">
                  <p:embed/>
                </p:oleObj>
              </mc:Choice>
              <mc:Fallback>
                <p:oleObj r:id="rId3" imgW="1244600" imgH="596900" progId="">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741613"/>
                        <a:ext cx="1973263" cy="928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34156" name="Object 12">
            <a:extLst>
              <a:ext uri="{FF2B5EF4-FFF2-40B4-BE49-F238E27FC236}">
                <a16:creationId xmlns:a16="http://schemas.microsoft.com/office/drawing/2014/main" id="{A019E40D-2CBE-0B61-C7B2-9D87CF99599E}"/>
              </a:ext>
            </a:extLst>
          </p:cNvPr>
          <p:cNvGraphicFramePr>
            <a:graphicFrameLocks noChangeAspect="1"/>
          </p:cNvGraphicFramePr>
          <p:nvPr/>
        </p:nvGraphicFramePr>
        <p:xfrm>
          <a:off x="3429000" y="2627313"/>
          <a:ext cx="1727200" cy="1055687"/>
        </p:xfrm>
        <a:graphic>
          <a:graphicData uri="http://schemas.openxmlformats.org/presentationml/2006/ole">
            <mc:AlternateContent xmlns:mc="http://schemas.openxmlformats.org/markup-compatibility/2006">
              <mc:Choice xmlns:v="urn:schemas-microsoft-com:vml" Requires="v">
                <p:oleObj r:id="rId5" imgW="1143000" imgH="698500" progId="">
                  <p:embed/>
                </p:oleObj>
              </mc:Choice>
              <mc:Fallback>
                <p:oleObj r:id="rId5" imgW="1143000" imgH="698500" progId="">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2627313"/>
                        <a:ext cx="1727200" cy="1055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34158" name="Object 14">
            <a:extLst>
              <a:ext uri="{FF2B5EF4-FFF2-40B4-BE49-F238E27FC236}">
                <a16:creationId xmlns:a16="http://schemas.microsoft.com/office/drawing/2014/main" id="{3A5073AA-CD1E-485E-0D1A-25878072D4B2}"/>
              </a:ext>
            </a:extLst>
          </p:cNvPr>
          <p:cNvGraphicFramePr>
            <a:graphicFrameLocks noChangeAspect="1"/>
          </p:cNvGraphicFramePr>
          <p:nvPr/>
        </p:nvGraphicFramePr>
        <p:xfrm>
          <a:off x="5943600" y="2514600"/>
          <a:ext cx="2057400" cy="1136650"/>
        </p:xfrm>
        <a:graphic>
          <a:graphicData uri="http://schemas.openxmlformats.org/presentationml/2006/ole">
            <mc:AlternateContent xmlns:mc="http://schemas.openxmlformats.org/markup-compatibility/2006">
              <mc:Choice xmlns:v="urn:schemas-microsoft-com:vml" Requires="v">
                <p:oleObj r:id="rId7" imgW="1358900" imgH="749300" progId="">
                  <p:embed/>
                </p:oleObj>
              </mc:Choice>
              <mc:Fallback>
                <p:oleObj r:id="rId7" imgW="1358900" imgH="749300" progId="">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43600" y="2514600"/>
                        <a:ext cx="2057400" cy="1136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1000"/>
                                  </p:stCondLst>
                                  <p:childTnLst>
                                    <p:set>
                                      <p:cBhvr>
                                        <p:cTn id="6" dur="1" fill="hold">
                                          <p:stCondLst>
                                            <p:cond delay="0"/>
                                          </p:stCondLst>
                                        </p:cTn>
                                        <p:tgtEl>
                                          <p:spTgt spid="134155"/>
                                        </p:tgtEl>
                                        <p:attrNameLst>
                                          <p:attrName>style.visibility</p:attrName>
                                        </p:attrNameLst>
                                      </p:cBhvr>
                                      <p:to>
                                        <p:strVal val="visible"/>
                                      </p:to>
                                    </p:set>
                                  </p:childTnLst>
                                </p:cTn>
                              </p:par>
                            </p:childTnLst>
                          </p:cTn>
                        </p:par>
                        <p:par>
                          <p:cTn id="7" fill="hold" nodeType="afterGroup">
                            <p:stCondLst>
                              <p:cond delay="1000"/>
                            </p:stCondLst>
                            <p:childTnLst>
                              <p:par>
                                <p:cTn id="8" presetID="1" presetClass="entr" presetSubtype="0" fill="hold" nodeType="afterEffect">
                                  <p:stCondLst>
                                    <p:cond delay="1000"/>
                                  </p:stCondLst>
                                  <p:childTnLst>
                                    <p:set>
                                      <p:cBhvr>
                                        <p:cTn id="9" dur="1" fill="hold">
                                          <p:stCondLst>
                                            <p:cond delay="0"/>
                                          </p:stCondLst>
                                        </p:cTn>
                                        <p:tgtEl>
                                          <p:spTgt spid="134156"/>
                                        </p:tgtEl>
                                        <p:attrNameLst>
                                          <p:attrName>style.visibility</p:attrName>
                                        </p:attrNameLst>
                                      </p:cBhvr>
                                      <p:to>
                                        <p:strVal val="visible"/>
                                      </p:to>
                                    </p:set>
                                  </p:childTnLst>
                                </p:cTn>
                              </p:par>
                            </p:childTnLst>
                          </p:cTn>
                        </p:par>
                        <p:par>
                          <p:cTn id="10" fill="hold" nodeType="afterGroup">
                            <p:stCondLst>
                              <p:cond delay="2000"/>
                            </p:stCondLst>
                            <p:childTnLst>
                              <p:par>
                                <p:cTn id="11" presetID="1" presetClass="entr" presetSubtype="0" fill="hold" nodeType="afterEffect">
                                  <p:stCondLst>
                                    <p:cond delay="1000"/>
                                  </p:stCondLst>
                                  <p:childTnLst>
                                    <p:set>
                                      <p:cBhvr>
                                        <p:cTn id="12" dur="1" fill="hold">
                                          <p:stCondLst>
                                            <p:cond delay="0"/>
                                          </p:stCondLst>
                                        </p:cTn>
                                        <p:tgtEl>
                                          <p:spTgt spid="134158"/>
                                        </p:tgtEl>
                                        <p:attrNameLst>
                                          <p:attrName>style.visibility</p:attrName>
                                        </p:attrNameLst>
                                      </p:cBhvr>
                                      <p:to>
                                        <p:strVal val="visible"/>
                                      </p:to>
                                    </p:set>
                                  </p:childTnLst>
                                </p:cTn>
                              </p:par>
                            </p:childTnLst>
                          </p:cTn>
                        </p:par>
                        <p:par>
                          <p:cTn id="13" fill="hold" nodeType="afterGroup">
                            <p:stCondLst>
                              <p:cond delay="3000"/>
                            </p:stCondLst>
                            <p:childTnLst>
                              <p:par>
                                <p:cTn id="14" presetID="1" presetClass="entr" presetSubtype="0" fill="hold" grpId="0" nodeType="afterEffect">
                                  <p:stCondLst>
                                    <p:cond delay="1000"/>
                                  </p:stCondLst>
                                  <p:childTnLst>
                                    <p:set>
                                      <p:cBhvr>
                                        <p:cTn id="15" dur="1" fill="hold">
                                          <p:stCondLst>
                                            <p:cond delay="0"/>
                                          </p:stCondLst>
                                        </p:cTn>
                                        <p:tgtEl>
                                          <p:spTgt spid="134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53" grpId="0" animBg="1"/>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Text Box 2">
            <a:extLst>
              <a:ext uri="{FF2B5EF4-FFF2-40B4-BE49-F238E27FC236}">
                <a16:creationId xmlns:a16="http://schemas.microsoft.com/office/drawing/2014/main" id="{1A230DFE-3B10-EC76-AEB8-82F3979093DF}"/>
              </a:ext>
            </a:extLst>
          </p:cNvPr>
          <p:cNvSpPr txBox="1">
            <a:spLocks noChangeArrowheads="1"/>
          </p:cNvSpPr>
          <p:nvPr/>
        </p:nvSpPr>
        <p:spPr bwMode="auto">
          <a:xfrm>
            <a:off x="457200" y="609600"/>
            <a:ext cx="8382000" cy="519113"/>
          </a:xfrm>
          <a:prstGeom prst="rect">
            <a:avLst/>
          </a:prstGeom>
          <a:gradFill rotWithShape="1">
            <a:gsLst>
              <a:gs pos="0">
                <a:srgbClr val="990000">
                  <a:alpha val="35001"/>
                </a:srgbClr>
              </a:gs>
              <a:gs pos="100000">
                <a:srgbClr val="470000">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800" b="1"/>
              <a:t>The Effect of Molecular Polarity on Behavior</a:t>
            </a:r>
          </a:p>
        </p:txBody>
      </p:sp>
      <p:graphicFrame>
        <p:nvGraphicFramePr>
          <p:cNvPr id="327683" name="Object 5">
            <a:extLst>
              <a:ext uri="{FF2B5EF4-FFF2-40B4-BE49-F238E27FC236}">
                <a16:creationId xmlns:a16="http://schemas.microsoft.com/office/drawing/2014/main" id="{C4CD3F50-51E2-1FFD-C85E-E633D131ECDF}"/>
              </a:ext>
            </a:extLst>
          </p:cNvPr>
          <p:cNvGraphicFramePr>
            <a:graphicFrameLocks noChangeAspect="1"/>
          </p:cNvGraphicFramePr>
          <p:nvPr/>
        </p:nvGraphicFramePr>
        <p:xfrm>
          <a:off x="1249363" y="2133600"/>
          <a:ext cx="2209800" cy="1816100"/>
        </p:xfrm>
        <a:graphic>
          <a:graphicData uri="http://schemas.openxmlformats.org/presentationml/2006/ole">
            <mc:AlternateContent xmlns:mc="http://schemas.openxmlformats.org/markup-compatibility/2006">
              <mc:Choice xmlns:v="urn:schemas-microsoft-com:vml" Requires="v">
                <p:oleObj r:id="rId2" imgW="1422400" imgH="1168400" progId="">
                  <p:embed/>
                </p:oleObj>
              </mc:Choice>
              <mc:Fallback>
                <p:oleObj r:id="rId2" imgW="1422400" imgH="1168400" progId="">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9363" y="2133600"/>
                        <a:ext cx="2209800" cy="181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27684" name="Text Box 6">
            <a:extLst>
              <a:ext uri="{FF2B5EF4-FFF2-40B4-BE49-F238E27FC236}">
                <a16:creationId xmlns:a16="http://schemas.microsoft.com/office/drawing/2014/main" id="{C4128FEC-FCCE-5A7B-F4E1-5DFAAB801251}"/>
              </a:ext>
            </a:extLst>
          </p:cNvPr>
          <p:cNvSpPr txBox="1">
            <a:spLocks noChangeArrowheads="1"/>
          </p:cNvSpPr>
          <p:nvPr/>
        </p:nvSpPr>
        <p:spPr bwMode="auto">
          <a:xfrm>
            <a:off x="914400" y="1295400"/>
            <a:ext cx="6521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Example: The </a:t>
            </a:r>
            <a:r>
              <a:rPr lang="en-US" altLang="en-US" i="1"/>
              <a:t>cis</a:t>
            </a:r>
            <a:r>
              <a:rPr lang="en-US" altLang="en-US"/>
              <a:t> and </a:t>
            </a:r>
            <a:r>
              <a:rPr lang="en-US" altLang="en-US" i="1"/>
              <a:t>trans</a:t>
            </a:r>
            <a:r>
              <a:rPr lang="en-US" altLang="en-US"/>
              <a:t> isomers of C</a:t>
            </a:r>
            <a:r>
              <a:rPr lang="en-US" altLang="en-US" baseline="-25000"/>
              <a:t>2</a:t>
            </a:r>
            <a:r>
              <a:rPr lang="en-US" altLang="en-US"/>
              <a:t>H</a:t>
            </a:r>
            <a:r>
              <a:rPr lang="en-US" altLang="en-US" baseline="-25000"/>
              <a:t>2</a:t>
            </a:r>
            <a:r>
              <a:rPr lang="en-US" altLang="en-US"/>
              <a:t>Cl</a:t>
            </a:r>
            <a:r>
              <a:rPr lang="en-US" altLang="en-US" baseline="-25000"/>
              <a:t>2</a:t>
            </a:r>
            <a:endParaRPr lang="en-US" altLang="en-US"/>
          </a:p>
        </p:txBody>
      </p:sp>
      <p:sp>
        <p:nvSpPr>
          <p:cNvPr id="327685" name="Text Box 7">
            <a:extLst>
              <a:ext uri="{FF2B5EF4-FFF2-40B4-BE49-F238E27FC236}">
                <a16:creationId xmlns:a16="http://schemas.microsoft.com/office/drawing/2014/main" id="{48542AE3-F155-4494-A682-F94C28F2E6BE}"/>
              </a:ext>
            </a:extLst>
          </p:cNvPr>
          <p:cNvSpPr txBox="1">
            <a:spLocks noChangeArrowheads="1"/>
          </p:cNvSpPr>
          <p:nvPr/>
        </p:nvSpPr>
        <p:spPr bwMode="auto">
          <a:xfrm>
            <a:off x="762000" y="4343400"/>
            <a:ext cx="77120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The </a:t>
            </a:r>
            <a:r>
              <a:rPr lang="en-US" altLang="en-US" i="1"/>
              <a:t>cis</a:t>
            </a:r>
            <a:r>
              <a:rPr lang="en-US" altLang="en-US"/>
              <a:t> isomer is polar while the </a:t>
            </a:r>
            <a:r>
              <a:rPr lang="en-US" altLang="en-US" i="1"/>
              <a:t>trans</a:t>
            </a:r>
            <a:r>
              <a:rPr lang="en-US" altLang="en-US"/>
              <a:t> isomer is not. The boiling point of the </a:t>
            </a:r>
            <a:r>
              <a:rPr lang="en-US" altLang="en-US" i="1"/>
              <a:t>cis</a:t>
            </a:r>
            <a:r>
              <a:rPr lang="en-US" altLang="en-US"/>
              <a:t> isomer is 13</a:t>
            </a:r>
            <a:r>
              <a:rPr lang="en-US" altLang="en-US">
                <a:cs typeface="Arial" panose="020B0604020202020204" pitchFamily="34" charset="0"/>
              </a:rPr>
              <a:t>ºC higher than that of the </a:t>
            </a:r>
            <a:r>
              <a:rPr lang="en-US" altLang="en-US" i="1">
                <a:cs typeface="Arial" panose="020B0604020202020204" pitchFamily="34" charset="0"/>
              </a:rPr>
              <a:t>trans</a:t>
            </a:r>
            <a:r>
              <a:rPr lang="en-US" altLang="en-US">
                <a:cs typeface="Arial" panose="020B0604020202020204" pitchFamily="34" charset="0"/>
              </a:rPr>
              <a:t> isomer.</a:t>
            </a:r>
          </a:p>
        </p:txBody>
      </p:sp>
      <p:graphicFrame>
        <p:nvGraphicFramePr>
          <p:cNvPr id="327686" name="Object 8">
            <a:extLst>
              <a:ext uri="{FF2B5EF4-FFF2-40B4-BE49-F238E27FC236}">
                <a16:creationId xmlns:a16="http://schemas.microsoft.com/office/drawing/2014/main" id="{DE048CE5-DA06-435E-6482-4CEBDF8AA9FF}"/>
              </a:ext>
            </a:extLst>
          </p:cNvPr>
          <p:cNvGraphicFramePr>
            <a:graphicFrameLocks noChangeAspect="1"/>
          </p:cNvGraphicFramePr>
          <p:nvPr/>
        </p:nvGraphicFramePr>
        <p:xfrm>
          <a:off x="5059363" y="2133600"/>
          <a:ext cx="1798637" cy="1905000"/>
        </p:xfrm>
        <a:graphic>
          <a:graphicData uri="http://schemas.openxmlformats.org/presentationml/2006/ole">
            <mc:AlternateContent xmlns:mc="http://schemas.openxmlformats.org/markup-compatibility/2006">
              <mc:Choice xmlns:v="urn:schemas-microsoft-com:vml" Requires="v">
                <p:oleObj r:id="rId4" imgW="1168400" imgH="1231900" progId="">
                  <p:embed/>
                </p:oleObj>
              </mc:Choice>
              <mc:Fallback>
                <p:oleObj r:id="rId4" imgW="1168400" imgH="1231900" progId="">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9363" y="2133600"/>
                        <a:ext cx="1798637" cy="190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Text Box 9">
            <a:extLst>
              <a:ext uri="{FF2B5EF4-FFF2-40B4-BE49-F238E27FC236}">
                <a16:creationId xmlns:a16="http://schemas.microsoft.com/office/drawing/2014/main" id="{16E6D266-0274-656E-3F69-7F880AB5F47A}"/>
              </a:ext>
            </a:extLst>
          </p:cNvPr>
          <p:cNvSpPr txBox="1">
            <a:spLocks noChangeArrowheads="1"/>
          </p:cNvSpPr>
          <p:nvPr/>
        </p:nvSpPr>
        <p:spPr bwMode="auto">
          <a:xfrm>
            <a:off x="304800" y="669925"/>
            <a:ext cx="190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cs typeface="Arial" panose="020B0604020202020204" pitchFamily="34" charset="0"/>
              </a:rPr>
              <a:t>Figure 10.14</a:t>
            </a:r>
          </a:p>
        </p:txBody>
      </p:sp>
      <p:sp>
        <p:nvSpPr>
          <p:cNvPr id="328707" name="Text Box 10">
            <a:extLst>
              <a:ext uri="{FF2B5EF4-FFF2-40B4-BE49-F238E27FC236}">
                <a16:creationId xmlns:a16="http://schemas.microsoft.com/office/drawing/2014/main" id="{A5128B20-EC20-27E0-FF5E-2E4F3536E599}"/>
              </a:ext>
            </a:extLst>
          </p:cNvPr>
          <p:cNvSpPr txBox="1">
            <a:spLocks noChangeArrowheads="1"/>
          </p:cNvSpPr>
          <p:nvPr/>
        </p:nvSpPr>
        <p:spPr bwMode="auto">
          <a:xfrm>
            <a:off x="2133600" y="669925"/>
            <a:ext cx="6553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The influence of atomic properties on macroscopic behavior.</a:t>
            </a:r>
          </a:p>
        </p:txBody>
      </p:sp>
      <p:pic>
        <p:nvPicPr>
          <p:cNvPr id="328708" name="Picture 5" descr="siL40183_10_14.jpg">
            <a:extLst>
              <a:ext uri="{FF2B5EF4-FFF2-40B4-BE49-F238E27FC236}">
                <a16:creationId xmlns:a16="http://schemas.microsoft.com/office/drawing/2014/main" id="{77E17549-5E7C-B339-C74B-16910FECFA8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7675" y="2397125"/>
            <a:ext cx="8248650"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3" name="Text Box 7">
            <a:extLst>
              <a:ext uri="{FF2B5EF4-FFF2-40B4-BE49-F238E27FC236}">
                <a16:creationId xmlns:a16="http://schemas.microsoft.com/office/drawing/2014/main" id="{6D184DBE-DB9F-10EF-2F7B-26F012329073}"/>
              </a:ext>
            </a:extLst>
          </p:cNvPr>
          <p:cNvSpPr txBox="1">
            <a:spLocks noChangeArrowheads="1"/>
          </p:cNvSpPr>
          <p:nvPr/>
        </p:nvSpPr>
        <p:spPr bwMode="auto">
          <a:xfrm>
            <a:off x="381000" y="4800600"/>
            <a:ext cx="8382000" cy="1430338"/>
          </a:xfrm>
          <a:prstGeom prst="rect">
            <a:avLst/>
          </a:prstGeom>
          <a:noFill/>
          <a:ln w="57150" cmpd="thinThick">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800"/>
              <a:t>Molecular orbital theory – bonds are formed from interaction of atomic orbitals to form </a:t>
            </a:r>
            <a:r>
              <a:rPr lang="en-US" altLang="en-US" sz="2800" b="1"/>
              <a:t>molecular</a:t>
            </a:r>
            <a:r>
              <a:rPr lang="en-US" altLang="en-US" sz="2800"/>
              <a:t> orbitals.</a:t>
            </a:r>
          </a:p>
        </p:txBody>
      </p:sp>
      <p:grpSp>
        <p:nvGrpSpPr>
          <p:cNvPr id="329731" name="Group 41">
            <a:extLst>
              <a:ext uri="{FF2B5EF4-FFF2-40B4-BE49-F238E27FC236}">
                <a16:creationId xmlns:a16="http://schemas.microsoft.com/office/drawing/2014/main" id="{97125185-F25C-63DC-FA4B-DB833D4E8DAA}"/>
              </a:ext>
            </a:extLst>
          </p:cNvPr>
          <p:cNvGrpSpPr>
            <a:grpSpLocks/>
          </p:cNvGrpSpPr>
          <p:nvPr/>
        </p:nvGrpSpPr>
        <p:grpSpPr bwMode="auto">
          <a:xfrm rot="-5400000">
            <a:off x="1854993" y="1269207"/>
            <a:ext cx="468313" cy="1130300"/>
            <a:chOff x="912" y="2944"/>
            <a:chExt cx="295" cy="712"/>
          </a:xfrm>
        </p:grpSpPr>
        <p:grpSp>
          <p:nvGrpSpPr>
            <p:cNvPr id="329740" name="Group 19">
              <a:extLst>
                <a:ext uri="{FF2B5EF4-FFF2-40B4-BE49-F238E27FC236}">
                  <a16:creationId xmlns:a16="http://schemas.microsoft.com/office/drawing/2014/main" id="{F86B7CC4-9349-1B6D-20D5-64B15B223F60}"/>
                </a:ext>
              </a:extLst>
            </p:cNvPr>
            <p:cNvGrpSpPr>
              <a:grpSpLocks/>
            </p:cNvGrpSpPr>
            <p:nvPr/>
          </p:nvGrpSpPr>
          <p:grpSpPr bwMode="auto">
            <a:xfrm rot="5400000">
              <a:off x="820" y="3036"/>
              <a:ext cx="480" cy="295"/>
              <a:chOff x="3456" y="3456"/>
              <a:chExt cx="480" cy="295"/>
            </a:xfrm>
          </p:grpSpPr>
          <p:sp>
            <p:nvSpPr>
              <p:cNvPr id="329749" name="Text Box 20">
                <a:extLst>
                  <a:ext uri="{FF2B5EF4-FFF2-40B4-BE49-F238E27FC236}">
                    <a16:creationId xmlns:a16="http://schemas.microsoft.com/office/drawing/2014/main" id="{790B1026-D123-0691-9018-E22E20653C33}"/>
                  </a:ext>
                </a:extLst>
              </p:cNvPr>
              <p:cNvSpPr txBox="1">
                <a:spLocks noChangeArrowheads="1"/>
              </p:cNvSpPr>
              <p:nvPr/>
            </p:nvSpPr>
            <p:spPr bwMode="auto">
              <a:xfrm>
                <a:off x="3456" y="3463"/>
                <a:ext cx="26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O</a:t>
                </a:r>
              </a:p>
            </p:txBody>
          </p:sp>
          <p:grpSp>
            <p:nvGrpSpPr>
              <p:cNvPr id="329750" name="Group 21">
                <a:extLst>
                  <a:ext uri="{FF2B5EF4-FFF2-40B4-BE49-F238E27FC236}">
                    <a16:creationId xmlns:a16="http://schemas.microsoft.com/office/drawing/2014/main" id="{7AC47BD3-E4D6-99DE-080F-89B88BC251DB}"/>
                  </a:ext>
                </a:extLst>
              </p:cNvPr>
              <p:cNvGrpSpPr>
                <a:grpSpLocks/>
              </p:cNvGrpSpPr>
              <p:nvPr/>
            </p:nvGrpSpPr>
            <p:grpSpPr bwMode="auto">
              <a:xfrm>
                <a:off x="3696" y="3585"/>
                <a:ext cx="240" cy="44"/>
                <a:chOff x="960" y="3712"/>
                <a:chExt cx="240" cy="44"/>
              </a:xfrm>
            </p:grpSpPr>
            <p:sp>
              <p:nvSpPr>
                <p:cNvPr id="329757" name="Line 22">
                  <a:extLst>
                    <a:ext uri="{FF2B5EF4-FFF2-40B4-BE49-F238E27FC236}">
                      <a16:creationId xmlns:a16="http://schemas.microsoft.com/office/drawing/2014/main" id="{E36E533E-1EBA-9386-82C7-D8BD24C10E6B}"/>
                    </a:ext>
                  </a:extLst>
                </p:cNvPr>
                <p:cNvSpPr>
                  <a:spLocks noChangeShapeType="1"/>
                </p:cNvSpPr>
                <p:nvPr/>
              </p:nvSpPr>
              <p:spPr bwMode="auto">
                <a:xfrm>
                  <a:off x="960" y="3756"/>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9758" name="Line 23">
                  <a:extLst>
                    <a:ext uri="{FF2B5EF4-FFF2-40B4-BE49-F238E27FC236}">
                      <a16:creationId xmlns:a16="http://schemas.microsoft.com/office/drawing/2014/main" id="{CB10E691-5241-1C15-A9FA-C68F94FD61D6}"/>
                    </a:ext>
                  </a:extLst>
                </p:cNvPr>
                <p:cNvSpPr>
                  <a:spLocks noChangeShapeType="1"/>
                </p:cNvSpPr>
                <p:nvPr/>
              </p:nvSpPr>
              <p:spPr bwMode="auto">
                <a:xfrm>
                  <a:off x="960" y="3712"/>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29751" name="Group 24">
                <a:extLst>
                  <a:ext uri="{FF2B5EF4-FFF2-40B4-BE49-F238E27FC236}">
                    <a16:creationId xmlns:a16="http://schemas.microsoft.com/office/drawing/2014/main" id="{E49A63AC-824F-AF2B-9AA4-984796BCA59A}"/>
                  </a:ext>
                </a:extLst>
              </p:cNvPr>
              <p:cNvGrpSpPr>
                <a:grpSpLocks/>
              </p:cNvGrpSpPr>
              <p:nvPr/>
            </p:nvGrpSpPr>
            <p:grpSpPr bwMode="auto">
              <a:xfrm rot="10800000">
                <a:off x="3520" y="3456"/>
                <a:ext cx="144" cy="48"/>
                <a:chOff x="3824" y="3888"/>
                <a:chExt cx="144" cy="48"/>
              </a:xfrm>
            </p:grpSpPr>
            <p:sp>
              <p:nvSpPr>
                <p:cNvPr id="329755" name="Oval 25">
                  <a:extLst>
                    <a:ext uri="{FF2B5EF4-FFF2-40B4-BE49-F238E27FC236}">
                      <a16:creationId xmlns:a16="http://schemas.microsoft.com/office/drawing/2014/main" id="{2639CF54-D506-3179-F9AB-8AA04C266EAE}"/>
                    </a:ext>
                  </a:extLst>
                </p:cNvPr>
                <p:cNvSpPr>
                  <a:spLocks noChangeArrowheads="1"/>
                </p:cNvSpPr>
                <p:nvPr/>
              </p:nvSpPr>
              <p:spPr bwMode="auto">
                <a:xfrm rot="5400000">
                  <a:off x="3920" y="388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endParaRPr lang="en-US" altLang="en-US"/>
                </a:p>
              </p:txBody>
            </p:sp>
            <p:sp>
              <p:nvSpPr>
                <p:cNvPr id="329756" name="Oval 26">
                  <a:extLst>
                    <a:ext uri="{FF2B5EF4-FFF2-40B4-BE49-F238E27FC236}">
                      <a16:creationId xmlns:a16="http://schemas.microsoft.com/office/drawing/2014/main" id="{AD9CB1F7-3B58-802D-2FDF-B6BC11608924}"/>
                    </a:ext>
                  </a:extLst>
                </p:cNvPr>
                <p:cNvSpPr>
                  <a:spLocks noChangeArrowheads="1"/>
                </p:cNvSpPr>
                <p:nvPr/>
              </p:nvSpPr>
              <p:spPr bwMode="auto">
                <a:xfrm rot="5400000">
                  <a:off x="3824" y="388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endParaRPr lang="en-US" altLang="en-US"/>
                </a:p>
              </p:txBody>
            </p:sp>
          </p:grpSp>
          <p:grpSp>
            <p:nvGrpSpPr>
              <p:cNvPr id="329752" name="Group 27">
                <a:extLst>
                  <a:ext uri="{FF2B5EF4-FFF2-40B4-BE49-F238E27FC236}">
                    <a16:creationId xmlns:a16="http://schemas.microsoft.com/office/drawing/2014/main" id="{80B92B1C-E6BC-7099-A5EB-606E91F8FFCE}"/>
                  </a:ext>
                </a:extLst>
              </p:cNvPr>
              <p:cNvGrpSpPr>
                <a:grpSpLocks/>
              </p:cNvGrpSpPr>
              <p:nvPr/>
            </p:nvGrpSpPr>
            <p:grpSpPr bwMode="auto">
              <a:xfrm rot="10800000">
                <a:off x="3520" y="3696"/>
                <a:ext cx="144" cy="48"/>
                <a:chOff x="3824" y="3888"/>
                <a:chExt cx="144" cy="48"/>
              </a:xfrm>
            </p:grpSpPr>
            <p:sp>
              <p:nvSpPr>
                <p:cNvPr id="329753" name="Oval 28">
                  <a:extLst>
                    <a:ext uri="{FF2B5EF4-FFF2-40B4-BE49-F238E27FC236}">
                      <a16:creationId xmlns:a16="http://schemas.microsoft.com/office/drawing/2014/main" id="{8CF2BC6E-B616-DDB8-42D9-7AF480B08E40}"/>
                    </a:ext>
                  </a:extLst>
                </p:cNvPr>
                <p:cNvSpPr>
                  <a:spLocks noChangeArrowheads="1"/>
                </p:cNvSpPr>
                <p:nvPr/>
              </p:nvSpPr>
              <p:spPr bwMode="auto">
                <a:xfrm rot="5400000">
                  <a:off x="3920" y="388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endParaRPr lang="en-US" altLang="en-US"/>
                </a:p>
              </p:txBody>
            </p:sp>
            <p:sp>
              <p:nvSpPr>
                <p:cNvPr id="329754" name="Oval 29">
                  <a:extLst>
                    <a:ext uri="{FF2B5EF4-FFF2-40B4-BE49-F238E27FC236}">
                      <a16:creationId xmlns:a16="http://schemas.microsoft.com/office/drawing/2014/main" id="{903161E6-DA7B-03AF-353C-7727A5D57FA6}"/>
                    </a:ext>
                  </a:extLst>
                </p:cNvPr>
                <p:cNvSpPr>
                  <a:spLocks noChangeArrowheads="1"/>
                </p:cNvSpPr>
                <p:nvPr/>
              </p:nvSpPr>
              <p:spPr bwMode="auto">
                <a:xfrm rot="5400000">
                  <a:off x="3824" y="388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endParaRPr lang="en-US" altLang="en-US"/>
                </a:p>
              </p:txBody>
            </p:sp>
          </p:grpSp>
        </p:grpSp>
        <p:grpSp>
          <p:nvGrpSpPr>
            <p:cNvPr id="329741" name="Group 30">
              <a:extLst>
                <a:ext uri="{FF2B5EF4-FFF2-40B4-BE49-F238E27FC236}">
                  <a16:creationId xmlns:a16="http://schemas.microsoft.com/office/drawing/2014/main" id="{7C6EE1DA-0CF4-722F-2EFD-45336B60A702}"/>
                </a:ext>
              </a:extLst>
            </p:cNvPr>
            <p:cNvGrpSpPr>
              <a:grpSpLocks/>
            </p:cNvGrpSpPr>
            <p:nvPr/>
          </p:nvGrpSpPr>
          <p:grpSpPr bwMode="auto">
            <a:xfrm rot="-5400000">
              <a:off x="923" y="3380"/>
              <a:ext cx="265" cy="288"/>
              <a:chOff x="2480" y="3312"/>
              <a:chExt cx="265" cy="288"/>
            </a:xfrm>
          </p:grpSpPr>
          <p:sp>
            <p:nvSpPr>
              <p:cNvPr id="329742" name="Text Box 31">
                <a:extLst>
                  <a:ext uri="{FF2B5EF4-FFF2-40B4-BE49-F238E27FC236}">
                    <a16:creationId xmlns:a16="http://schemas.microsoft.com/office/drawing/2014/main" id="{129EEE8F-A9D6-C7F0-CECD-67255BACE0DA}"/>
                  </a:ext>
                </a:extLst>
              </p:cNvPr>
              <p:cNvSpPr txBox="1">
                <a:spLocks noChangeArrowheads="1"/>
              </p:cNvSpPr>
              <p:nvPr/>
            </p:nvSpPr>
            <p:spPr bwMode="auto">
              <a:xfrm>
                <a:off x="2480" y="3312"/>
                <a:ext cx="26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O</a:t>
                </a:r>
              </a:p>
            </p:txBody>
          </p:sp>
          <p:grpSp>
            <p:nvGrpSpPr>
              <p:cNvPr id="329743" name="Group 32">
                <a:extLst>
                  <a:ext uri="{FF2B5EF4-FFF2-40B4-BE49-F238E27FC236}">
                    <a16:creationId xmlns:a16="http://schemas.microsoft.com/office/drawing/2014/main" id="{6B6EB364-96AA-A3E7-0134-5DBC1CEF4618}"/>
                  </a:ext>
                </a:extLst>
              </p:cNvPr>
              <p:cNvGrpSpPr>
                <a:grpSpLocks/>
              </p:cNvGrpSpPr>
              <p:nvPr/>
            </p:nvGrpSpPr>
            <p:grpSpPr bwMode="auto">
              <a:xfrm rot="10800000">
                <a:off x="2544" y="3312"/>
                <a:ext cx="144" cy="48"/>
                <a:chOff x="3824" y="3888"/>
                <a:chExt cx="144" cy="48"/>
              </a:xfrm>
            </p:grpSpPr>
            <p:sp>
              <p:nvSpPr>
                <p:cNvPr id="329747" name="Oval 33">
                  <a:extLst>
                    <a:ext uri="{FF2B5EF4-FFF2-40B4-BE49-F238E27FC236}">
                      <a16:creationId xmlns:a16="http://schemas.microsoft.com/office/drawing/2014/main" id="{70F4D9E5-B65C-6740-0E41-4E4D13E30EBE}"/>
                    </a:ext>
                  </a:extLst>
                </p:cNvPr>
                <p:cNvSpPr>
                  <a:spLocks noChangeArrowheads="1"/>
                </p:cNvSpPr>
                <p:nvPr/>
              </p:nvSpPr>
              <p:spPr bwMode="auto">
                <a:xfrm rot="5400000">
                  <a:off x="3920" y="388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endParaRPr lang="en-US" altLang="en-US"/>
                </a:p>
              </p:txBody>
            </p:sp>
            <p:sp>
              <p:nvSpPr>
                <p:cNvPr id="329748" name="Oval 34">
                  <a:extLst>
                    <a:ext uri="{FF2B5EF4-FFF2-40B4-BE49-F238E27FC236}">
                      <a16:creationId xmlns:a16="http://schemas.microsoft.com/office/drawing/2014/main" id="{DEAFC3BA-B11D-0ED5-325B-86D26E97B8EE}"/>
                    </a:ext>
                  </a:extLst>
                </p:cNvPr>
                <p:cNvSpPr>
                  <a:spLocks noChangeArrowheads="1"/>
                </p:cNvSpPr>
                <p:nvPr/>
              </p:nvSpPr>
              <p:spPr bwMode="auto">
                <a:xfrm rot="5400000">
                  <a:off x="3824" y="388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endParaRPr lang="en-US" altLang="en-US"/>
                </a:p>
              </p:txBody>
            </p:sp>
          </p:grpSp>
          <p:grpSp>
            <p:nvGrpSpPr>
              <p:cNvPr id="329744" name="Group 35">
                <a:extLst>
                  <a:ext uri="{FF2B5EF4-FFF2-40B4-BE49-F238E27FC236}">
                    <a16:creationId xmlns:a16="http://schemas.microsoft.com/office/drawing/2014/main" id="{5E0A59F6-E765-711A-A313-980587F57628}"/>
                  </a:ext>
                </a:extLst>
              </p:cNvPr>
              <p:cNvGrpSpPr>
                <a:grpSpLocks/>
              </p:cNvGrpSpPr>
              <p:nvPr/>
            </p:nvGrpSpPr>
            <p:grpSpPr bwMode="auto">
              <a:xfrm rot="10800000">
                <a:off x="2544" y="3552"/>
                <a:ext cx="144" cy="48"/>
                <a:chOff x="3824" y="3888"/>
                <a:chExt cx="144" cy="48"/>
              </a:xfrm>
            </p:grpSpPr>
            <p:sp>
              <p:nvSpPr>
                <p:cNvPr id="329745" name="Oval 36">
                  <a:extLst>
                    <a:ext uri="{FF2B5EF4-FFF2-40B4-BE49-F238E27FC236}">
                      <a16:creationId xmlns:a16="http://schemas.microsoft.com/office/drawing/2014/main" id="{6FF9987E-8484-C814-9C07-1E3226E3BF92}"/>
                    </a:ext>
                  </a:extLst>
                </p:cNvPr>
                <p:cNvSpPr>
                  <a:spLocks noChangeArrowheads="1"/>
                </p:cNvSpPr>
                <p:nvPr/>
              </p:nvSpPr>
              <p:spPr bwMode="auto">
                <a:xfrm rot="5400000">
                  <a:off x="3920" y="388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endParaRPr lang="en-US" altLang="en-US"/>
                </a:p>
              </p:txBody>
            </p:sp>
            <p:sp>
              <p:nvSpPr>
                <p:cNvPr id="329746" name="Oval 37">
                  <a:extLst>
                    <a:ext uri="{FF2B5EF4-FFF2-40B4-BE49-F238E27FC236}">
                      <a16:creationId xmlns:a16="http://schemas.microsoft.com/office/drawing/2014/main" id="{38B8885B-C233-B16A-4272-F9DA252537A3}"/>
                    </a:ext>
                  </a:extLst>
                </p:cNvPr>
                <p:cNvSpPr>
                  <a:spLocks noChangeArrowheads="1"/>
                </p:cNvSpPr>
                <p:nvPr/>
              </p:nvSpPr>
              <p:spPr bwMode="auto">
                <a:xfrm rot="5400000">
                  <a:off x="3824" y="3888"/>
                  <a:ext cx="48" cy="4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endParaRPr lang="en-US" altLang="en-US"/>
                </a:p>
              </p:txBody>
            </p:sp>
          </p:grpSp>
        </p:grpSp>
      </p:grpSp>
      <p:sp>
        <p:nvSpPr>
          <p:cNvPr id="329732" name="Text Box 42">
            <a:extLst>
              <a:ext uri="{FF2B5EF4-FFF2-40B4-BE49-F238E27FC236}">
                <a16:creationId xmlns:a16="http://schemas.microsoft.com/office/drawing/2014/main" id="{1C014976-5012-520A-3B17-192FCFE9EC16}"/>
              </a:ext>
            </a:extLst>
          </p:cNvPr>
          <p:cNvSpPr txBox="1">
            <a:spLocks noChangeArrowheads="1"/>
          </p:cNvSpPr>
          <p:nvPr/>
        </p:nvSpPr>
        <p:spPr bwMode="auto">
          <a:xfrm>
            <a:off x="1003300" y="2176463"/>
            <a:ext cx="21701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No unpaired e</a:t>
            </a:r>
            <a:r>
              <a:rPr lang="en-US" altLang="en-US" baseline="30000"/>
              <a:t>-</a:t>
            </a:r>
            <a:endParaRPr lang="en-US" altLang="en-US"/>
          </a:p>
        </p:txBody>
      </p:sp>
      <p:sp>
        <p:nvSpPr>
          <p:cNvPr id="329733" name="Text Box 43">
            <a:extLst>
              <a:ext uri="{FF2B5EF4-FFF2-40B4-BE49-F238E27FC236}">
                <a16:creationId xmlns:a16="http://schemas.microsoft.com/office/drawing/2014/main" id="{D60CC293-ABBE-2922-84E0-9A49CAA2FBE8}"/>
              </a:ext>
            </a:extLst>
          </p:cNvPr>
          <p:cNvSpPr txBox="1">
            <a:spLocks noChangeArrowheads="1"/>
          </p:cNvSpPr>
          <p:nvPr/>
        </p:nvSpPr>
        <p:spPr bwMode="auto">
          <a:xfrm>
            <a:off x="444500" y="2743200"/>
            <a:ext cx="3289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Should be diamagnetic</a:t>
            </a:r>
          </a:p>
        </p:txBody>
      </p:sp>
      <p:pic>
        <p:nvPicPr>
          <p:cNvPr id="329734" name="Picture 8" descr="cha56011_1021">
            <a:extLst>
              <a:ext uri="{FF2B5EF4-FFF2-40B4-BE49-F238E27FC236}">
                <a16:creationId xmlns:a16="http://schemas.microsoft.com/office/drawing/2014/main" id="{B4C08F85-A73D-85A4-FC3E-EE102036B3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6863" y="1346200"/>
            <a:ext cx="4724400" cy="314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9735" name="Text Box 44">
            <a:extLst>
              <a:ext uri="{FF2B5EF4-FFF2-40B4-BE49-F238E27FC236}">
                <a16:creationId xmlns:a16="http://schemas.microsoft.com/office/drawing/2014/main" id="{81E740A4-1838-3A6C-8244-6DA48F45A3A5}"/>
              </a:ext>
            </a:extLst>
          </p:cNvPr>
          <p:cNvSpPr txBox="1">
            <a:spLocks noChangeArrowheads="1"/>
          </p:cNvSpPr>
          <p:nvPr/>
        </p:nvSpPr>
        <p:spPr bwMode="auto">
          <a:xfrm>
            <a:off x="3795713" y="304800"/>
            <a:ext cx="534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a:t>Experiments show O</a:t>
            </a:r>
            <a:r>
              <a:rPr lang="en-US" altLang="en-US" baseline="-25000"/>
              <a:t>2</a:t>
            </a:r>
            <a:r>
              <a:rPr lang="en-US" altLang="en-US"/>
              <a:t> is paramagnetic</a:t>
            </a:r>
          </a:p>
        </p:txBody>
      </p:sp>
      <p:sp>
        <p:nvSpPr>
          <p:cNvPr id="329736" name="Text Box 46">
            <a:extLst>
              <a:ext uri="{FF2B5EF4-FFF2-40B4-BE49-F238E27FC236}">
                <a16:creationId xmlns:a16="http://schemas.microsoft.com/office/drawing/2014/main" id="{B0145A05-E3AF-0998-8A9D-C3F045DB0BA7}"/>
              </a:ext>
            </a:extLst>
          </p:cNvPr>
          <p:cNvSpPr txBox="1">
            <a:spLocks noChangeArrowheads="1"/>
          </p:cNvSpPr>
          <p:nvPr/>
        </p:nvSpPr>
        <p:spPr bwMode="auto">
          <a:xfrm>
            <a:off x="8389938" y="6384925"/>
            <a:ext cx="677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eaLnBrk="1" hangingPunct="1">
              <a:spcBef>
                <a:spcPct val="50000"/>
              </a:spcBef>
            </a:pPr>
            <a:r>
              <a:rPr lang="en-US" altLang="en-US" sz="2000"/>
              <a:t>10.6</a:t>
            </a:r>
          </a:p>
        </p:txBody>
      </p:sp>
      <p:grpSp>
        <p:nvGrpSpPr>
          <p:cNvPr id="329737" name="Group 49">
            <a:extLst>
              <a:ext uri="{FF2B5EF4-FFF2-40B4-BE49-F238E27FC236}">
                <a16:creationId xmlns:a16="http://schemas.microsoft.com/office/drawing/2014/main" id="{9F0D99CC-2E29-BA2E-83B1-00DFB7DAFFA3}"/>
              </a:ext>
            </a:extLst>
          </p:cNvPr>
          <p:cNvGrpSpPr>
            <a:grpSpLocks/>
          </p:cNvGrpSpPr>
          <p:nvPr/>
        </p:nvGrpSpPr>
        <p:grpSpPr bwMode="auto">
          <a:xfrm>
            <a:off x="7010400" y="685800"/>
            <a:ext cx="1828800" cy="1905000"/>
            <a:chOff x="4416" y="432"/>
            <a:chExt cx="1152" cy="1200"/>
          </a:xfrm>
        </p:grpSpPr>
        <p:pic>
          <p:nvPicPr>
            <p:cNvPr id="329738" name="Picture 47" descr="10_21">
              <a:extLst>
                <a:ext uri="{FF2B5EF4-FFF2-40B4-BE49-F238E27FC236}">
                  <a16:creationId xmlns:a16="http://schemas.microsoft.com/office/drawing/2014/main" id="{C30C2F2F-F744-BECC-02E8-6605D0A9F8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0028" t="2083" r="9749" b="45833"/>
            <a:stretch>
              <a:fillRect/>
            </a:stretch>
          </p:blipFill>
          <p:spPr bwMode="auto">
            <a:xfrm>
              <a:off x="4416" y="432"/>
              <a:ext cx="1152" cy="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9739" name="Rectangle 48">
              <a:extLst>
                <a:ext uri="{FF2B5EF4-FFF2-40B4-BE49-F238E27FC236}">
                  <a16:creationId xmlns:a16="http://schemas.microsoft.com/office/drawing/2014/main" id="{A198B5CB-945E-375F-C3EF-CC477C0286DA}"/>
                </a:ext>
              </a:extLst>
            </p:cNvPr>
            <p:cNvSpPr>
              <a:spLocks noChangeArrowheads="1"/>
            </p:cNvSpPr>
            <p:nvPr/>
          </p:nvSpPr>
          <p:spPr bwMode="auto">
            <a:xfrm>
              <a:off x="5152" y="158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endParaRPr lang="en-US"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70663"/>
                                        </p:tgtEl>
                                        <p:attrNameLst>
                                          <p:attrName>style.visibility</p:attrName>
                                        </p:attrNameLst>
                                      </p:cBhvr>
                                      <p:to>
                                        <p:strVal val="visible"/>
                                      </p:to>
                                    </p:set>
                                    <p:anim calcmode="lin" valueType="num">
                                      <p:cBhvr>
                                        <p:cTn id="7" dur="500" fill="hold"/>
                                        <p:tgtEl>
                                          <p:spTgt spid="70663"/>
                                        </p:tgtEl>
                                        <p:attrNameLst>
                                          <p:attrName>ppt_w</p:attrName>
                                        </p:attrNameLst>
                                      </p:cBhvr>
                                      <p:tavLst>
                                        <p:tav tm="0">
                                          <p:val>
                                            <p:fltVal val="0"/>
                                          </p:val>
                                        </p:tav>
                                        <p:tav tm="100000">
                                          <p:val>
                                            <p:strVal val="#ppt_w"/>
                                          </p:val>
                                        </p:tav>
                                      </p:tavLst>
                                    </p:anim>
                                    <p:anim calcmode="lin" valueType="num">
                                      <p:cBhvr>
                                        <p:cTn id="8" dur="500" fill="hold"/>
                                        <p:tgtEl>
                                          <p:spTgt spid="7066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3" grpId="0" animBg="1" autoUpdateAnimBg="0"/>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Text Box 2">
            <a:extLst>
              <a:ext uri="{FF2B5EF4-FFF2-40B4-BE49-F238E27FC236}">
                <a16:creationId xmlns:a16="http://schemas.microsoft.com/office/drawing/2014/main" id="{494334EC-362F-D833-5709-879037B56D85}"/>
              </a:ext>
            </a:extLst>
          </p:cNvPr>
          <p:cNvSpPr txBox="1">
            <a:spLocks noChangeArrowheads="1"/>
          </p:cNvSpPr>
          <p:nvPr/>
        </p:nvSpPr>
        <p:spPr bwMode="auto">
          <a:xfrm>
            <a:off x="2590800" y="609600"/>
            <a:ext cx="4437063" cy="523875"/>
          </a:xfrm>
          <a:prstGeom prst="rect">
            <a:avLst/>
          </a:prstGeom>
          <a:blipFill dpi="0" rotWithShape="0">
            <a:blip r:embed="rId2"/>
            <a:srcRect/>
            <a:tile tx="0" ty="0" sx="100000" sy="100000" flip="none" algn="tl"/>
          </a:blipFill>
          <a:ln w="9525">
            <a:solidFill>
              <a:srgbClr val="8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800" b="1"/>
              <a:t>Limitations of VB Theory</a:t>
            </a:r>
            <a:endParaRPr lang="en-US" altLang="en-US" sz="2800"/>
          </a:p>
        </p:txBody>
      </p:sp>
      <p:sp>
        <p:nvSpPr>
          <p:cNvPr id="333827" name="Text Box 3">
            <a:extLst>
              <a:ext uri="{FF2B5EF4-FFF2-40B4-BE49-F238E27FC236}">
                <a16:creationId xmlns:a16="http://schemas.microsoft.com/office/drawing/2014/main" id="{CED462B0-AA44-45C1-8CC7-1735AF277813}"/>
              </a:ext>
            </a:extLst>
          </p:cNvPr>
          <p:cNvSpPr txBox="1">
            <a:spLocks noChangeArrowheads="1"/>
          </p:cNvSpPr>
          <p:nvPr/>
        </p:nvSpPr>
        <p:spPr bwMode="auto">
          <a:xfrm>
            <a:off x="1457325" y="1735138"/>
            <a:ext cx="670560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latin typeface="Textile"/>
              </a:rPr>
              <a:t>Inadequately explains magnetic/spectral properties</a:t>
            </a:r>
          </a:p>
        </p:txBody>
      </p:sp>
      <p:sp>
        <p:nvSpPr>
          <p:cNvPr id="333828" name="Text Box 4">
            <a:extLst>
              <a:ext uri="{FF2B5EF4-FFF2-40B4-BE49-F238E27FC236}">
                <a16:creationId xmlns:a16="http://schemas.microsoft.com/office/drawing/2014/main" id="{A26158B9-F87F-8F82-5CAF-D26386CA2CAC}"/>
              </a:ext>
            </a:extLst>
          </p:cNvPr>
          <p:cNvSpPr txBox="1">
            <a:spLocks noChangeArrowheads="1"/>
          </p:cNvSpPr>
          <p:nvPr/>
        </p:nvSpPr>
        <p:spPr bwMode="auto">
          <a:xfrm>
            <a:off x="1519238" y="2651125"/>
            <a:ext cx="724535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latin typeface="Textile"/>
              </a:rPr>
              <a:t>Inadequately treats electron delocalization</a:t>
            </a:r>
            <a:endParaRPr lang="en-US" altLang="en-US"/>
          </a:p>
        </p:txBody>
      </p:sp>
      <p:sp>
        <p:nvSpPr>
          <p:cNvPr id="333829" name="Text Box 5">
            <a:extLst>
              <a:ext uri="{FF2B5EF4-FFF2-40B4-BE49-F238E27FC236}">
                <a16:creationId xmlns:a16="http://schemas.microsoft.com/office/drawing/2014/main" id="{E0DE35EA-73F4-A983-EC0F-2D4E018A70B2}"/>
              </a:ext>
            </a:extLst>
          </p:cNvPr>
          <p:cNvSpPr txBox="1">
            <a:spLocks noChangeArrowheads="1"/>
          </p:cNvSpPr>
          <p:nvPr/>
        </p:nvSpPr>
        <p:spPr bwMode="auto">
          <a:xfrm>
            <a:off x="1116013" y="3962400"/>
            <a:ext cx="6911975" cy="466725"/>
          </a:xfrm>
          <a:prstGeom prst="rect">
            <a:avLst/>
          </a:prstGeom>
          <a:solidFill>
            <a:srgbClr val="CCFFCC"/>
          </a:solidFill>
          <a:ln w="9525">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b="1"/>
              <a:t>VB theory assumes a </a:t>
            </a:r>
            <a:r>
              <a:rPr lang="en-US" altLang="en-US" b="1" u="sng"/>
              <a:t>localized</a:t>
            </a:r>
            <a:r>
              <a:rPr lang="en-US" altLang="en-US" b="1"/>
              <a:t> bonding model</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382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33828"/>
                                        </p:tgtEl>
                                        <p:attrNameLst>
                                          <p:attrName>style.visibility</p:attrName>
                                        </p:attrNameLst>
                                      </p:cBhvr>
                                      <p:to>
                                        <p:strVal val="visible"/>
                                      </p:to>
                                    </p:set>
                                    <p:animEffect transition="in" filter="fade">
                                      <p:cBhvr>
                                        <p:cTn id="11" dur="500"/>
                                        <p:tgtEl>
                                          <p:spTgt spid="33382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333829"/>
                                        </p:tgtEl>
                                        <p:attrNameLst>
                                          <p:attrName>style.visibility</p:attrName>
                                        </p:attrNameLst>
                                      </p:cBhvr>
                                      <p:to>
                                        <p:strVal val="visible"/>
                                      </p:to>
                                    </p:set>
                                    <p:anim calcmode="lin" valueType="num">
                                      <p:cBhvr>
                                        <p:cTn id="16" dur="500" fill="hold"/>
                                        <p:tgtEl>
                                          <p:spTgt spid="333829"/>
                                        </p:tgtEl>
                                        <p:attrNameLst>
                                          <p:attrName>ppt_w</p:attrName>
                                        </p:attrNameLst>
                                      </p:cBhvr>
                                      <p:tavLst>
                                        <p:tav tm="0">
                                          <p:val>
                                            <p:fltVal val="0"/>
                                          </p:val>
                                        </p:tav>
                                        <p:tav tm="100000">
                                          <p:val>
                                            <p:strVal val="#ppt_w"/>
                                          </p:val>
                                        </p:tav>
                                      </p:tavLst>
                                    </p:anim>
                                    <p:anim calcmode="lin" valueType="num">
                                      <p:cBhvr>
                                        <p:cTn id="17" dur="500" fill="hold"/>
                                        <p:tgtEl>
                                          <p:spTgt spid="333829"/>
                                        </p:tgtEl>
                                        <p:attrNameLst>
                                          <p:attrName>ppt_h</p:attrName>
                                        </p:attrNameLst>
                                      </p:cBhvr>
                                      <p:tavLst>
                                        <p:tav tm="0">
                                          <p:val>
                                            <p:fltVal val="0"/>
                                          </p:val>
                                        </p:tav>
                                        <p:tav tm="100000">
                                          <p:val>
                                            <p:strVal val="#ppt_h"/>
                                          </p:val>
                                        </p:tav>
                                      </p:tavLst>
                                    </p:anim>
                                    <p:animEffect transition="in" filter="fade">
                                      <p:cBhvr>
                                        <p:cTn id="18" dur="500"/>
                                        <p:tgtEl>
                                          <p:spTgt spid="3338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827" grpId="0"/>
      <p:bldP spid="333828" grpId="0"/>
      <p:bldP spid="333829" grpId="0" animBg="1"/>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Text Box 2">
            <a:extLst>
              <a:ext uri="{FF2B5EF4-FFF2-40B4-BE49-F238E27FC236}">
                <a16:creationId xmlns:a16="http://schemas.microsoft.com/office/drawing/2014/main" id="{3CD1947B-F511-4123-002F-64A00C713FBA}"/>
              </a:ext>
            </a:extLst>
          </p:cNvPr>
          <p:cNvSpPr txBox="1">
            <a:spLocks noChangeArrowheads="1"/>
          </p:cNvSpPr>
          <p:nvPr/>
        </p:nvSpPr>
        <p:spPr bwMode="auto">
          <a:xfrm>
            <a:off x="838200" y="304800"/>
            <a:ext cx="7848600" cy="523875"/>
          </a:xfrm>
          <a:prstGeom prst="rect">
            <a:avLst/>
          </a:prstGeom>
          <a:blipFill dpi="0" rotWithShape="0">
            <a:blip r:embed="rId2"/>
            <a:srcRect/>
            <a:tile tx="0" ty="0" sx="100000" sy="100000" flip="none" algn="tl"/>
          </a:blipFill>
          <a:ln w="9525">
            <a:solidFill>
              <a:srgbClr val="0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800" b="1">
                <a:solidFill>
                  <a:srgbClr val="000099"/>
                </a:solidFill>
              </a:rPr>
              <a:t>Molecular Orbital (MO) Theory</a:t>
            </a:r>
            <a:endParaRPr lang="en-US" altLang="en-US" sz="2800"/>
          </a:p>
        </p:txBody>
      </p:sp>
      <p:sp>
        <p:nvSpPr>
          <p:cNvPr id="331779" name="Text Box 3">
            <a:extLst>
              <a:ext uri="{FF2B5EF4-FFF2-40B4-BE49-F238E27FC236}">
                <a16:creationId xmlns:a16="http://schemas.microsoft.com/office/drawing/2014/main" id="{706AC3B5-52EF-01FC-950A-0EC25EB90BB9}"/>
              </a:ext>
            </a:extLst>
          </p:cNvPr>
          <p:cNvSpPr txBox="1">
            <a:spLocks noChangeArrowheads="1"/>
          </p:cNvSpPr>
          <p:nvPr/>
        </p:nvSpPr>
        <p:spPr bwMode="auto">
          <a:xfrm>
            <a:off x="1736725" y="247808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31780" name="Text Box 4">
            <a:extLst>
              <a:ext uri="{FF2B5EF4-FFF2-40B4-BE49-F238E27FC236}">
                <a16:creationId xmlns:a16="http://schemas.microsoft.com/office/drawing/2014/main" id="{B25811FF-8203-B54C-3A59-9F25DBB92DD7}"/>
              </a:ext>
            </a:extLst>
          </p:cNvPr>
          <p:cNvSpPr txBox="1">
            <a:spLocks noChangeArrowheads="1"/>
          </p:cNvSpPr>
          <p:nvPr/>
        </p:nvSpPr>
        <p:spPr bwMode="auto">
          <a:xfrm>
            <a:off x="2325688" y="1231900"/>
            <a:ext cx="4557712"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A </a:t>
            </a:r>
            <a:r>
              <a:rPr lang="en-US" altLang="en-US" u="sng"/>
              <a:t>delocalized</a:t>
            </a:r>
            <a:r>
              <a:rPr lang="en-US" altLang="en-US"/>
              <a:t> bonding model</a:t>
            </a:r>
          </a:p>
        </p:txBody>
      </p:sp>
      <p:sp>
        <p:nvSpPr>
          <p:cNvPr id="334853" name="Text Box 5">
            <a:extLst>
              <a:ext uri="{FF2B5EF4-FFF2-40B4-BE49-F238E27FC236}">
                <a16:creationId xmlns:a16="http://schemas.microsoft.com/office/drawing/2014/main" id="{4C417E50-0115-317D-4EA6-41E7C6752D39}"/>
              </a:ext>
            </a:extLst>
          </p:cNvPr>
          <p:cNvSpPr txBox="1">
            <a:spLocks noChangeArrowheads="1"/>
          </p:cNvSpPr>
          <p:nvPr/>
        </p:nvSpPr>
        <p:spPr bwMode="auto">
          <a:xfrm>
            <a:off x="1371600" y="2035175"/>
            <a:ext cx="6477000" cy="830263"/>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a:t>A quantum-mechanical treatment of molecules</a:t>
            </a:r>
          </a:p>
          <a:p>
            <a:pPr algn="ctr"/>
            <a:r>
              <a:rPr lang="en-US" altLang="en-US"/>
              <a:t>similar to that used for isolated atoms</a:t>
            </a:r>
          </a:p>
        </p:txBody>
      </p:sp>
      <p:sp>
        <p:nvSpPr>
          <p:cNvPr id="334854" name="Text Box 6">
            <a:extLst>
              <a:ext uri="{FF2B5EF4-FFF2-40B4-BE49-F238E27FC236}">
                <a16:creationId xmlns:a16="http://schemas.microsoft.com/office/drawing/2014/main" id="{389BCB2A-5246-4858-9420-1AA6FACED88C}"/>
              </a:ext>
            </a:extLst>
          </p:cNvPr>
          <p:cNvSpPr txBox="1">
            <a:spLocks noChangeArrowheads="1"/>
          </p:cNvSpPr>
          <p:nvPr/>
        </p:nvSpPr>
        <p:spPr bwMode="auto">
          <a:xfrm>
            <a:off x="1371600" y="3378200"/>
            <a:ext cx="6640513" cy="822325"/>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a:t>Invokes the concept of molecular orbitals (MOs)</a:t>
            </a:r>
          </a:p>
          <a:p>
            <a:pPr algn="ctr"/>
            <a:r>
              <a:rPr lang="en-US" altLang="en-US"/>
              <a:t>(extension of atomic orbitals)</a:t>
            </a:r>
          </a:p>
        </p:txBody>
      </p:sp>
      <p:sp>
        <p:nvSpPr>
          <p:cNvPr id="334855" name="Text Box 7">
            <a:extLst>
              <a:ext uri="{FF2B5EF4-FFF2-40B4-BE49-F238E27FC236}">
                <a16:creationId xmlns:a16="http://schemas.microsoft.com/office/drawing/2014/main" id="{61F2F02A-97B6-B71C-7AD6-953D2C5C5364}"/>
              </a:ext>
            </a:extLst>
          </p:cNvPr>
          <p:cNvSpPr txBox="1">
            <a:spLocks noChangeArrowheads="1"/>
          </p:cNvSpPr>
          <p:nvPr/>
        </p:nvSpPr>
        <p:spPr bwMode="auto">
          <a:xfrm>
            <a:off x="914400" y="4800600"/>
            <a:ext cx="7380288" cy="466725"/>
          </a:xfrm>
          <a:prstGeom prst="rect">
            <a:avLst/>
          </a:prstGeom>
          <a:blipFill dpi="0" rotWithShape="0">
            <a:blip r:embed="rId3"/>
            <a:srcRect/>
            <a:tile tx="0" ty="0" sx="100000" sy="100000" flip="none" algn="tl"/>
          </a:blip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solidFill>
                  <a:srgbClr val="000099"/>
                </a:solidFill>
              </a:rPr>
              <a:t>Exploits the </a:t>
            </a:r>
            <a:r>
              <a:rPr lang="en-US" altLang="en-US">
                <a:solidFill>
                  <a:srgbClr val="FF0000"/>
                </a:solidFill>
              </a:rPr>
              <a:t>wave-like</a:t>
            </a:r>
            <a:r>
              <a:rPr lang="en-US" altLang="en-US">
                <a:solidFill>
                  <a:srgbClr val="000099"/>
                </a:solidFill>
              </a:rPr>
              <a:t> properties of matter (electrons)</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485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34854"/>
                                        </p:tgtEl>
                                        <p:attrNameLst>
                                          <p:attrName>style.visibility</p:attrName>
                                        </p:attrNameLst>
                                      </p:cBhvr>
                                      <p:to>
                                        <p:strVal val="visible"/>
                                      </p:to>
                                    </p:set>
                                    <p:animEffect transition="in" filter="fade">
                                      <p:cBhvr>
                                        <p:cTn id="11" dur="500"/>
                                        <p:tgtEl>
                                          <p:spTgt spid="33485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334855"/>
                                        </p:tgtEl>
                                        <p:attrNameLst>
                                          <p:attrName>style.visibility</p:attrName>
                                        </p:attrNameLst>
                                      </p:cBhvr>
                                      <p:to>
                                        <p:strVal val="visible"/>
                                      </p:to>
                                    </p:set>
                                    <p:animEffect transition="in" filter="barn(inVertical)">
                                      <p:cBhvr>
                                        <p:cTn id="16" dur="500"/>
                                        <p:tgtEl>
                                          <p:spTgt spid="3348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53" grpId="0" animBg="1"/>
      <p:bldP spid="334854" grpId="0" animBg="1"/>
      <p:bldP spid="334855" grpId="0" animBg="1"/>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3826" name="Picture 2">
            <a:extLst>
              <a:ext uri="{FF2B5EF4-FFF2-40B4-BE49-F238E27FC236}">
                <a16:creationId xmlns:a16="http://schemas.microsoft.com/office/drawing/2014/main" id="{2C6567B6-8B41-E23D-74E4-C13C41120C30}"/>
              </a:ext>
            </a:extLst>
          </p:cNvPr>
          <p:cNvPicPr>
            <a:picLocks noChangeArrowheads="1"/>
          </p:cNvPicPr>
          <p:nvPr/>
        </p:nvPicPr>
        <p:blipFill>
          <a:blip r:embed="rId2">
            <a:extLst>
              <a:ext uri="{28A0092B-C50C-407E-A947-70E740481C1C}">
                <a14:useLocalDpi xmlns:a14="http://schemas.microsoft.com/office/drawing/2010/main" val="0"/>
              </a:ext>
            </a:extLst>
          </a:blip>
          <a:srcRect t="4500" b="5991"/>
          <a:stretch>
            <a:fillRect/>
          </a:stretch>
        </p:blipFill>
        <p:spPr bwMode="auto">
          <a:xfrm>
            <a:off x="838200" y="533400"/>
            <a:ext cx="77724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3827" name="Text Box 3">
            <a:extLst>
              <a:ext uri="{FF2B5EF4-FFF2-40B4-BE49-F238E27FC236}">
                <a16:creationId xmlns:a16="http://schemas.microsoft.com/office/drawing/2014/main" id="{0C0AEF4B-9574-5100-465B-00B768F732E7}"/>
              </a:ext>
            </a:extLst>
          </p:cNvPr>
          <p:cNvSpPr txBox="1">
            <a:spLocks noChangeArrowheads="1"/>
          </p:cNvSpPr>
          <p:nvPr/>
        </p:nvSpPr>
        <p:spPr bwMode="auto">
          <a:xfrm>
            <a:off x="8389938" y="6384925"/>
            <a:ext cx="677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eaLnBrk="1" hangingPunct="1">
              <a:spcBef>
                <a:spcPct val="50000"/>
              </a:spcBef>
            </a:pPr>
            <a:r>
              <a:rPr lang="en-US" altLang="en-US" sz="2000"/>
              <a:t>10.6</a:t>
            </a:r>
          </a:p>
        </p:txBody>
      </p:sp>
    </p:spTree>
  </p:cSld>
  <p:clrMapOvr>
    <a:masterClrMapping/>
  </p:clrMapOvr>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42" name="Group 10">
            <a:extLst>
              <a:ext uri="{FF2B5EF4-FFF2-40B4-BE49-F238E27FC236}">
                <a16:creationId xmlns:a16="http://schemas.microsoft.com/office/drawing/2014/main" id="{53962813-300F-AA7E-CEF2-8E56B8F1097E}"/>
              </a:ext>
            </a:extLst>
          </p:cNvPr>
          <p:cNvGrpSpPr>
            <a:grpSpLocks/>
          </p:cNvGrpSpPr>
          <p:nvPr/>
        </p:nvGrpSpPr>
        <p:grpSpPr bwMode="auto">
          <a:xfrm>
            <a:off x="533400" y="1447800"/>
            <a:ext cx="4857750" cy="2840038"/>
            <a:chOff x="336" y="720"/>
            <a:chExt cx="2930" cy="2053"/>
          </a:xfrm>
        </p:grpSpPr>
        <p:pic>
          <p:nvPicPr>
            <p:cNvPr id="334855" name="Picture 4">
              <a:extLst>
                <a:ext uri="{FF2B5EF4-FFF2-40B4-BE49-F238E27FC236}">
                  <a16:creationId xmlns:a16="http://schemas.microsoft.com/office/drawing/2014/main" id="{7926611B-3950-0BB9-FA78-F91C154986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 y="720"/>
              <a:ext cx="2834" cy="1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4856" name="Text Box 9">
              <a:extLst>
                <a:ext uri="{FF2B5EF4-FFF2-40B4-BE49-F238E27FC236}">
                  <a16:creationId xmlns:a16="http://schemas.microsoft.com/office/drawing/2014/main" id="{14B8AD84-BBC2-8D17-D339-AFBF133421EE}"/>
                </a:ext>
              </a:extLst>
            </p:cNvPr>
            <p:cNvSpPr txBox="1">
              <a:spLocks noChangeArrowheads="1"/>
            </p:cNvSpPr>
            <p:nvPr/>
          </p:nvSpPr>
          <p:spPr bwMode="auto">
            <a:xfrm>
              <a:off x="336" y="2369"/>
              <a:ext cx="192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solidFill>
                    <a:srgbClr val="FF0000"/>
                  </a:solidFill>
                  <a:latin typeface="Helvetica" panose="020B0604020202020204" pitchFamily="34" charset="0"/>
                </a:rPr>
                <a:t>Amplitudes of wave functions are added</a:t>
              </a:r>
            </a:p>
          </p:txBody>
        </p:sp>
      </p:grpSp>
      <p:sp>
        <p:nvSpPr>
          <p:cNvPr id="334851" name="Text Box 8">
            <a:extLst>
              <a:ext uri="{FF2B5EF4-FFF2-40B4-BE49-F238E27FC236}">
                <a16:creationId xmlns:a16="http://schemas.microsoft.com/office/drawing/2014/main" id="{B892BD6A-306C-A5DF-86F7-2B0075131FB7}"/>
              </a:ext>
            </a:extLst>
          </p:cNvPr>
          <p:cNvSpPr txBox="1">
            <a:spLocks noChangeArrowheads="1"/>
          </p:cNvSpPr>
          <p:nvPr/>
        </p:nvSpPr>
        <p:spPr bwMode="auto">
          <a:xfrm>
            <a:off x="381000" y="319088"/>
            <a:ext cx="8382000" cy="954087"/>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800" b="1">
                <a:solidFill>
                  <a:srgbClr val="00FFFF"/>
                </a:solidFill>
              </a:rPr>
              <a:t>An analogy between light waves and atomic wave functions</a:t>
            </a:r>
          </a:p>
        </p:txBody>
      </p:sp>
      <p:grpSp>
        <p:nvGrpSpPr>
          <p:cNvPr id="18444" name="Group 12">
            <a:extLst>
              <a:ext uri="{FF2B5EF4-FFF2-40B4-BE49-F238E27FC236}">
                <a16:creationId xmlns:a16="http://schemas.microsoft.com/office/drawing/2014/main" id="{1DAB59EB-F373-4527-CC5A-FA529633C820}"/>
              </a:ext>
            </a:extLst>
          </p:cNvPr>
          <p:cNvGrpSpPr>
            <a:grpSpLocks/>
          </p:cNvGrpSpPr>
          <p:nvPr/>
        </p:nvGrpSpPr>
        <p:grpSpPr bwMode="auto">
          <a:xfrm>
            <a:off x="4225925" y="3341688"/>
            <a:ext cx="4537075" cy="2889250"/>
            <a:chOff x="2544" y="1853"/>
            <a:chExt cx="2834" cy="2207"/>
          </a:xfrm>
        </p:grpSpPr>
        <p:pic>
          <p:nvPicPr>
            <p:cNvPr id="334853" name="Picture 5">
              <a:extLst>
                <a:ext uri="{FF2B5EF4-FFF2-40B4-BE49-F238E27FC236}">
                  <a16:creationId xmlns:a16="http://schemas.microsoft.com/office/drawing/2014/main" id="{70A45F70-7BF1-9C07-B125-B4BB9F6C28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4" y="1853"/>
              <a:ext cx="2834" cy="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4854" name="Text Box 11">
              <a:extLst>
                <a:ext uri="{FF2B5EF4-FFF2-40B4-BE49-F238E27FC236}">
                  <a16:creationId xmlns:a16="http://schemas.microsoft.com/office/drawing/2014/main" id="{6DCD461B-832A-17BD-F9B9-BABA48FA2EAF}"/>
                </a:ext>
              </a:extLst>
            </p:cNvPr>
            <p:cNvSpPr txBox="1">
              <a:spLocks noChangeArrowheads="1"/>
            </p:cNvSpPr>
            <p:nvPr/>
          </p:nvSpPr>
          <p:spPr bwMode="auto">
            <a:xfrm>
              <a:off x="2855" y="3566"/>
              <a:ext cx="2040" cy="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solidFill>
                    <a:srgbClr val="FF0000"/>
                  </a:solidFill>
                  <a:latin typeface="Helvetica" panose="020B0604020202020204" pitchFamily="34" charset="0"/>
                </a:rPr>
                <a:t>Amplitudes of wave functions are subtracted</a:t>
              </a:r>
              <a:endParaRPr lang="en-US" altLang="en-US" sz="1800" b="1">
                <a:solidFill>
                  <a:srgbClr val="FF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44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2" fill="hold" nodeType="clickEffect">
                                  <p:stCondLst>
                                    <p:cond delay="0"/>
                                  </p:stCondLst>
                                  <p:childTnLst>
                                    <p:set>
                                      <p:cBhvr>
                                        <p:cTn id="10" dur="1" fill="hold">
                                          <p:stCondLst>
                                            <p:cond delay="0"/>
                                          </p:stCondLst>
                                        </p:cTn>
                                        <p:tgtEl>
                                          <p:spTgt spid="18444"/>
                                        </p:tgtEl>
                                        <p:attrNameLst>
                                          <p:attrName>style.visibility</p:attrName>
                                        </p:attrNameLst>
                                      </p:cBhvr>
                                      <p:to>
                                        <p:strVal val="visible"/>
                                      </p:to>
                                    </p:set>
                                    <p:anim calcmode="lin" valueType="num">
                                      <p:cBhvr additive="base">
                                        <p:cTn id="11" dur="500" fill="hold"/>
                                        <p:tgtEl>
                                          <p:spTgt spid="18444"/>
                                        </p:tgtEl>
                                        <p:attrNameLst>
                                          <p:attrName>ppt_x</p:attrName>
                                        </p:attrNameLst>
                                      </p:cBhvr>
                                      <p:tavLst>
                                        <p:tav tm="0">
                                          <p:val>
                                            <p:strVal val="1+#ppt_w/2"/>
                                          </p:val>
                                        </p:tav>
                                        <p:tav tm="100000">
                                          <p:val>
                                            <p:strVal val="#ppt_x"/>
                                          </p:val>
                                        </p:tav>
                                      </p:tavLst>
                                    </p:anim>
                                    <p:anim calcmode="lin" valueType="num">
                                      <p:cBhvr additive="base">
                                        <p:cTn id="12" dur="500" fill="hold"/>
                                        <p:tgtEl>
                                          <p:spTgt spid="184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9">
            <a:extLst>
              <a:ext uri="{FF2B5EF4-FFF2-40B4-BE49-F238E27FC236}">
                <a16:creationId xmlns:a16="http://schemas.microsoft.com/office/drawing/2014/main" id="{543C32A0-8FF1-CE55-8A63-1F8EBE00EA63}"/>
              </a:ext>
            </a:extLst>
          </p:cNvPr>
          <p:cNvSpPr>
            <a:spLocks noChangeArrowheads="1"/>
          </p:cNvSpPr>
          <p:nvPr/>
        </p:nvSpPr>
        <p:spPr bwMode="auto">
          <a:xfrm>
            <a:off x="685800" y="2209800"/>
            <a:ext cx="7467600" cy="838200"/>
          </a:xfrm>
          <a:prstGeom prst="rect">
            <a:avLst/>
          </a:prstGeom>
          <a:noFill/>
          <a:ln>
            <a:noFill/>
          </a:ln>
          <a:effectLst/>
          <a:extLst>
            <a:ext uri="{909E8E84-426E-40DD-AFC4-6F175D3DCCD1}">
              <a14:hiddenFill xmlns:a14="http://schemas.microsoft.com/office/drawing/2010/main">
                <a:gradFill rotWithShape="0">
                  <a:gsLst>
                    <a:gs pos="0">
                      <a:srgbClr val="FFEA18"/>
                    </a:gs>
                    <a:gs pos="100000">
                      <a:schemeClr val="bg1"/>
                    </a:gs>
                  </a:gsLst>
                  <a:path path="rect">
                    <a:fillToRect r="100000" b="10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35875" name="Rectangle 11">
            <a:extLst>
              <a:ext uri="{FF2B5EF4-FFF2-40B4-BE49-F238E27FC236}">
                <a16:creationId xmlns:a16="http://schemas.microsoft.com/office/drawing/2014/main" id="{375151D3-3A16-6897-17EA-BE935961A9E4}"/>
              </a:ext>
            </a:extLst>
          </p:cNvPr>
          <p:cNvSpPr>
            <a:spLocks noChangeArrowheads="1"/>
          </p:cNvSpPr>
          <p:nvPr/>
        </p:nvSpPr>
        <p:spPr bwMode="auto">
          <a:xfrm>
            <a:off x="685800" y="3124200"/>
            <a:ext cx="7467600" cy="838200"/>
          </a:xfrm>
          <a:prstGeom prst="rect">
            <a:avLst/>
          </a:prstGeom>
          <a:noFill/>
          <a:ln>
            <a:noFill/>
          </a:ln>
          <a:effectLst/>
          <a:extLst>
            <a:ext uri="{909E8E84-426E-40DD-AFC4-6F175D3DCCD1}">
              <a14:hiddenFill xmlns:a14="http://schemas.microsoft.com/office/drawing/2010/main">
                <a:gradFill rotWithShape="0">
                  <a:gsLst>
                    <a:gs pos="0">
                      <a:srgbClr val="FFEA18"/>
                    </a:gs>
                    <a:gs pos="100000">
                      <a:schemeClr val="bg1"/>
                    </a:gs>
                  </a:gsLst>
                  <a:path path="rect">
                    <a:fillToRect r="100000" b="10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35876" name="Rectangle 12">
            <a:extLst>
              <a:ext uri="{FF2B5EF4-FFF2-40B4-BE49-F238E27FC236}">
                <a16:creationId xmlns:a16="http://schemas.microsoft.com/office/drawing/2014/main" id="{CD39B2B2-B2C9-8C94-DF58-9D99649F38F3}"/>
              </a:ext>
            </a:extLst>
          </p:cNvPr>
          <p:cNvSpPr>
            <a:spLocks noChangeArrowheads="1"/>
          </p:cNvSpPr>
          <p:nvPr/>
        </p:nvSpPr>
        <p:spPr bwMode="auto">
          <a:xfrm>
            <a:off x="685800" y="4114800"/>
            <a:ext cx="7467600" cy="838200"/>
          </a:xfrm>
          <a:prstGeom prst="rect">
            <a:avLst/>
          </a:prstGeom>
          <a:noFill/>
          <a:ln>
            <a:noFill/>
          </a:ln>
          <a:effectLst/>
          <a:extLst>
            <a:ext uri="{909E8E84-426E-40DD-AFC4-6F175D3DCCD1}">
              <a14:hiddenFill xmlns:a14="http://schemas.microsoft.com/office/drawing/2010/main">
                <a:gradFill rotWithShape="0">
                  <a:gsLst>
                    <a:gs pos="0">
                      <a:srgbClr val="FFEA18"/>
                    </a:gs>
                    <a:gs pos="100000">
                      <a:schemeClr val="bg1"/>
                    </a:gs>
                  </a:gsLst>
                  <a:path path="rect">
                    <a:fillToRect r="100000" b="10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35877" name="Rectangle 13">
            <a:extLst>
              <a:ext uri="{FF2B5EF4-FFF2-40B4-BE49-F238E27FC236}">
                <a16:creationId xmlns:a16="http://schemas.microsoft.com/office/drawing/2014/main" id="{B68A9596-6384-FE63-2BD7-7232F5A8F683}"/>
              </a:ext>
            </a:extLst>
          </p:cNvPr>
          <p:cNvSpPr>
            <a:spLocks noChangeArrowheads="1"/>
          </p:cNvSpPr>
          <p:nvPr/>
        </p:nvSpPr>
        <p:spPr bwMode="auto">
          <a:xfrm>
            <a:off x="685800" y="5000625"/>
            <a:ext cx="7467600" cy="838200"/>
          </a:xfrm>
          <a:prstGeom prst="rect">
            <a:avLst/>
          </a:prstGeom>
          <a:noFill/>
          <a:ln>
            <a:noFill/>
          </a:ln>
          <a:effectLst/>
          <a:extLst>
            <a:ext uri="{909E8E84-426E-40DD-AFC4-6F175D3DCCD1}">
              <a14:hiddenFill xmlns:a14="http://schemas.microsoft.com/office/drawing/2010/main">
                <a:gradFill rotWithShape="0">
                  <a:gsLst>
                    <a:gs pos="0">
                      <a:srgbClr val="FFEA18"/>
                    </a:gs>
                    <a:gs pos="100000">
                      <a:schemeClr val="bg1"/>
                    </a:gs>
                  </a:gsLst>
                  <a:path path="rect">
                    <a:fillToRect r="100000" b="10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35878" name="Text Box 4">
            <a:extLst>
              <a:ext uri="{FF2B5EF4-FFF2-40B4-BE49-F238E27FC236}">
                <a16:creationId xmlns:a16="http://schemas.microsoft.com/office/drawing/2014/main" id="{E9DC1361-BCF6-68F7-0598-A0E110034CDE}"/>
              </a:ext>
            </a:extLst>
          </p:cNvPr>
          <p:cNvSpPr txBox="1">
            <a:spLocks noChangeArrowheads="1"/>
          </p:cNvSpPr>
          <p:nvPr/>
        </p:nvSpPr>
        <p:spPr bwMode="auto">
          <a:xfrm>
            <a:off x="273050" y="576263"/>
            <a:ext cx="8686800" cy="523875"/>
          </a:xfrm>
          <a:prstGeom prst="rect">
            <a:avLst/>
          </a:prstGeom>
          <a:blipFill dpi="0" rotWithShape="0">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800" b="1">
                <a:solidFill>
                  <a:srgbClr val="00FFFF"/>
                </a:solidFill>
              </a:rPr>
              <a:t>Central themes of molecular orbital (MO) theory</a:t>
            </a:r>
          </a:p>
        </p:txBody>
      </p:sp>
      <p:sp>
        <p:nvSpPr>
          <p:cNvPr id="335879" name="Text Box 5">
            <a:extLst>
              <a:ext uri="{FF2B5EF4-FFF2-40B4-BE49-F238E27FC236}">
                <a16:creationId xmlns:a16="http://schemas.microsoft.com/office/drawing/2014/main" id="{99F41B26-10DC-699C-BC09-DF7878A4F74A}"/>
              </a:ext>
            </a:extLst>
          </p:cNvPr>
          <p:cNvSpPr txBox="1">
            <a:spLocks noChangeArrowheads="1"/>
          </p:cNvSpPr>
          <p:nvPr/>
        </p:nvSpPr>
        <p:spPr bwMode="auto">
          <a:xfrm>
            <a:off x="463550" y="1625600"/>
            <a:ext cx="8305800" cy="708025"/>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a:solidFill>
                  <a:srgbClr val="1822CD"/>
                </a:solidFill>
                <a:cs typeface="Arial" panose="020B0604020202020204" pitchFamily="34" charset="0"/>
              </a:rPr>
              <a:t>A molecule is viewed on a quantum mechanical level as a collection of nuclei surrounded by </a:t>
            </a:r>
            <a:r>
              <a:rPr lang="en-US" altLang="en-US" sz="2000" u="sng">
                <a:solidFill>
                  <a:srgbClr val="1822CD"/>
                </a:solidFill>
                <a:cs typeface="Arial" panose="020B0604020202020204" pitchFamily="34" charset="0"/>
              </a:rPr>
              <a:t>delocalized molecular orbitals.</a:t>
            </a:r>
            <a:endParaRPr lang="en-US" altLang="en-US" sz="2000" i="1">
              <a:solidFill>
                <a:srgbClr val="1822CD"/>
              </a:solidFill>
              <a:cs typeface="Arial" panose="020B0604020202020204" pitchFamily="34" charset="0"/>
            </a:endParaRPr>
          </a:p>
        </p:txBody>
      </p:sp>
      <p:sp>
        <p:nvSpPr>
          <p:cNvPr id="335880" name="Text Box 6">
            <a:extLst>
              <a:ext uri="{FF2B5EF4-FFF2-40B4-BE49-F238E27FC236}">
                <a16:creationId xmlns:a16="http://schemas.microsoft.com/office/drawing/2014/main" id="{8B00F208-EB82-A650-5241-85176DED0ADF}"/>
              </a:ext>
            </a:extLst>
          </p:cNvPr>
          <p:cNvSpPr txBox="1">
            <a:spLocks noChangeArrowheads="1"/>
          </p:cNvSpPr>
          <p:nvPr/>
        </p:nvSpPr>
        <p:spPr bwMode="auto">
          <a:xfrm>
            <a:off x="463550" y="2647950"/>
            <a:ext cx="8305800" cy="400050"/>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u="sng">
                <a:solidFill>
                  <a:srgbClr val="1822CD"/>
                </a:solidFill>
                <a:cs typeface="Arial" panose="020B0604020202020204" pitchFamily="34" charset="0"/>
              </a:rPr>
              <a:t>Atomic</a:t>
            </a:r>
            <a:r>
              <a:rPr lang="en-US" altLang="en-US" sz="2000">
                <a:solidFill>
                  <a:srgbClr val="1822CD"/>
                </a:solidFill>
                <a:cs typeface="Arial" panose="020B0604020202020204" pitchFamily="34" charset="0"/>
              </a:rPr>
              <a:t> wave functions are </a:t>
            </a:r>
            <a:r>
              <a:rPr lang="en-US" altLang="en-US" sz="2000">
                <a:solidFill>
                  <a:srgbClr val="FF0000"/>
                </a:solidFill>
                <a:cs typeface="Arial" panose="020B0604020202020204" pitchFamily="34" charset="0"/>
              </a:rPr>
              <a:t>summed</a:t>
            </a:r>
            <a:r>
              <a:rPr lang="en-US" altLang="en-US" sz="2000">
                <a:solidFill>
                  <a:srgbClr val="1822CD"/>
                </a:solidFill>
                <a:cs typeface="Arial" panose="020B0604020202020204" pitchFamily="34" charset="0"/>
              </a:rPr>
              <a:t> to obtain </a:t>
            </a:r>
            <a:r>
              <a:rPr lang="en-US" altLang="en-US" sz="2000" u="sng">
                <a:solidFill>
                  <a:srgbClr val="1822CD"/>
                </a:solidFill>
                <a:cs typeface="Arial" panose="020B0604020202020204" pitchFamily="34" charset="0"/>
              </a:rPr>
              <a:t>molecular</a:t>
            </a:r>
            <a:r>
              <a:rPr lang="en-US" altLang="en-US" sz="2000">
                <a:solidFill>
                  <a:srgbClr val="1822CD"/>
                </a:solidFill>
                <a:cs typeface="Arial" panose="020B0604020202020204" pitchFamily="34" charset="0"/>
              </a:rPr>
              <a:t> wave functions.</a:t>
            </a:r>
          </a:p>
        </p:txBody>
      </p:sp>
      <p:sp>
        <p:nvSpPr>
          <p:cNvPr id="335881" name="Text Box 7">
            <a:extLst>
              <a:ext uri="{FF2B5EF4-FFF2-40B4-BE49-F238E27FC236}">
                <a16:creationId xmlns:a16="http://schemas.microsoft.com/office/drawing/2014/main" id="{A346122A-458E-02B1-C34C-3FEB6AE948BB}"/>
              </a:ext>
            </a:extLst>
          </p:cNvPr>
          <p:cNvSpPr txBox="1">
            <a:spLocks noChangeArrowheads="1"/>
          </p:cNvSpPr>
          <p:nvPr/>
        </p:nvSpPr>
        <p:spPr bwMode="auto">
          <a:xfrm>
            <a:off x="465138" y="3387725"/>
            <a:ext cx="8305800" cy="706438"/>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a:solidFill>
                  <a:srgbClr val="1822CD"/>
                </a:solidFill>
                <a:cs typeface="Arial" panose="020B0604020202020204" pitchFamily="34" charset="0"/>
              </a:rPr>
              <a:t>If wave functions </a:t>
            </a:r>
            <a:r>
              <a:rPr lang="en-US" altLang="en-US" sz="2000">
                <a:solidFill>
                  <a:srgbClr val="FF0000"/>
                </a:solidFill>
                <a:cs typeface="Arial" panose="020B0604020202020204" pitchFamily="34" charset="0"/>
              </a:rPr>
              <a:t>reinforce</a:t>
            </a:r>
            <a:r>
              <a:rPr lang="en-US" altLang="en-US" sz="2000">
                <a:solidFill>
                  <a:srgbClr val="1822CD"/>
                </a:solidFill>
                <a:cs typeface="Arial" panose="020B0604020202020204" pitchFamily="34" charset="0"/>
              </a:rPr>
              <a:t> each other, a </a:t>
            </a:r>
            <a:r>
              <a:rPr lang="en-US" altLang="en-US" sz="2000" u="sng">
                <a:solidFill>
                  <a:srgbClr val="1822CD"/>
                </a:solidFill>
                <a:cs typeface="Arial" panose="020B0604020202020204" pitchFamily="34" charset="0"/>
              </a:rPr>
              <a:t>bonding</a:t>
            </a:r>
            <a:r>
              <a:rPr lang="en-US" altLang="en-US" sz="2000">
                <a:solidFill>
                  <a:srgbClr val="1822CD"/>
                </a:solidFill>
                <a:cs typeface="Arial" panose="020B0604020202020204" pitchFamily="34" charset="0"/>
              </a:rPr>
              <a:t> MO is formed (region of high electron density exists between the nuclei).</a:t>
            </a:r>
          </a:p>
        </p:txBody>
      </p:sp>
      <p:sp>
        <p:nvSpPr>
          <p:cNvPr id="335882" name="Text Box 8">
            <a:extLst>
              <a:ext uri="{FF2B5EF4-FFF2-40B4-BE49-F238E27FC236}">
                <a16:creationId xmlns:a16="http://schemas.microsoft.com/office/drawing/2014/main" id="{FE18115F-518C-5ECF-B348-1B9A757EF8DE}"/>
              </a:ext>
            </a:extLst>
          </p:cNvPr>
          <p:cNvSpPr txBox="1">
            <a:spLocks noChangeArrowheads="1"/>
          </p:cNvSpPr>
          <p:nvPr/>
        </p:nvSpPr>
        <p:spPr bwMode="auto">
          <a:xfrm>
            <a:off x="468313" y="4329113"/>
            <a:ext cx="8305800" cy="708025"/>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a:solidFill>
                  <a:srgbClr val="1822CD"/>
                </a:solidFill>
                <a:cs typeface="Arial" panose="020B0604020202020204" pitchFamily="34" charset="0"/>
              </a:rPr>
              <a:t>If wave functions </a:t>
            </a:r>
            <a:r>
              <a:rPr lang="en-US" altLang="en-US" sz="2000">
                <a:solidFill>
                  <a:srgbClr val="FF0000"/>
                </a:solidFill>
                <a:cs typeface="Arial" panose="020B0604020202020204" pitchFamily="34" charset="0"/>
              </a:rPr>
              <a:t>cancel </a:t>
            </a:r>
            <a:r>
              <a:rPr lang="en-US" altLang="en-US" sz="2000">
                <a:solidFill>
                  <a:srgbClr val="1822CD"/>
                </a:solidFill>
                <a:cs typeface="Arial" panose="020B0604020202020204" pitchFamily="34" charset="0"/>
              </a:rPr>
              <a:t>each other, an </a:t>
            </a:r>
            <a:r>
              <a:rPr lang="en-US" altLang="en-US" sz="2000" u="sng">
                <a:solidFill>
                  <a:srgbClr val="1822CD"/>
                </a:solidFill>
                <a:cs typeface="Arial" panose="020B0604020202020204" pitchFamily="34" charset="0"/>
              </a:rPr>
              <a:t>antibonding</a:t>
            </a:r>
            <a:r>
              <a:rPr lang="en-US" altLang="en-US" sz="2000">
                <a:solidFill>
                  <a:srgbClr val="1822CD"/>
                </a:solidFill>
                <a:cs typeface="Arial" panose="020B0604020202020204" pitchFamily="34" charset="0"/>
              </a:rPr>
              <a:t> MO is formed (a node of zero electron density occurs between the nuclei).</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587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35880"/>
                                        </p:tgtEl>
                                        <p:attrNameLst>
                                          <p:attrName>style.visibility</p:attrName>
                                        </p:attrNameLst>
                                      </p:cBhvr>
                                      <p:to>
                                        <p:strVal val="visible"/>
                                      </p:to>
                                    </p:set>
                                    <p:animEffect transition="in" filter="fade">
                                      <p:cBhvr>
                                        <p:cTn id="11" dur="500"/>
                                        <p:tgtEl>
                                          <p:spTgt spid="33588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35881"/>
                                        </p:tgtEl>
                                        <p:attrNameLst>
                                          <p:attrName>style.visibility</p:attrName>
                                        </p:attrNameLst>
                                      </p:cBhvr>
                                      <p:to>
                                        <p:strVal val="visible"/>
                                      </p:to>
                                    </p:set>
                                    <p:animEffect transition="in" filter="fade">
                                      <p:cBhvr>
                                        <p:cTn id="16" dur="500"/>
                                        <p:tgtEl>
                                          <p:spTgt spid="33588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35882"/>
                                        </p:tgtEl>
                                        <p:attrNameLst>
                                          <p:attrName>style.visibility</p:attrName>
                                        </p:attrNameLst>
                                      </p:cBhvr>
                                      <p:to>
                                        <p:strVal val="visible"/>
                                      </p:to>
                                    </p:set>
                                    <p:animEffect transition="in" filter="fade">
                                      <p:cBhvr>
                                        <p:cTn id="21" dur="500"/>
                                        <p:tgtEl>
                                          <p:spTgt spid="3358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879" grpId="0" animBg="1"/>
      <p:bldP spid="335880" grpId="0" animBg="1"/>
      <p:bldP spid="335881" grpId="0" animBg="1"/>
      <p:bldP spid="335882" grpId="0" animBg="1"/>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Text Box 2">
            <a:extLst>
              <a:ext uri="{FF2B5EF4-FFF2-40B4-BE49-F238E27FC236}">
                <a16:creationId xmlns:a16="http://schemas.microsoft.com/office/drawing/2014/main" id="{8C8496D2-9EDF-2579-0890-3669EA68A6B3}"/>
              </a:ext>
            </a:extLst>
          </p:cNvPr>
          <p:cNvSpPr txBox="1">
            <a:spLocks noChangeArrowheads="1"/>
          </p:cNvSpPr>
          <p:nvPr/>
        </p:nvSpPr>
        <p:spPr bwMode="auto">
          <a:xfrm>
            <a:off x="1947863" y="1616075"/>
            <a:ext cx="5853112" cy="40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a:t>Bonding MO:  lower in energy than isolated atoms</a:t>
            </a:r>
          </a:p>
        </p:txBody>
      </p:sp>
      <p:sp>
        <p:nvSpPr>
          <p:cNvPr id="336899" name="Text Box 3">
            <a:extLst>
              <a:ext uri="{FF2B5EF4-FFF2-40B4-BE49-F238E27FC236}">
                <a16:creationId xmlns:a16="http://schemas.microsoft.com/office/drawing/2014/main" id="{747E2D35-985A-DEA1-138A-1E4F300C2400}"/>
              </a:ext>
            </a:extLst>
          </p:cNvPr>
          <p:cNvSpPr txBox="1">
            <a:spLocks noChangeArrowheads="1"/>
          </p:cNvSpPr>
          <p:nvPr/>
        </p:nvSpPr>
        <p:spPr bwMode="auto">
          <a:xfrm>
            <a:off x="1524000" y="2085975"/>
            <a:ext cx="63658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a:t>Antibonding MO:  higher in energy than isolated atoms</a:t>
            </a:r>
          </a:p>
        </p:txBody>
      </p:sp>
      <p:sp>
        <p:nvSpPr>
          <p:cNvPr id="336900" name="Text Box 4">
            <a:extLst>
              <a:ext uri="{FF2B5EF4-FFF2-40B4-BE49-F238E27FC236}">
                <a16:creationId xmlns:a16="http://schemas.microsoft.com/office/drawing/2014/main" id="{12F86B57-5DE3-5425-9D34-8414B94CD7A7}"/>
              </a:ext>
            </a:extLst>
          </p:cNvPr>
          <p:cNvSpPr txBox="1">
            <a:spLocks noChangeArrowheads="1"/>
          </p:cNvSpPr>
          <p:nvPr/>
        </p:nvSpPr>
        <p:spPr bwMode="auto">
          <a:xfrm>
            <a:off x="609600" y="901700"/>
            <a:ext cx="7772400" cy="461963"/>
          </a:xfrm>
          <a:prstGeom prst="rect">
            <a:avLst/>
          </a:prstGeom>
          <a:blipFill dpi="0" rotWithShape="0">
            <a:blip r:embed="rId2"/>
            <a:srcRect/>
            <a:tile tx="0" ty="0" sx="100000" sy="100000" flip="none" algn="tl"/>
          </a:blipFill>
          <a:ln w="3175">
            <a:solidFill>
              <a:srgbClr val="0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solidFill>
                  <a:srgbClr val="FF0000"/>
                </a:solidFill>
              </a:rPr>
              <a:t>number of AOs combined = number of MOs produced</a:t>
            </a:r>
            <a:endParaRPr lang="en-US" altLang="en-US"/>
          </a:p>
        </p:txBody>
      </p:sp>
      <p:sp>
        <p:nvSpPr>
          <p:cNvPr id="336901" name="Text Box 5">
            <a:extLst>
              <a:ext uri="{FF2B5EF4-FFF2-40B4-BE49-F238E27FC236}">
                <a16:creationId xmlns:a16="http://schemas.microsoft.com/office/drawing/2014/main" id="{3F3FD2BE-F13C-4167-F5E9-D7E83232584D}"/>
              </a:ext>
            </a:extLst>
          </p:cNvPr>
          <p:cNvSpPr txBox="1">
            <a:spLocks noChangeArrowheads="1"/>
          </p:cNvSpPr>
          <p:nvPr/>
        </p:nvSpPr>
        <p:spPr bwMode="auto">
          <a:xfrm>
            <a:off x="1092200" y="2868613"/>
            <a:ext cx="7254875" cy="400050"/>
          </a:xfrm>
          <a:prstGeom prst="rect">
            <a:avLst/>
          </a:prstGeom>
          <a:blipFill dpi="0" rotWithShape="0">
            <a:blip r:embed="rId3"/>
            <a:srcRect/>
            <a:tile tx="0" ty="0" sx="100000" sy="100000" flip="none" algn="tl"/>
          </a:blip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a:t>To form MOs, AOs must have </a:t>
            </a:r>
            <a:r>
              <a:rPr lang="en-US" altLang="en-US" sz="2000" b="1">
                <a:solidFill>
                  <a:srgbClr val="00B050"/>
                </a:solidFill>
              </a:rPr>
              <a:t>similar energy and orientation</a:t>
            </a:r>
          </a:p>
        </p:txBody>
      </p:sp>
      <p:sp>
        <p:nvSpPr>
          <p:cNvPr id="336902" name="Text Box 6">
            <a:extLst>
              <a:ext uri="{FF2B5EF4-FFF2-40B4-BE49-F238E27FC236}">
                <a16:creationId xmlns:a16="http://schemas.microsoft.com/office/drawing/2014/main" id="{785206DB-A9B3-880E-09D6-AD2AF1115800}"/>
              </a:ext>
            </a:extLst>
          </p:cNvPr>
          <p:cNvSpPr txBox="1">
            <a:spLocks noChangeArrowheads="1"/>
          </p:cNvSpPr>
          <p:nvPr/>
        </p:nvSpPr>
        <p:spPr bwMode="auto">
          <a:xfrm>
            <a:off x="681038" y="3886200"/>
            <a:ext cx="8077200" cy="708025"/>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a:solidFill>
                  <a:srgbClr val="1822CD"/>
                </a:solidFill>
              </a:rPr>
              <a:t>Sigma (</a:t>
            </a:r>
            <a:r>
              <a:rPr lang="en-US" altLang="en-US" sz="2000">
                <a:solidFill>
                  <a:srgbClr val="1822CD"/>
                </a:solidFill>
                <a:latin typeface="Symbol" panose="05050102010706020507" pitchFamily="18" charset="2"/>
              </a:rPr>
              <a:t>s</a:t>
            </a:r>
            <a:r>
              <a:rPr lang="en-US" altLang="en-US" sz="2000">
                <a:solidFill>
                  <a:srgbClr val="1822CD"/>
                </a:solidFill>
              </a:rPr>
              <a:t>) and pi (</a:t>
            </a:r>
            <a:r>
              <a:rPr lang="en-US" altLang="en-US" sz="2000">
                <a:solidFill>
                  <a:srgbClr val="1822CD"/>
                </a:solidFill>
                <a:latin typeface="Symbol" panose="05050102010706020507" pitchFamily="18" charset="2"/>
              </a:rPr>
              <a:t>p</a:t>
            </a:r>
            <a:r>
              <a:rPr lang="en-US" altLang="en-US" sz="2000">
                <a:solidFill>
                  <a:srgbClr val="1822CD"/>
                </a:solidFill>
              </a:rPr>
              <a:t>) bonds are denoted as before;  a star (asterick)</a:t>
            </a:r>
          </a:p>
          <a:p>
            <a:pPr algn="ctr"/>
            <a:r>
              <a:rPr lang="en-US" altLang="en-US" sz="2000">
                <a:solidFill>
                  <a:srgbClr val="1822CD"/>
                </a:solidFill>
              </a:rPr>
              <a:t>is used to denote antibonding MOs.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689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36899"/>
                                        </p:tgtEl>
                                        <p:attrNameLst>
                                          <p:attrName>style.visibility</p:attrName>
                                        </p:attrNameLst>
                                      </p:cBhvr>
                                      <p:to>
                                        <p:strVal val="visible"/>
                                      </p:to>
                                    </p:set>
                                    <p:animEffect transition="in" filter="fade">
                                      <p:cBhvr>
                                        <p:cTn id="11" dur="500"/>
                                        <p:tgtEl>
                                          <p:spTgt spid="33689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6" presetClass="emph" presetSubtype="0" fill="hold" grpId="0" nodeType="clickEffect">
                                  <p:stCondLst>
                                    <p:cond delay="0"/>
                                  </p:stCondLst>
                                  <p:childTnLst>
                                    <p:animEffect transition="out" filter="fade">
                                      <p:cBhvr>
                                        <p:cTn id="15" dur="500" tmFilter="0, 0; .2, .5; .8, .5; 1, 0"/>
                                        <p:tgtEl>
                                          <p:spTgt spid="336901"/>
                                        </p:tgtEl>
                                      </p:cBhvr>
                                    </p:animEffect>
                                    <p:animScale>
                                      <p:cBhvr>
                                        <p:cTn id="16" dur="250" autoRev="1" fill="hold"/>
                                        <p:tgtEl>
                                          <p:spTgt spid="336901"/>
                                        </p:tgtEl>
                                      </p:cBhvr>
                                      <p:by x="105000" y="105000"/>
                                    </p:animScale>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336902"/>
                                        </p:tgtEl>
                                        <p:attrNameLst>
                                          <p:attrName>style.visibility</p:attrName>
                                        </p:attrNameLst>
                                      </p:cBhvr>
                                      <p:to>
                                        <p:strVal val="visible"/>
                                      </p:to>
                                    </p:set>
                                    <p:animEffect transition="in" filter="barn(inVertical)">
                                      <p:cBhvr>
                                        <p:cTn id="21" dur="500"/>
                                        <p:tgtEl>
                                          <p:spTgt spid="3369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898" grpId="0"/>
      <p:bldP spid="336899" grpId="0"/>
      <p:bldP spid="336901" grpId="0" animBg="1"/>
      <p:bldP spid="336902" grpId="0" animBg="1"/>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Diagram, schematic&#10;&#10;Description automatically generated">
            <a:extLst>
              <a:ext uri="{FF2B5EF4-FFF2-40B4-BE49-F238E27FC236}">
                <a16:creationId xmlns:a16="http://schemas.microsoft.com/office/drawing/2014/main" id="{613B3D65-29EB-A6C1-29E5-A9A2580AA6EE}"/>
              </a:ext>
            </a:extLst>
          </p:cNvPr>
          <p:cNvPicPr>
            <a:picLocks noChangeAspect="1"/>
          </p:cNvPicPr>
          <p:nvPr/>
        </p:nvPicPr>
        <p:blipFill>
          <a:blip r:embed="rId2"/>
          <a:stretch>
            <a:fillRect/>
          </a:stretch>
        </p:blipFill>
        <p:spPr>
          <a:xfrm>
            <a:off x="171678" y="389778"/>
            <a:ext cx="8829583" cy="5819637"/>
          </a:xfrm>
          <a:prstGeom prst="rect">
            <a:avLst/>
          </a:prstGeom>
          <a:noFill/>
        </p:spPr>
      </p:pic>
    </p:spTree>
    <p:extLst>
      <p:ext uri="{BB962C8B-B14F-4D97-AF65-F5344CB8AC3E}">
        <p14:creationId xmlns:p14="http://schemas.microsoft.com/office/powerpoint/2010/main" val="401820837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2802" name="Picture 2" descr="cha56011_1023">
            <a:extLst>
              <a:ext uri="{FF2B5EF4-FFF2-40B4-BE49-F238E27FC236}">
                <a16:creationId xmlns:a16="http://schemas.microsoft.com/office/drawing/2014/main" id="{1F0F034C-C8EA-72EC-DD18-F0F379E134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539875"/>
            <a:ext cx="8458200"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2803" name="Text Box 3">
            <a:extLst>
              <a:ext uri="{FF2B5EF4-FFF2-40B4-BE49-F238E27FC236}">
                <a16:creationId xmlns:a16="http://schemas.microsoft.com/office/drawing/2014/main" id="{84ACF275-9E9A-DD8F-1C52-B00D9EFEECC2}"/>
              </a:ext>
            </a:extLst>
          </p:cNvPr>
          <p:cNvSpPr txBox="1">
            <a:spLocks noChangeArrowheads="1"/>
          </p:cNvSpPr>
          <p:nvPr/>
        </p:nvSpPr>
        <p:spPr bwMode="auto">
          <a:xfrm>
            <a:off x="239713" y="288925"/>
            <a:ext cx="87630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800"/>
              <a:t>Energy levels of bonding and antibonding </a:t>
            </a:r>
            <a:r>
              <a:rPr lang="en-US" altLang="en-US" sz="2800" b="1"/>
              <a:t>molecular</a:t>
            </a:r>
            <a:r>
              <a:rPr lang="en-US" altLang="en-US" sz="2800"/>
              <a:t> orbitals in hydrogen (H</a:t>
            </a:r>
            <a:r>
              <a:rPr lang="en-US" altLang="en-US" sz="2800" baseline="-25000"/>
              <a:t>2</a:t>
            </a:r>
            <a:r>
              <a:rPr lang="en-US" altLang="en-US" sz="2800"/>
              <a:t>).</a:t>
            </a:r>
          </a:p>
        </p:txBody>
      </p:sp>
      <p:sp>
        <p:nvSpPr>
          <p:cNvPr id="89092" name="Text Box 4">
            <a:extLst>
              <a:ext uri="{FF2B5EF4-FFF2-40B4-BE49-F238E27FC236}">
                <a16:creationId xmlns:a16="http://schemas.microsoft.com/office/drawing/2014/main" id="{0A58F257-063A-05EA-8AB6-041990AB4C96}"/>
              </a:ext>
            </a:extLst>
          </p:cNvPr>
          <p:cNvSpPr txBox="1">
            <a:spLocks noChangeArrowheads="1"/>
          </p:cNvSpPr>
          <p:nvPr/>
        </p:nvSpPr>
        <p:spPr bwMode="auto">
          <a:xfrm>
            <a:off x="304800" y="4495800"/>
            <a:ext cx="85344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A </a:t>
            </a:r>
            <a:r>
              <a:rPr lang="en-US" altLang="en-US" sz="2000" b="1" i="1"/>
              <a:t>bonding molecular orbital</a:t>
            </a:r>
            <a:r>
              <a:rPr lang="en-US" altLang="en-US" sz="2000"/>
              <a:t> has lower energy and greater stability than the atomic orbitals from which it was formed.</a:t>
            </a:r>
          </a:p>
        </p:txBody>
      </p:sp>
      <p:sp>
        <p:nvSpPr>
          <p:cNvPr id="89093" name="Text Box 5">
            <a:extLst>
              <a:ext uri="{FF2B5EF4-FFF2-40B4-BE49-F238E27FC236}">
                <a16:creationId xmlns:a16="http://schemas.microsoft.com/office/drawing/2014/main" id="{306BE8EC-DEDB-7A44-F611-84D83076CC65}"/>
              </a:ext>
            </a:extLst>
          </p:cNvPr>
          <p:cNvSpPr txBox="1">
            <a:spLocks noChangeArrowheads="1"/>
          </p:cNvSpPr>
          <p:nvPr/>
        </p:nvSpPr>
        <p:spPr bwMode="auto">
          <a:xfrm>
            <a:off x="354013" y="5330825"/>
            <a:ext cx="85344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a:t>An </a:t>
            </a:r>
            <a:r>
              <a:rPr lang="en-US" altLang="en-US" sz="2000" b="1" i="1"/>
              <a:t>antibonding molecular orbital</a:t>
            </a:r>
            <a:r>
              <a:rPr lang="en-US" altLang="en-US" sz="2000"/>
              <a:t> has higher energy and lower stability than the atomic orbitals from which it was formed.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9092"/>
                                        </p:tgtEl>
                                        <p:attrNameLst>
                                          <p:attrName>style.visibility</p:attrName>
                                        </p:attrNameLst>
                                      </p:cBhvr>
                                      <p:to>
                                        <p:strVal val="visible"/>
                                      </p:to>
                                    </p:set>
                                    <p:anim calcmode="lin" valueType="num">
                                      <p:cBhvr additive="base">
                                        <p:cTn id="7" dur="500" fill="hold"/>
                                        <p:tgtEl>
                                          <p:spTgt spid="89092"/>
                                        </p:tgtEl>
                                        <p:attrNameLst>
                                          <p:attrName>ppt_x</p:attrName>
                                        </p:attrNameLst>
                                      </p:cBhvr>
                                      <p:tavLst>
                                        <p:tav tm="0">
                                          <p:val>
                                            <p:strVal val="0-#ppt_w/2"/>
                                          </p:val>
                                        </p:tav>
                                        <p:tav tm="100000">
                                          <p:val>
                                            <p:strVal val="#ppt_x"/>
                                          </p:val>
                                        </p:tav>
                                      </p:tavLst>
                                    </p:anim>
                                    <p:anim calcmode="lin" valueType="num">
                                      <p:cBhvr additive="base">
                                        <p:cTn id="8" dur="500" fill="hold"/>
                                        <p:tgtEl>
                                          <p:spTgt spid="8909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9093"/>
                                        </p:tgtEl>
                                        <p:attrNameLst>
                                          <p:attrName>style.visibility</p:attrName>
                                        </p:attrNameLst>
                                      </p:cBhvr>
                                      <p:to>
                                        <p:strVal val="visible"/>
                                      </p:to>
                                    </p:set>
                                    <p:anim calcmode="lin" valueType="num">
                                      <p:cBhvr additive="base">
                                        <p:cTn id="13" dur="500" fill="hold"/>
                                        <p:tgtEl>
                                          <p:spTgt spid="89093"/>
                                        </p:tgtEl>
                                        <p:attrNameLst>
                                          <p:attrName>ppt_x</p:attrName>
                                        </p:attrNameLst>
                                      </p:cBhvr>
                                      <p:tavLst>
                                        <p:tav tm="0">
                                          <p:val>
                                            <p:strVal val="0-#ppt_w/2"/>
                                          </p:val>
                                        </p:tav>
                                        <p:tav tm="100000">
                                          <p:val>
                                            <p:strVal val="#ppt_x"/>
                                          </p:val>
                                        </p:tav>
                                      </p:tavLst>
                                    </p:anim>
                                    <p:anim calcmode="lin" valueType="num">
                                      <p:cBhvr additive="base">
                                        <p:cTn id="14" dur="500" fill="hold"/>
                                        <p:tgtEl>
                                          <p:spTgt spid="890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2" grpId="0" autoUpdateAnimBg="0"/>
      <p:bldP spid="89093" grpId="0" autoUpdateAnimBg="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1026">
            <a:extLst>
              <a:ext uri="{FF2B5EF4-FFF2-40B4-BE49-F238E27FC236}">
                <a16:creationId xmlns:a16="http://schemas.microsoft.com/office/drawing/2014/main" id="{7440C559-4D09-5E8F-4B0F-18FE73B0F432}"/>
              </a:ext>
            </a:extLst>
          </p:cNvPr>
          <p:cNvSpPr txBox="1">
            <a:spLocks noChangeArrowheads="1"/>
          </p:cNvSpPr>
          <p:nvPr/>
        </p:nvSpPr>
        <p:spPr bwMode="auto">
          <a:xfrm>
            <a:off x="685800" y="1036638"/>
            <a:ext cx="8229600" cy="478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ts val="600"/>
              </a:spcBef>
              <a:spcAft>
                <a:spcPts val="600"/>
              </a:spcAft>
            </a:pPr>
            <a:endParaRPr lang="en-US" altLang="en-US" sz="2000" b="1"/>
          </a:p>
          <a:p>
            <a:pPr>
              <a:spcBef>
                <a:spcPts val="600"/>
              </a:spcBef>
              <a:spcAft>
                <a:spcPts val="1200"/>
              </a:spcAft>
              <a:buFontTx/>
              <a:buAutoNum type="arabicPeriod"/>
            </a:pPr>
            <a:r>
              <a:rPr lang="en-US" altLang="en-US" sz="2000"/>
              <a:t>The number of molecular orbitals (MOs) formed is always equal to the number of atomic orbitals combined.</a:t>
            </a:r>
          </a:p>
          <a:p>
            <a:pPr>
              <a:spcBef>
                <a:spcPts val="600"/>
              </a:spcBef>
              <a:spcAft>
                <a:spcPts val="1200"/>
              </a:spcAft>
              <a:buFontTx/>
              <a:buAutoNum type="arabicPeriod"/>
            </a:pPr>
            <a:r>
              <a:rPr lang="en-US" altLang="en-US" sz="2000"/>
              <a:t>The more stable the bonding MO, the less stable the corresponding antibonding MO.</a:t>
            </a:r>
          </a:p>
          <a:p>
            <a:pPr>
              <a:spcBef>
                <a:spcPts val="600"/>
              </a:spcBef>
              <a:spcAft>
                <a:spcPts val="1200"/>
              </a:spcAft>
              <a:buFontTx/>
              <a:buAutoNum type="arabicPeriod"/>
            </a:pPr>
            <a:r>
              <a:rPr lang="en-US" altLang="en-US" sz="2000"/>
              <a:t>The filling of MOs proceeds from low to high energies.</a:t>
            </a:r>
          </a:p>
          <a:p>
            <a:pPr>
              <a:spcBef>
                <a:spcPts val="600"/>
              </a:spcBef>
              <a:spcAft>
                <a:spcPts val="1200"/>
              </a:spcAft>
              <a:buFontTx/>
              <a:buAutoNum type="arabicPeriod"/>
            </a:pPr>
            <a:r>
              <a:rPr lang="en-US" altLang="en-US" sz="2000"/>
              <a:t>Each MO can accommodate up to two electrons.</a:t>
            </a:r>
          </a:p>
          <a:p>
            <a:pPr>
              <a:spcBef>
                <a:spcPts val="600"/>
              </a:spcBef>
              <a:spcAft>
                <a:spcPts val="1200"/>
              </a:spcAft>
              <a:buFontTx/>
              <a:buAutoNum type="arabicPeriod"/>
            </a:pPr>
            <a:r>
              <a:rPr lang="en-US" altLang="en-US" sz="2000"/>
              <a:t>Use Hund’s rule when adding electrons to MOs of the same energy.</a:t>
            </a:r>
          </a:p>
          <a:p>
            <a:pPr>
              <a:spcBef>
                <a:spcPts val="600"/>
              </a:spcBef>
              <a:spcAft>
                <a:spcPts val="1200"/>
              </a:spcAft>
              <a:buFontTx/>
              <a:buAutoNum type="arabicPeriod"/>
            </a:pPr>
            <a:r>
              <a:rPr lang="en-US" altLang="en-US" sz="2000"/>
              <a:t>The number of electrons in the MOs is equal to the sum of all the electrons on the bonding atoms.</a:t>
            </a:r>
          </a:p>
        </p:txBody>
      </p:sp>
      <p:sp>
        <p:nvSpPr>
          <p:cNvPr id="337923" name="Text Box 1027">
            <a:extLst>
              <a:ext uri="{FF2B5EF4-FFF2-40B4-BE49-F238E27FC236}">
                <a16:creationId xmlns:a16="http://schemas.microsoft.com/office/drawing/2014/main" id="{1886FF6D-3D54-7B82-A033-7CE1DD8A23B8}"/>
              </a:ext>
            </a:extLst>
          </p:cNvPr>
          <p:cNvSpPr txBox="1">
            <a:spLocks noChangeArrowheads="1"/>
          </p:cNvSpPr>
          <p:nvPr/>
        </p:nvSpPr>
        <p:spPr bwMode="auto">
          <a:xfrm>
            <a:off x="8389938" y="6384925"/>
            <a:ext cx="677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eaLnBrk="1" hangingPunct="1">
              <a:spcBef>
                <a:spcPct val="50000"/>
              </a:spcBef>
            </a:pPr>
            <a:r>
              <a:rPr lang="en-US" altLang="en-US" sz="2000"/>
              <a:t>10.7</a:t>
            </a:r>
          </a:p>
        </p:txBody>
      </p:sp>
      <p:sp>
        <p:nvSpPr>
          <p:cNvPr id="337924" name="Text Box 1028">
            <a:extLst>
              <a:ext uri="{FF2B5EF4-FFF2-40B4-BE49-F238E27FC236}">
                <a16:creationId xmlns:a16="http://schemas.microsoft.com/office/drawing/2014/main" id="{223AB880-19D2-2611-AF08-AF7AC6A3FC88}"/>
              </a:ext>
            </a:extLst>
          </p:cNvPr>
          <p:cNvSpPr txBox="1">
            <a:spLocks noChangeArrowheads="1"/>
          </p:cNvSpPr>
          <p:nvPr/>
        </p:nvSpPr>
        <p:spPr bwMode="auto">
          <a:xfrm>
            <a:off x="1066800" y="473075"/>
            <a:ext cx="66309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800" b="1"/>
              <a:t>Molecular Orbital (MO) Configurations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0114">
                                            <p:txEl>
                                              <p:pRg st="1" end="1"/>
                                            </p:txEl>
                                          </p:spTgt>
                                        </p:tgtEl>
                                        <p:attrNameLst>
                                          <p:attrName>style.visibility</p:attrName>
                                        </p:attrNameLst>
                                      </p:cBhvr>
                                      <p:to>
                                        <p:strVal val="visible"/>
                                      </p:to>
                                    </p:set>
                                    <p:anim calcmode="lin" valueType="num">
                                      <p:cBhvr additive="base">
                                        <p:cTn id="7" dur="500" fill="hold"/>
                                        <p:tgtEl>
                                          <p:spTgt spid="90114">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011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0114">
                                            <p:txEl>
                                              <p:pRg st="2" end="2"/>
                                            </p:txEl>
                                          </p:spTgt>
                                        </p:tgtEl>
                                        <p:attrNameLst>
                                          <p:attrName>style.visibility</p:attrName>
                                        </p:attrNameLst>
                                      </p:cBhvr>
                                      <p:to>
                                        <p:strVal val="visible"/>
                                      </p:to>
                                    </p:set>
                                    <p:anim calcmode="lin" valueType="num">
                                      <p:cBhvr additive="base">
                                        <p:cTn id="13" dur="500" fill="hold"/>
                                        <p:tgtEl>
                                          <p:spTgt spid="90114">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011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0114">
                                            <p:txEl>
                                              <p:pRg st="3" end="3"/>
                                            </p:txEl>
                                          </p:spTgt>
                                        </p:tgtEl>
                                        <p:attrNameLst>
                                          <p:attrName>style.visibility</p:attrName>
                                        </p:attrNameLst>
                                      </p:cBhvr>
                                      <p:to>
                                        <p:strVal val="visible"/>
                                      </p:to>
                                    </p:set>
                                    <p:anim calcmode="lin" valueType="num">
                                      <p:cBhvr additive="base">
                                        <p:cTn id="19" dur="500" fill="hold"/>
                                        <p:tgtEl>
                                          <p:spTgt spid="90114">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011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0114">
                                            <p:txEl>
                                              <p:pRg st="4" end="4"/>
                                            </p:txEl>
                                          </p:spTgt>
                                        </p:tgtEl>
                                        <p:attrNameLst>
                                          <p:attrName>style.visibility</p:attrName>
                                        </p:attrNameLst>
                                      </p:cBhvr>
                                      <p:to>
                                        <p:strVal val="visible"/>
                                      </p:to>
                                    </p:set>
                                    <p:anim calcmode="lin" valueType="num">
                                      <p:cBhvr additive="base">
                                        <p:cTn id="25" dur="500" fill="hold"/>
                                        <p:tgtEl>
                                          <p:spTgt spid="90114">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011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0114">
                                            <p:txEl>
                                              <p:pRg st="5" end="5"/>
                                            </p:txEl>
                                          </p:spTgt>
                                        </p:tgtEl>
                                        <p:attrNameLst>
                                          <p:attrName>style.visibility</p:attrName>
                                        </p:attrNameLst>
                                      </p:cBhvr>
                                      <p:to>
                                        <p:strVal val="visible"/>
                                      </p:to>
                                    </p:set>
                                    <p:anim calcmode="lin" valueType="num">
                                      <p:cBhvr additive="base">
                                        <p:cTn id="31" dur="500" fill="hold"/>
                                        <p:tgtEl>
                                          <p:spTgt spid="90114">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90114">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90114">
                                            <p:txEl>
                                              <p:pRg st="6" end="6"/>
                                            </p:txEl>
                                          </p:spTgt>
                                        </p:tgtEl>
                                        <p:attrNameLst>
                                          <p:attrName>style.visibility</p:attrName>
                                        </p:attrNameLst>
                                      </p:cBhvr>
                                      <p:to>
                                        <p:strVal val="visible"/>
                                      </p:to>
                                    </p:set>
                                    <p:anim calcmode="lin" valueType="num">
                                      <p:cBhvr additive="base">
                                        <p:cTn id="37" dur="500" fill="hold"/>
                                        <p:tgtEl>
                                          <p:spTgt spid="90114">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90114">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build="p" autoUpdateAnimBg="0"/>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Text Box 3">
            <a:extLst>
              <a:ext uri="{FF2B5EF4-FFF2-40B4-BE49-F238E27FC236}">
                <a16:creationId xmlns:a16="http://schemas.microsoft.com/office/drawing/2014/main" id="{E007086A-102C-2DF3-49CC-5111A68D30A6}"/>
              </a:ext>
            </a:extLst>
          </p:cNvPr>
          <p:cNvSpPr txBox="1">
            <a:spLocks noChangeArrowheads="1"/>
          </p:cNvSpPr>
          <p:nvPr/>
        </p:nvSpPr>
        <p:spPr bwMode="auto">
          <a:xfrm>
            <a:off x="3886200" y="6096000"/>
            <a:ext cx="16922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800">
                <a:solidFill>
                  <a:srgbClr val="FF0000"/>
                </a:solidFill>
              </a:rPr>
              <a:t>Figure 11.14</a:t>
            </a:r>
          </a:p>
        </p:txBody>
      </p:sp>
      <p:pic>
        <p:nvPicPr>
          <p:cNvPr id="19460" name="Picture 4">
            <a:extLst>
              <a:ext uri="{FF2B5EF4-FFF2-40B4-BE49-F238E27FC236}">
                <a16:creationId xmlns:a16="http://schemas.microsoft.com/office/drawing/2014/main" id="{5332D9E2-0E27-D73A-9C79-2DDD89E8DD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905000"/>
            <a:ext cx="7742238" cy="393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948" name="Text Box 7">
            <a:extLst>
              <a:ext uri="{FF2B5EF4-FFF2-40B4-BE49-F238E27FC236}">
                <a16:creationId xmlns:a16="http://schemas.microsoft.com/office/drawing/2014/main" id="{13897B33-92FA-D4C0-7EEC-7CDFCD9D080A}"/>
              </a:ext>
            </a:extLst>
          </p:cNvPr>
          <p:cNvSpPr txBox="1">
            <a:spLocks noChangeArrowheads="1"/>
          </p:cNvSpPr>
          <p:nvPr/>
        </p:nvSpPr>
        <p:spPr bwMode="auto">
          <a:xfrm>
            <a:off x="990600" y="533400"/>
            <a:ext cx="7086600" cy="701675"/>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b="1">
                <a:solidFill>
                  <a:srgbClr val="00FFFF"/>
                </a:solidFill>
              </a:rPr>
              <a:t>Contours and energies of the bonding and antibonding molecular orbitals in H</a:t>
            </a:r>
            <a:r>
              <a:rPr lang="en-US" altLang="en-US" sz="2000" b="1" baseline="-25000">
                <a:solidFill>
                  <a:srgbClr val="00FFFF"/>
                </a:solidFill>
              </a:rPr>
              <a:t>2</a:t>
            </a:r>
            <a:endParaRPr lang="en-US" altLang="en-US" sz="2000" b="1">
              <a:solidFill>
                <a:srgbClr val="00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9460"/>
                                        </p:tgtEl>
                                        <p:attrNameLst>
                                          <p:attrName>style.visibility</p:attrName>
                                        </p:attrNameLst>
                                      </p:cBhvr>
                                      <p:to>
                                        <p:strVal val="visible"/>
                                      </p:to>
                                    </p:set>
                                    <p:animEffect transition="in" filter="randombar(horizontal)">
                                      <p:cBhvr>
                                        <p:cTn id="7" dur="500"/>
                                        <p:tgtEl>
                                          <p:spTgt spid="19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Text Box 2">
            <a:extLst>
              <a:ext uri="{FF2B5EF4-FFF2-40B4-BE49-F238E27FC236}">
                <a16:creationId xmlns:a16="http://schemas.microsoft.com/office/drawing/2014/main" id="{AF2D3D48-1E1B-B575-3771-21A6DCD7FD1C}"/>
              </a:ext>
            </a:extLst>
          </p:cNvPr>
          <p:cNvSpPr txBox="1">
            <a:spLocks noChangeArrowheads="1"/>
          </p:cNvSpPr>
          <p:nvPr/>
        </p:nvSpPr>
        <p:spPr bwMode="auto">
          <a:xfrm>
            <a:off x="228600" y="5638800"/>
            <a:ext cx="16922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800">
                <a:solidFill>
                  <a:srgbClr val="FF0000"/>
                </a:solidFill>
              </a:rPr>
              <a:t>Figure 11.15</a:t>
            </a:r>
            <a:endParaRPr lang="en-US" altLang="en-US" sz="1800">
              <a:latin typeface="Times" panose="02020603050405020304" pitchFamily="18" charset="0"/>
            </a:endParaRPr>
          </a:p>
        </p:txBody>
      </p:sp>
      <p:sp>
        <p:nvSpPr>
          <p:cNvPr id="339971" name="Text Box 3">
            <a:extLst>
              <a:ext uri="{FF2B5EF4-FFF2-40B4-BE49-F238E27FC236}">
                <a16:creationId xmlns:a16="http://schemas.microsoft.com/office/drawing/2014/main" id="{8F93BBBC-4281-B8CE-7D2D-B2E80AEBE9D9}"/>
              </a:ext>
            </a:extLst>
          </p:cNvPr>
          <p:cNvSpPr txBox="1">
            <a:spLocks noChangeArrowheads="1"/>
          </p:cNvSpPr>
          <p:nvPr/>
        </p:nvSpPr>
        <p:spPr bwMode="auto">
          <a:xfrm>
            <a:off x="3048000" y="304800"/>
            <a:ext cx="4876800" cy="822325"/>
          </a:xfrm>
          <a:prstGeom prst="rect">
            <a:avLst/>
          </a:prstGeom>
          <a:blipFill dpi="0" rotWithShape="0">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b="1">
                <a:solidFill>
                  <a:srgbClr val="1822CD"/>
                </a:solidFill>
              </a:rPr>
              <a:t>Molecular orbital diagram for the </a:t>
            </a:r>
            <a:r>
              <a:rPr lang="en-US" altLang="en-US" b="1">
                <a:solidFill>
                  <a:srgbClr val="FF0000"/>
                </a:solidFill>
              </a:rPr>
              <a:t>H</a:t>
            </a:r>
            <a:r>
              <a:rPr lang="en-US" altLang="en-US" b="1" baseline="-25000">
                <a:solidFill>
                  <a:srgbClr val="FF0000"/>
                </a:solidFill>
              </a:rPr>
              <a:t>2</a:t>
            </a:r>
            <a:r>
              <a:rPr lang="en-US" altLang="en-US" b="1" baseline="-25000">
                <a:solidFill>
                  <a:srgbClr val="1822CD"/>
                </a:solidFill>
              </a:rPr>
              <a:t> </a:t>
            </a:r>
            <a:r>
              <a:rPr lang="en-US" altLang="en-US" b="1">
                <a:solidFill>
                  <a:srgbClr val="1822CD"/>
                </a:solidFill>
              </a:rPr>
              <a:t>molecule</a:t>
            </a:r>
          </a:p>
        </p:txBody>
      </p:sp>
      <p:pic>
        <p:nvPicPr>
          <p:cNvPr id="33829" name="Picture 37">
            <a:extLst>
              <a:ext uri="{FF2B5EF4-FFF2-40B4-BE49-F238E27FC236}">
                <a16:creationId xmlns:a16="http://schemas.microsoft.com/office/drawing/2014/main" id="{2A7B8983-E0D1-46D5-0F85-0900062F7B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447800"/>
            <a:ext cx="5181600" cy="487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9973" name="Text Box 38">
            <a:extLst>
              <a:ext uri="{FF2B5EF4-FFF2-40B4-BE49-F238E27FC236}">
                <a16:creationId xmlns:a16="http://schemas.microsoft.com/office/drawing/2014/main" id="{6F1AFC49-95D2-C027-6423-C9AA023A30F7}"/>
              </a:ext>
            </a:extLst>
          </p:cNvPr>
          <p:cNvSpPr txBox="1">
            <a:spLocks noChangeArrowheads="1"/>
          </p:cNvSpPr>
          <p:nvPr/>
        </p:nvSpPr>
        <p:spPr bwMode="auto">
          <a:xfrm>
            <a:off x="212725" y="1763713"/>
            <a:ext cx="2149475" cy="2754312"/>
          </a:xfrm>
          <a:prstGeom prst="rect">
            <a:avLst/>
          </a:prstGeom>
          <a:blipFill dpi="0" rotWithShape="0">
            <a:blip r:embed="rId4"/>
            <a:srcRect/>
            <a:tile tx="0" ty="0" sx="100000" sy="100000" flip="none" algn="tl"/>
          </a:blip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b="1"/>
              <a:t>MOs are filled</a:t>
            </a:r>
          </a:p>
          <a:p>
            <a:pPr algn="ctr"/>
            <a:r>
              <a:rPr lang="en-US" altLang="en-US" sz="2000" b="1"/>
              <a:t>in the same sequence</a:t>
            </a:r>
          </a:p>
          <a:p>
            <a:pPr algn="ctr"/>
            <a:r>
              <a:rPr lang="en-US" altLang="en-US" sz="2000" b="1"/>
              <a:t>as for AOs</a:t>
            </a:r>
          </a:p>
          <a:p>
            <a:pPr algn="ctr"/>
            <a:endParaRPr lang="en-US" altLang="en-US" sz="2000" b="1"/>
          </a:p>
          <a:p>
            <a:pPr algn="ctr"/>
            <a:r>
              <a:rPr lang="en-US" altLang="en-US" sz="2000" b="1"/>
              <a:t> </a:t>
            </a:r>
            <a:r>
              <a:rPr lang="en-US" altLang="en-US" sz="1800"/>
              <a:t>(aufbau and exclusion principles, Hund’s rule)</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3829"/>
                                        </p:tgtEl>
                                        <p:attrNameLst>
                                          <p:attrName>style.visibility</p:attrName>
                                        </p:attrNameLst>
                                      </p:cBhvr>
                                      <p:to>
                                        <p:strVal val="visible"/>
                                      </p:to>
                                    </p:set>
                                    <p:animEffect transition="in" filter="box(in)">
                                      <p:cBhvr>
                                        <p:cTn id="7" dur="500"/>
                                        <p:tgtEl>
                                          <p:spTgt spid="338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Text Box 2">
            <a:extLst>
              <a:ext uri="{FF2B5EF4-FFF2-40B4-BE49-F238E27FC236}">
                <a16:creationId xmlns:a16="http://schemas.microsoft.com/office/drawing/2014/main" id="{484A3F4F-4107-B8CB-B2D3-90D0D63823B4}"/>
              </a:ext>
            </a:extLst>
          </p:cNvPr>
          <p:cNvSpPr txBox="1">
            <a:spLocks noChangeArrowheads="1"/>
          </p:cNvSpPr>
          <p:nvPr/>
        </p:nvSpPr>
        <p:spPr bwMode="auto">
          <a:xfrm>
            <a:off x="3048000" y="1295400"/>
            <a:ext cx="3000375" cy="466725"/>
          </a:xfrm>
          <a:prstGeom prst="rect">
            <a:avLst/>
          </a:prstGeom>
          <a:blipFill dpi="0" rotWithShape="0">
            <a:blip r:embed="rId2"/>
            <a:srcRect/>
            <a:tile tx="0" ty="0" sx="100000" sy="100000" flip="none" algn="tl"/>
          </a:blipFill>
          <a:ln w="9525">
            <a:solidFill>
              <a:srgbClr val="0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b="1"/>
              <a:t>The MO bond order</a:t>
            </a:r>
            <a:endParaRPr lang="en-US" altLang="en-US"/>
          </a:p>
        </p:txBody>
      </p:sp>
      <p:sp>
        <p:nvSpPr>
          <p:cNvPr id="340995" name="Text Box 3">
            <a:extLst>
              <a:ext uri="{FF2B5EF4-FFF2-40B4-BE49-F238E27FC236}">
                <a16:creationId xmlns:a16="http://schemas.microsoft.com/office/drawing/2014/main" id="{45BBB18B-2E05-C9EB-5926-1E1BEB4F4A7A}"/>
              </a:ext>
            </a:extLst>
          </p:cNvPr>
          <p:cNvSpPr txBox="1">
            <a:spLocks noChangeArrowheads="1"/>
          </p:cNvSpPr>
          <p:nvPr/>
        </p:nvSpPr>
        <p:spPr bwMode="auto">
          <a:xfrm>
            <a:off x="838200" y="2209800"/>
            <a:ext cx="7315200" cy="406400"/>
          </a:xfrm>
          <a:prstGeom prst="rect">
            <a:avLst/>
          </a:prstGeom>
          <a:blipFill dpi="0" rotWithShape="0">
            <a:blip r:embed="rId3"/>
            <a:srcRect/>
            <a:tile tx="0" ty="0" sx="100000" sy="100000" flip="none" algn="tl"/>
          </a:blipFill>
          <a:ln w="9525">
            <a:solidFill>
              <a:srgbClr val="8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a:t>[1/2 (no. of e</a:t>
            </a:r>
            <a:r>
              <a:rPr lang="en-US" altLang="en-US" b="1" baseline="30000"/>
              <a:t>-</a:t>
            </a:r>
            <a:r>
              <a:rPr lang="en-US" altLang="en-US" sz="2000"/>
              <a:t> in bonding MOs) - (no. of e</a:t>
            </a:r>
            <a:r>
              <a:rPr lang="en-US" altLang="en-US" b="1" baseline="30000"/>
              <a:t>-</a:t>
            </a:r>
            <a:r>
              <a:rPr lang="en-US" altLang="en-US" sz="2000"/>
              <a:t> in antibonding MOs)]</a:t>
            </a:r>
          </a:p>
        </p:txBody>
      </p:sp>
      <p:sp>
        <p:nvSpPr>
          <p:cNvPr id="340996" name="Text Box 4">
            <a:extLst>
              <a:ext uri="{FF2B5EF4-FFF2-40B4-BE49-F238E27FC236}">
                <a16:creationId xmlns:a16="http://schemas.microsoft.com/office/drawing/2014/main" id="{9907BB01-ADA0-021D-FC5E-BE03959E0524}"/>
              </a:ext>
            </a:extLst>
          </p:cNvPr>
          <p:cNvSpPr txBox="1">
            <a:spLocks noChangeArrowheads="1"/>
          </p:cNvSpPr>
          <p:nvPr/>
        </p:nvSpPr>
        <p:spPr bwMode="auto">
          <a:xfrm>
            <a:off x="2057400" y="3276600"/>
            <a:ext cx="4822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higher bond order = stronger bond</a:t>
            </a:r>
          </a:p>
        </p:txBody>
      </p:sp>
      <p:sp>
        <p:nvSpPr>
          <p:cNvPr id="340997" name="Text Box 5">
            <a:extLst>
              <a:ext uri="{FF2B5EF4-FFF2-40B4-BE49-F238E27FC236}">
                <a16:creationId xmlns:a16="http://schemas.microsoft.com/office/drawing/2014/main" id="{6AB1A516-9C7C-68DE-FEB4-B521B349C798}"/>
              </a:ext>
            </a:extLst>
          </p:cNvPr>
          <p:cNvSpPr txBox="1">
            <a:spLocks noChangeArrowheads="1"/>
          </p:cNvSpPr>
          <p:nvPr/>
        </p:nvSpPr>
        <p:spPr bwMode="auto">
          <a:xfrm>
            <a:off x="2895600" y="4038600"/>
            <a:ext cx="3117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Has predictive power!</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Text Box 2">
            <a:extLst>
              <a:ext uri="{FF2B5EF4-FFF2-40B4-BE49-F238E27FC236}">
                <a16:creationId xmlns:a16="http://schemas.microsoft.com/office/drawing/2014/main" id="{2C3D93ED-6A9C-9C21-46BC-A41220E82E24}"/>
              </a:ext>
            </a:extLst>
          </p:cNvPr>
          <p:cNvSpPr txBox="1">
            <a:spLocks noChangeArrowheads="1"/>
          </p:cNvSpPr>
          <p:nvPr/>
        </p:nvSpPr>
        <p:spPr bwMode="auto">
          <a:xfrm>
            <a:off x="609600" y="228600"/>
            <a:ext cx="3124200" cy="366713"/>
          </a:xfrm>
          <a:prstGeom prst="rect">
            <a:avLst/>
          </a:prstGeom>
          <a:noFill/>
          <a:ln>
            <a:noFill/>
          </a:ln>
          <a:effectLst/>
          <a:extLst>
            <a:ext uri="{909E8E84-426E-40DD-AFC4-6F175D3DCCD1}">
              <a14:hiddenFill xmlns:a14="http://schemas.microsoft.com/office/drawing/2010/main">
                <a:gradFill rotWithShape="0">
                  <a:gsLst>
                    <a:gs pos="0">
                      <a:srgbClr val="006600"/>
                    </a:gs>
                    <a:gs pos="100000">
                      <a:schemeClr val="bg1"/>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SAMPLE PROBLEM 11.3</a:t>
            </a:r>
            <a:endParaRPr lang="en-US" altLang="en-US" sz="1800" b="1"/>
          </a:p>
        </p:txBody>
      </p:sp>
      <p:sp>
        <p:nvSpPr>
          <p:cNvPr id="342019" name="Text Box 3">
            <a:extLst>
              <a:ext uri="{FF2B5EF4-FFF2-40B4-BE49-F238E27FC236}">
                <a16:creationId xmlns:a16="http://schemas.microsoft.com/office/drawing/2014/main" id="{DC262B3E-32FA-342E-00F1-2A5D78AC2073}"/>
              </a:ext>
            </a:extLst>
          </p:cNvPr>
          <p:cNvSpPr txBox="1">
            <a:spLocks noChangeArrowheads="1"/>
          </p:cNvSpPr>
          <p:nvPr/>
        </p:nvSpPr>
        <p:spPr bwMode="auto">
          <a:xfrm>
            <a:off x="3505200" y="228600"/>
            <a:ext cx="5486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1800" b="1">
                <a:solidFill>
                  <a:srgbClr val="1822CD"/>
                </a:solidFill>
              </a:rPr>
              <a:t>Predicting species stability using MO diagrams</a:t>
            </a:r>
            <a:endParaRPr lang="en-US" altLang="en-US" sz="1800" b="1"/>
          </a:p>
        </p:txBody>
      </p:sp>
      <p:sp>
        <p:nvSpPr>
          <p:cNvPr id="342020" name="Text Box 4">
            <a:extLst>
              <a:ext uri="{FF2B5EF4-FFF2-40B4-BE49-F238E27FC236}">
                <a16:creationId xmlns:a16="http://schemas.microsoft.com/office/drawing/2014/main" id="{2DC2C823-D9C6-2CA2-5658-5579F22B5D97}"/>
              </a:ext>
            </a:extLst>
          </p:cNvPr>
          <p:cNvSpPr txBox="1">
            <a:spLocks noChangeArrowheads="1"/>
          </p:cNvSpPr>
          <p:nvPr/>
        </p:nvSpPr>
        <p:spPr bwMode="auto">
          <a:xfrm>
            <a:off x="609600" y="2514600"/>
            <a:ext cx="1524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b="1">
                <a:solidFill>
                  <a:srgbClr val="1822CD"/>
                </a:solidFill>
              </a:rPr>
              <a:t>SOLUTION:</a:t>
            </a:r>
            <a:endParaRPr lang="en-US" altLang="en-US" sz="1800" b="1"/>
          </a:p>
        </p:txBody>
      </p:sp>
      <p:grpSp>
        <p:nvGrpSpPr>
          <p:cNvPr id="342021" name="Group 5">
            <a:extLst>
              <a:ext uri="{FF2B5EF4-FFF2-40B4-BE49-F238E27FC236}">
                <a16:creationId xmlns:a16="http://schemas.microsoft.com/office/drawing/2014/main" id="{857C8288-7E4B-93C2-C3F9-8BFFF86FEAD4}"/>
              </a:ext>
            </a:extLst>
          </p:cNvPr>
          <p:cNvGrpSpPr>
            <a:grpSpLocks/>
          </p:cNvGrpSpPr>
          <p:nvPr/>
        </p:nvGrpSpPr>
        <p:grpSpPr bwMode="auto">
          <a:xfrm>
            <a:off x="609600" y="838200"/>
            <a:ext cx="8153400" cy="641350"/>
            <a:chOff x="384" y="768"/>
            <a:chExt cx="5136" cy="323"/>
          </a:xfrm>
        </p:grpSpPr>
        <p:sp>
          <p:nvSpPr>
            <p:cNvPr id="342082" name="Text Box 6">
              <a:extLst>
                <a:ext uri="{FF2B5EF4-FFF2-40B4-BE49-F238E27FC236}">
                  <a16:creationId xmlns:a16="http://schemas.microsoft.com/office/drawing/2014/main" id="{70CDE27A-D4F1-A646-8BF9-005224FD5EC7}"/>
                </a:ext>
              </a:extLst>
            </p:cNvPr>
            <p:cNvSpPr txBox="1">
              <a:spLocks noChangeArrowheads="1"/>
            </p:cNvSpPr>
            <p:nvPr/>
          </p:nvSpPr>
          <p:spPr bwMode="auto">
            <a:xfrm>
              <a:off x="384" y="768"/>
              <a:ext cx="960"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b="1">
                  <a:solidFill>
                    <a:srgbClr val="1822CD"/>
                  </a:solidFill>
                </a:rPr>
                <a:t>PROBLEM:</a:t>
              </a:r>
            </a:p>
          </p:txBody>
        </p:sp>
        <p:sp>
          <p:nvSpPr>
            <p:cNvPr id="342083" name="Text Box 7">
              <a:extLst>
                <a:ext uri="{FF2B5EF4-FFF2-40B4-BE49-F238E27FC236}">
                  <a16:creationId xmlns:a16="http://schemas.microsoft.com/office/drawing/2014/main" id="{0FE2202D-6084-C92F-BC53-0919025A11C4}"/>
                </a:ext>
              </a:extLst>
            </p:cNvPr>
            <p:cNvSpPr txBox="1">
              <a:spLocks noChangeArrowheads="1"/>
            </p:cNvSpPr>
            <p:nvPr/>
          </p:nvSpPr>
          <p:spPr bwMode="auto">
            <a:xfrm>
              <a:off x="1344" y="768"/>
              <a:ext cx="4176"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Use MO diagrams to predict whether H</a:t>
              </a:r>
              <a:r>
                <a:rPr lang="en-US" altLang="en-US" sz="2000" b="1" baseline="-22000"/>
                <a:t>2</a:t>
              </a:r>
              <a:r>
                <a:rPr lang="en-US" altLang="en-US" sz="2000" b="1" baseline="30000"/>
                <a:t>+</a:t>
              </a:r>
              <a:r>
                <a:rPr lang="en-US" altLang="en-US" sz="1800"/>
                <a:t> and H</a:t>
              </a:r>
              <a:r>
                <a:rPr lang="en-US" altLang="en-US" sz="2000" b="1" baseline="-22000"/>
                <a:t>2</a:t>
              </a:r>
              <a:r>
                <a:rPr lang="en-US" altLang="en-US" b="1" baseline="30000"/>
                <a:t>-</a:t>
              </a:r>
              <a:r>
                <a:rPr lang="en-US" altLang="en-US" sz="1800"/>
                <a:t> can exist.  Determine their bond orders and electron configurations.</a:t>
              </a:r>
            </a:p>
          </p:txBody>
        </p:sp>
      </p:grpSp>
      <p:grpSp>
        <p:nvGrpSpPr>
          <p:cNvPr id="342022" name="Group 13">
            <a:extLst>
              <a:ext uri="{FF2B5EF4-FFF2-40B4-BE49-F238E27FC236}">
                <a16:creationId xmlns:a16="http://schemas.microsoft.com/office/drawing/2014/main" id="{DA3F8B1A-4578-E407-B1EE-5675BD1AB097}"/>
              </a:ext>
            </a:extLst>
          </p:cNvPr>
          <p:cNvGrpSpPr>
            <a:grpSpLocks/>
          </p:cNvGrpSpPr>
          <p:nvPr/>
        </p:nvGrpSpPr>
        <p:grpSpPr bwMode="auto">
          <a:xfrm>
            <a:off x="609600" y="1524000"/>
            <a:ext cx="8153400" cy="641350"/>
            <a:chOff x="384" y="1056"/>
            <a:chExt cx="5136" cy="404"/>
          </a:xfrm>
        </p:grpSpPr>
        <p:sp>
          <p:nvSpPr>
            <p:cNvPr id="342080" name="Text Box 9">
              <a:extLst>
                <a:ext uri="{FF2B5EF4-FFF2-40B4-BE49-F238E27FC236}">
                  <a16:creationId xmlns:a16="http://schemas.microsoft.com/office/drawing/2014/main" id="{AECB99FE-F0A7-40D0-4332-B5881431CB4B}"/>
                </a:ext>
              </a:extLst>
            </p:cNvPr>
            <p:cNvSpPr txBox="1">
              <a:spLocks noChangeArrowheads="1"/>
            </p:cNvSpPr>
            <p:nvPr/>
          </p:nvSpPr>
          <p:spPr bwMode="auto">
            <a:xfrm>
              <a:off x="384" y="1056"/>
              <a:ext cx="88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b="1">
                  <a:solidFill>
                    <a:srgbClr val="1822CD"/>
                  </a:solidFill>
                </a:rPr>
                <a:t>PLAN:</a:t>
              </a:r>
              <a:endParaRPr lang="en-US" altLang="en-US" sz="1800" b="1"/>
            </a:p>
          </p:txBody>
        </p:sp>
        <p:sp>
          <p:nvSpPr>
            <p:cNvPr id="342081" name="Text Box 10">
              <a:extLst>
                <a:ext uri="{FF2B5EF4-FFF2-40B4-BE49-F238E27FC236}">
                  <a16:creationId xmlns:a16="http://schemas.microsoft.com/office/drawing/2014/main" id="{805CE6C9-7678-C42A-C511-1931C9EA45AE}"/>
                </a:ext>
              </a:extLst>
            </p:cNvPr>
            <p:cNvSpPr txBox="1">
              <a:spLocks noChangeArrowheads="1"/>
            </p:cNvSpPr>
            <p:nvPr/>
          </p:nvSpPr>
          <p:spPr bwMode="auto">
            <a:xfrm>
              <a:off x="1008" y="1056"/>
              <a:ext cx="451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Use H</a:t>
              </a:r>
              <a:r>
                <a:rPr lang="en-US" altLang="en-US" sz="2000" b="1" baseline="-22000"/>
                <a:t>2</a:t>
              </a:r>
              <a:r>
                <a:rPr lang="en-US" altLang="en-US" sz="1800"/>
                <a:t> as a model and accommodate the number of electrons in bonding and antibonding orbitals.  Calculate the bond order.</a:t>
              </a:r>
            </a:p>
          </p:txBody>
        </p:sp>
      </p:grpSp>
      <p:sp>
        <p:nvSpPr>
          <p:cNvPr id="342023" name="Rectangle 16">
            <a:extLst>
              <a:ext uri="{FF2B5EF4-FFF2-40B4-BE49-F238E27FC236}">
                <a16:creationId xmlns:a16="http://schemas.microsoft.com/office/drawing/2014/main" id="{473DD540-F4BB-9A72-FB7D-B75EDFEE4558}"/>
              </a:ext>
            </a:extLst>
          </p:cNvPr>
          <p:cNvSpPr>
            <a:spLocks noChangeArrowheads="1"/>
          </p:cNvSpPr>
          <p:nvPr/>
        </p:nvSpPr>
        <p:spPr bwMode="auto">
          <a:xfrm>
            <a:off x="1524000" y="3048000"/>
            <a:ext cx="457200" cy="3810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grpSp>
        <p:nvGrpSpPr>
          <p:cNvPr id="342024" name="Group 64">
            <a:extLst>
              <a:ext uri="{FF2B5EF4-FFF2-40B4-BE49-F238E27FC236}">
                <a16:creationId xmlns:a16="http://schemas.microsoft.com/office/drawing/2014/main" id="{413936A6-4AA1-092F-AD3F-064054F74A18}"/>
              </a:ext>
            </a:extLst>
          </p:cNvPr>
          <p:cNvGrpSpPr>
            <a:grpSpLocks/>
          </p:cNvGrpSpPr>
          <p:nvPr/>
        </p:nvGrpSpPr>
        <p:grpSpPr bwMode="auto">
          <a:xfrm>
            <a:off x="1524000" y="4953000"/>
            <a:ext cx="457200" cy="381000"/>
            <a:chOff x="960" y="3312"/>
            <a:chExt cx="288" cy="240"/>
          </a:xfrm>
        </p:grpSpPr>
        <p:sp>
          <p:nvSpPr>
            <p:cNvPr id="342078" name="Rectangle 17">
              <a:extLst>
                <a:ext uri="{FF2B5EF4-FFF2-40B4-BE49-F238E27FC236}">
                  <a16:creationId xmlns:a16="http://schemas.microsoft.com/office/drawing/2014/main" id="{835FDB4C-DF41-85F9-4527-6DEF9398FD49}"/>
                </a:ext>
              </a:extLst>
            </p:cNvPr>
            <p:cNvSpPr>
              <a:spLocks noChangeArrowheads="1"/>
            </p:cNvSpPr>
            <p:nvPr/>
          </p:nvSpPr>
          <p:spPr bwMode="auto">
            <a:xfrm>
              <a:off x="960" y="3312"/>
              <a:ext cx="288"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2079" name="Line 25">
              <a:extLst>
                <a:ext uri="{FF2B5EF4-FFF2-40B4-BE49-F238E27FC236}">
                  <a16:creationId xmlns:a16="http://schemas.microsoft.com/office/drawing/2014/main" id="{F330E10F-4EB0-82BA-E2F2-6EF0A2741F9E}"/>
                </a:ext>
              </a:extLst>
            </p:cNvPr>
            <p:cNvSpPr>
              <a:spLocks noChangeShapeType="1"/>
            </p:cNvSpPr>
            <p:nvPr/>
          </p:nvSpPr>
          <p:spPr bwMode="auto">
            <a:xfrm flipV="1">
              <a:off x="1056" y="3312"/>
              <a:ext cx="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42025" name="Group 63">
            <a:extLst>
              <a:ext uri="{FF2B5EF4-FFF2-40B4-BE49-F238E27FC236}">
                <a16:creationId xmlns:a16="http://schemas.microsoft.com/office/drawing/2014/main" id="{B8EB37CD-23EC-0210-5A27-75ED84FEA038}"/>
              </a:ext>
            </a:extLst>
          </p:cNvPr>
          <p:cNvGrpSpPr>
            <a:grpSpLocks/>
          </p:cNvGrpSpPr>
          <p:nvPr/>
        </p:nvGrpSpPr>
        <p:grpSpPr bwMode="auto">
          <a:xfrm>
            <a:off x="990600" y="3200400"/>
            <a:ext cx="1600200" cy="2500313"/>
            <a:chOff x="624" y="2208"/>
            <a:chExt cx="1008" cy="1575"/>
          </a:xfrm>
        </p:grpSpPr>
        <p:grpSp>
          <p:nvGrpSpPr>
            <p:cNvPr id="342071" name="Group 22">
              <a:extLst>
                <a:ext uri="{FF2B5EF4-FFF2-40B4-BE49-F238E27FC236}">
                  <a16:creationId xmlns:a16="http://schemas.microsoft.com/office/drawing/2014/main" id="{87B7FEB9-77CA-700B-BC25-A8492CB0286E}"/>
                </a:ext>
              </a:extLst>
            </p:cNvPr>
            <p:cNvGrpSpPr>
              <a:grpSpLocks/>
            </p:cNvGrpSpPr>
            <p:nvPr/>
          </p:nvGrpSpPr>
          <p:grpSpPr bwMode="auto">
            <a:xfrm>
              <a:off x="624" y="2208"/>
              <a:ext cx="1008" cy="1248"/>
              <a:chOff x="816" y="2208"/>
              <a:chExt cx="1008" cy="1248"/>
            </a:xfrm>
          </p:grpSpPr>
          <p:sp>
            <p:nvSpPr>
              <p:cNvPr id="342074" name="Line 18">
                <a:extLst>
                  <a:ext uri="{FF2B5EF4-FFF2-40B4-BE49-F238E27FC236}">
                    <a16:creationId xmlns:a16="http://schemas.microsoft.com/office/drawing/2014/main" id="{BD78FBE0-372B-8524-CD06-2EF8770BB363}"/>
                  </a:ext>
                </a:extLst>
              </p:cNvPr>
              <p:cNvSpPr>
                <a:spLocks noChangeShapeType="1"/>
              </p:cNvSpPr>
              <p:nvPr/>
            </p:nvSpPr>
            <p:spPr bwMode="auto">
              <a:xfrm flipV="1">
                <a:off x="816" y="2224"/>
                <a:ext cx="320" cy="608"/>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2075" name="Line 19">
                <a:extLst>
                  <a:ext uri="{FF2B5EF4-FFF2-40B4-BE49-F238E27FC236}">
                    <a16:creationId xmlns:a16="http://schemas.microsoft.com/office/drawing/2014/main" id="{3A681F58-0D06-D2CC-9962-5D605680500D}"/>
                  </a:ext>
                </a:extLst>
              </p:cNvPr>
              <p:cNvSpPr>
                <a:spLocks noChangeShapeType="1"/>
              </p:cNvSpPr>
              <p:nvPr/>
            </p:nvSpPr>
            <p:spPr bwMode="auto">
              <a:xfrm>
                <a:off x="816" y="2832"/>
                <a:ext cx="336" cy="62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2076" name="Line 20">
                <a:extLst>
                  <a:ext uri="{FF2B5EF4-FFF2-40B4-BE49-F238E27FC236}">
                    <a16:creationId xmlns:a16="http://schemas.microsoft.com/office/drawing/2014/main" id="{3A3A9BC3-C983-A869-FCC1-692B8FADF191}"/>
                  </a:ext>
                </a:extLst>
              </p:cNvPr>
              <p:cNvSpPr>
                <a:spLocks noChangeShapeType="1"/>
              </p:cNvSpPr>
              <p:nvPr/>
            </p:nvSpPr>
            <p:spPr bwMode="auto">
              <a:xfrm>
                <a:off x="1440" y="2208"/>
                <a:ext cx="384" cy="672"/>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2077" name="Line 21">
                <a:extLst>
                  <a:ext uri="{FF2B5EF4-FFF2-40B4-BE49-F238E27FC236}">
                    <a16:creationId xmlns:a16="http://schemas.microsoft.com/office/drawing/2014/main" id="{E3ED2B8E-6D29-0007-6A4A-E3283D2C0CC4}"/>
                  </a:ext>
                </a:extLst>
              </p:cNvPr>
              <p:cNvSpPr>
                <a:spLocks noChangeShapeType="1"/>
              </p:cNvSpPr>
              <p:nvPr/>
            </p:nvSpPr>
            <p:spPr bwMode="auto">
              <a:xfrm flipV="1">
                <a:off x="1440" y="2832"/>
                <a:ext cx="384" cy="576"/>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2796" name="Text Box 28">
              <a:extLst>
                <a:ext uri="{FF2B5EF4-FFF2-40B4-BE49-F238E27FC236}">
                  <a16:creationId xmlns:a16="http://schemas.microsoft.com/office/drawing/2014/main" id="{37916255-22E5-278C-54A0-7B5F9EB6D0E1}"/>
                </a:ext>
              </a:extLst>
            </p:cNvPr>
            <p:cNvSpPr txBox="1">
              <a:spLocks noChangeArrowheads="1"/>
            </p:cNvSpPr>
            <p:nvPr/>
          </p:nvSpPr>
          <p:spPr bwMode="auto">
            <a:xfrm>
              <a:off x="912" y="2352"/>
              <a:ext cx="336" cy="231"/>
            </a:xfrm>
            <a:prstGeom prst="rect">
              <a:avLst/>
            </a:prstGeom>
            <a:noFill/>
            <a:ln>
              <a:noFill/>
            </a:ln>
            <a:effectLst/>
          </p:spPr>
          <p:txBody>
            <a:bodyPr>
              <a:spAutoFit/>
            </a:bodyPr>
            <a:lstStyle/>
            <a:p>
              <a:pPr algn="ctr">
                <a:spcBef>
                  <a:spcPct val="50000"/>
                </a:spcBef>
                <a:defRPr/>
              </a:pPr>
              <a:r>
                <a:rPr lang="en-US" altLang="en-US" sz="1800">
                  <a:effectLst>
                    <a:outerShdw blurRad="38100" dist="38100" dir="2700000" algn="tl">
                      <a:srgbClr val="C0C0C0"/>
                    </a:outerShdw>
                  </a:effectLst>
                  <a:latin typeface="Symbol" panose="05050102010706020507" pitchFamily="18" charset="2"/>
                </a:rPr>
                <a:t>s</a:t>
              </a:r>
            </a:p>
          </p:txBody>
        </p:sp>
        <p:sp>
          <p:nvSpPr>
            <p:cNvPr id="32797" name="Text Box 29">
              <a:extLst>
                <a:ext uri="{FF2B5EF4-FFF2-40B4-BE49-F238E27FC236}">
                  <a16:creationId xmlns:a16="http://schemas.microsoft.com/office/drawing/2014/main" id="{C7B5B86A-4E38-BCF5-87C3-6A08F6AB7073}"/>
                </a:ext>
              </a:extLst>
            </p:cNvPr>
            <p:cNvSpPr txBox="1">
              <a:spLocks noChangeArrowheads="1"/>
            </p:cNvSpPr>
            <p:nvPr/>
          </p:nvSpPr>
          <p:spPr bwMode="auto">
            <a:xfrm>
              <a:off x="912" y="3552"/>
              <a:ext cx="336" cy="231"/>
            </a:xfrm>
            <a:prstGeom prst="rect">
              <a:avLst/>
            </a:prstGeom>
            <a:noFill/>
            <a:ln>
              <a:noFill/>
            </a:ln>
            <a:effectLst/>
          </p:spPr>
          <p:txBody>
            <a:bodyPr>
              <a:spAutoFit/>
            </a:bodyPr>
            <a:lstStyle/>
            <a:p>
              <a:pPr algn="ctr">
                <a:spcBef>
                  <a:spcPct val="50000"/>
                </a:spcBef>
                <a:defRPr/>
              </a:pPr>
              <a:r>
                <a:rPr lang="en-US" altLang="en-US" sz="1800">
                  <a:effectLst>
                    <a:outerShdw blurRad="38100" dist="38100" dir="2700000" algn="tl">
                      <a:srgbClr val="C0C0C0"/>
                    </a:outerShdw>
                  </a:effectLst>
                  <a:latin typeface="Symbol" panose="05050102010706020507" pitchFamily="18" charset="2"/>
                </a:rPr>
                <a:t>s</a:t>
              </a:r>
            </a:p>
          </p:txBody>
        </p:sp>
      </p:grpSp>
      <p:grpSp>
        <p:nvGrpSpPr>
          <p:cNvPr id="342026" name="Group 61">
            <a:extLst>
              <a:ext uri="{FF2B5EF4-FFF2-40B4-BE49-F238E27FC236}">
                <a16:creationId xmlns:a16="http://schemas.microsoft.com/office/drawing/2014/main" id="{53C68CDC-0874-0090-4EC1-072D57C4C1B7}"/>
              </a:ext>
            </a:extLst>
          </p:cNvPr>
          <p:cNvGrpSpPr>
            <a:grpSpLocks/>
          </p:cNvGrpSpPr>
          <p:nvPr/>
        </p:nvGrpSpPr>
        <p:grpSpPr bwMode="auto">
          <a:xfrm>
            <a:off x="228600" y="4038600"/>
            <a:ext cx="1066800" cy="1357313"/>
            <a:chOff x="144" y="2736"/>
            <a:chExt cx="672" cy="855"/>
          </a:xfrm>
        </p:grpSpPr>
        <p:sp>
          <p:nvSpPr>
            <p:cNvPr id="342067" name="Rectangle 14">
              <a:extLst>
                <a:ext uri="{FF2B5EF4-FFF2-40B4-BE49-F238E27FC236}">
                  <a16:creationId xmlns:a16="http://schemas.microsoft.com/office/drawing/2014/main" id="{BDE4ADF6-82BA-B45E-1DCA-D6A209863C09}"/>
                </a:ext>
              </a:extLst>
            </p:cNvPr>
            <p:cNvSpPr>
              <a:spLocks noChangeArrowheads="1"/>
            </p:cNvSpPr>
            <p:nvPr/>
          </p:nvSpPr>
          <p:spPr bwMode="auto">
            <a:xfrm>
              <a:off x="336" y="2736"/>
              <a:ext cx="288"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2068" name="Line 23">
              <a:extLst>
                <a:ext uri="{FF2B5EF4-FFF2-40B4-BE49-F238E27FC236}">
                  <a16:creationId xmlns:a16="http://schemas.microsoft.com/office/drawing/2014/main" id="{AABF468C-E594-AE2F-9818-25F32B90A5F5}"/>
                </a:ext>
              </a:extLst>
            </p:cNvPr>
            <p:cNvSpPr>
              <a:spLocks noChangeShapeType="1"/>
            </p:cNvSpPr>
            <p:nvPr/>
          </p:nvSpPr>
          <p:spPr bwMode="auto">
            <a:xfrm flipV="1">
              <a:off x="432" y="2736"/>
              <a:ext cx="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94" name="Text Box 26">
              <a:extLst>
                <a:ext uri="{FF2B5EF4-FFF2-40B4-BE49-F238E27FC236}">
                  <a16:creationId xmlns:a16="http://schemas.microsoft.com/office/drawing/2014/main" id="{37302F8C-C721-2825-933C-F5E905756B8B}"/>
                </a:ext>
              </a:extLst>
            </p:cNvPr>
            <p:cNvSpPr txBox="1">
              <a:spLocks noChangeArrowheads="1"/>
            </p:cNvSpPr>
            <p:nvPr/>
          </p:nvSpPr>
          <p:spPr bwMode="auto">
            <a:xfrm>
              <a:off x="288" y="3024"/>
              <a:ext cx="336" cy="231"/>
            </a:xfrm>
            <a:prstGeom prst="rect">
              <a:avLst/>
            </a:prstGeom>
            <a:noFill/>
            <a:ln>
              <a:noFill/>
            </a:ln>
            <a:effectLst/>
          </p:spPr>
          <p:txBody>
            <a:bodyPr>
              <a:spAutoFit/>
            </a:bodyPr>
            <a:lstStyle/>
            <a:p>
              <a:pPr algn="ctr">
                <a:spcBef>
                  <a:spcPct val="50000"/>
                </a:spcBef>
                <a:defRPr/>
              </a:pPr>
              <a:r>
                <a:rPr lang="en-US" altLang="en-US" sz="1800">
                  <a:effectLst>
                    <a:outerShdw blurRad="38100" dist="38100" dir="2700000" algn="tl">
                      <a:srgbClr val="C0C0C0"/>
                    </a:outerShdw>
                  </a:effectLst>
                </a:rPr>
                <a:t>1s</a:t>
              </a:r>
            </a:p>
          </p:txBody>
        </p:sp>
        <p:sp>
          <p:nvSpPr>
            <p:cNvPr id="32798" name="Text Box 30">
              <a:extLst>
                <a:ext uri="{FF2B5EF4-FFF2-40B4-BE49-F238E27FC236}">
                  <a16:creationId xmlns:a16="http://schemas.microsoft.com/office/drawing/2014/main" id="{6241C3E0-C552-CDEF-B745-5FAD3175DEB0}"/>
                </a:ext>
              </a:extLst>
            </p:cNvPr>
            <p:cNvSpPr txBox="1">
              <a:spLocks noChangeArrowheads="1"/>
            </p:cNvSpPr>
            <p:nvPr/>
          </p:nvSpPr>
          <p:spPr bwMode="auto">
            <a:xfrm>
              <a:off x="144" y="3360"/>
              <a:ext cx="672" cy="231"/>
            </a:xfrm>
            <a:prstGeom prst="rect">
              <a:avLst/>
            </a:prstGeom>
            <a:noFill/>
            <a:ln>
              <a:noFill/>
            </a:ln>
            <a:effectLst/>
          </p:spPr>
          <p:txBody>
            <a:bodyPr>
              <a:spAutoFit/>
            </a:bodyPr>
            <a:lstStyle/>
            <a:p>
              <a:pPr>
                <a:spcBef>
                  <a:spcPct val="50000"/>
                </a:spcBef>
                <a:defRPr/>
              </a:pPr>
              <a:r>
                <a:rPr lang="en-US" altLang="en-US" sz="1800">
                  <a:solidFill>
                    <a:srgbClr val="6C18B0"/>
                  </a:solidFill>
                  <a:effectLst>
                    <a:outerShdw blurRad="38100" dist="38100" dir="2700000" algn="tl">
                      <a:srgbClr val="C0C0C0"/>
                    </a:outerShdw>
                  </a:effectLst>
                </a:rPr>
                <a:t>AO of H</a:t>
              </a:r>
              <a:endParaRPr lang="en-US" altLang="en-US" sz="1800">
                <a:effectLst>
                  <a:outerShdw blurRad="38100" dist="38100" dir="2700000" algn="tl">
                    <a:srgbClr val="C0C0C0"/>
                  </a:outerShdw>
                </a:effectLst>
              </a:endParaRPr>
            </a:p>
          </p:txBody>
        </p:sp>
      </p:grpSp>
      <p:grpSp>
        <p:nvGrpSpPr>
          <p:cNvPr id="342027" name="Group 62">
            <a:extLst>
              <a:ext uri="{FF2B5EF4-FFF2-40B4-BE49-F238E27FC236}">
                <a16:creationId xmlns:a16="http://schemas.microsoft.com/office/drawing/2014/main" id="{3D443B2C-D49F-AB7E-9E6D-4BA914173656}"/>
              </a:ext>
            </a:extLst>
          </p:cNvPr>
          <p:cNvGrpSpPr>
            <a:grpSpLocks/>
          </p:cNvGrpSpPr>
          <p:nvPr/>
        </p:nvGrpSpPr>
        <p:grpSpPr bwMode="auto">
          <a:xfrm>
            <a:off x="2362200" y="4038600"/>
            <a:ext cx="1066800" cy="1281113"/>
            <a:chOff x="1488" y="2736"/>
            <a:chExt cx="672" cy="807"/>
          </a:xfrm>
        </p:grpSpPr>
        <p:sp>
          <p:nvSpPr>
            <p:cNvPr id="342064" name="Rectangle 15">
              <a:extLst>
                <a:ext uri="{FF2B5EF4-FFF2-40B4-BE49-F238E27FC236}">
                  <a16:creationId xmlns:a16="http://schemas.microsoft.com/office/drawing/2014/main" id="{1D11A56D-8B06-8AD4-5229-0A2B01D2969F}"/>
                </a:ext>
              </a:extLst>
            </p:cNvPr>
            <p:cNvSpPr>
              <a:spLocks noChangeArrowheads="1"/>
            </p:cNvSpPr>
            <p:nvPr/>
          </p:nvSpPr>
          <p:spPr bwMode="auto">
            <a:xfrm>
              <a:off x="1632" y="2736"/>
              <a:ext cx="288"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2795" name="Text Box 27">
              <a:extLst>
                <a:ext uri="{FF2B5EF4-FFF2-40B4-BE49-F238E27FC236}">
                  <a16:creationId xmlns:a16="http://schemas.microsoft.com/office/drawing/2014/main" id="{0D9F9286-651A-84CD-704F-21B795D274AC}"/>
                </a:ext>
              </a:extLst>
            </p:cNvPr>
            <p:cNvSpPr txBox="1">
              <a:spLocks noChangeArrowheads="1"/>
            </p:cNvSpPr>
            <p:nvPr/>
          </p:nvSpPr>
          <p:spPr bwMode="auto">
            <a:xfrm>
              <a:off x="1584" y="3024"/>
              <a:ext cx="336" cy="231"/>
            </a:xfrm>
            <a:prstGeom prst="rect">
              <a:avLst/>
            </a:prstGeom>
            <a:noFill/>
            <a:ln>
              <a:noFill/>
            </a:ln>
            <a:effectLst/>
          </p:spPr>
          <p:txBody>
            <a:bodyPr>
              <a:spAutoFit/>
            </a:bodyPr>
            <a:lstStyle/>
            <a:p>
              <a:pPr algn="ctr">
                <a:spcBef>
                  <a:spcPct val="50000"/>
                </a:spcBef>
                <a:defRPr/>
              </a:pPr>
              <a:r>
                <a:rPr lang="en-US" altLang="en-US" sz="1800">
                  <a:effectLst>
                    <a:outerShdw blurRad="38100" dist="38100" dir="2700000" algn="tl">
                      <a:srgbClr val="C0C0C0"/>
                    </a:outerShdw>
                  </a:effectLst>
                </a:rPr>
                <a:t>1s</a:t>
              </a:r>
            </a:p>
          </p:txBody>
        </p:sp>
        <p:sp>
          <p:nvSpPr>
            <p:cNvPr id="32799" name="Text Box 31">
              <a:extLst>
                <a:ext uri="{FF2B5EF4-FFF2-40B4-BE49-F238E27FC236}">
                  <a16:creationId xmlns:a16="http://schemas.microsoft.com/office/drawing/2014/main" id="{F8AC5648-266A-2D32-9B68-DB398AEF3D82}"/>
                </a:ext>
              </a:extLst>
            </p:cNvPr>
            <p:cNvSpPr txBox="1">
              <a:spLocks noChangeArrowheads="1"/>
            </p:cNvSpPr>
            <p:nvPr/>
          </p:nvSpPr>
          <p:spPr bwMode="auto">
            <a:xfrm>
              <a:off x="1488" y="3312"/>
              <a:ext cx="672" cy="231"/>
            </a:xfrm>
            <a:prstGeom prst="rect">
              <a:avLst/>
            </a:prstGeom>
            <a:noFill/>
            <a:ln>
              <a:noFill/>
            </a:ln>
            <a:effectLst/>
          </p:spPr>
          <p:txBody>
            <a:bodyPr>
              <a:spAutoFit/>
            </a:bodyPr>
            <a:lstStyle/>
            <a:p>
              <a:pPr>
                <a:spcBef>
                  <a:spcPct val="50000"/>
                </a:spcBef>
                <a:defRPr/>
              </a:pPr>
              <a:endParaRPr lang="en-US" altLang="en-US" sz="1800">
                <a:effectLst>
                  <a:outerShdw blurRad="38100" dist="38100" dir="2700000" algn="tl">
                    <a:srgbClr val="C0C0C0"/>
                  </a:outerShdw>
                </a:effectLst>
              </a:endParaRPr>
            </a:p>
          </p:txBody>
        </p:sp>
      </p:grpSp>
      <p:sp>
        <p:nvSpPr>
          <p:cNvPr id="32800" name="Text Box 32">
            <a:extLst>
              <a:ext uri="{FF2B5EF4-FFF2-40B4-BE49-F238E27FC236}">
                <a16:creationId xmlns:a16="http://schemas.microsoft.com/office/drawing/2014/main" id="{CDAC2432-50B8-7628-10F0-DFDAC48F4C34}"/>
              </a:ext>
            </a:extLst>
          </p:cNvPr>
          <p:cNvSpPr txBox="1">
            <a:spLocks noChangeArrowheads="1"/>
          </p:cNvSpPr>
          <p:nvPr/>
        </p:nvSpPr>
        <p:spPr bwMode="auto">
          <a:xfrm>
            <a:off x="1219200" y="5715000"/>
            <a:ext cx="1295400" cy="366713"/>
          </a:xfrm>
          <a:prstGeom prst="rect">
            <a:avLst/>
          </a:prstGeom>
          <a:noFill/>
          <a:ln>
            <a:noFill/>
          </a:ln>
          <a:effectLst/>
        </p:spPr>
        <p:txBody>
          <a:bodyPr>
            <a:spAutoFit/>
          </a:bodyPr>
          <a:lstStyle/>
          <a:p>
            <a:pPr>
              <a:spcBef>
                <a:spcPct val="50000"/>
              </a:spcBef>
              <a:defRPr/>
            </a:pPr>
            <a:r>
              <a:rPr lang="en-US" altLang="en-US" sz="1800">
                <a:solidFill>
                  <a:srgbClr val="6C18B0"/>
                </a:solidFill>
                <a:effectLst>
                  <a:outerShdw blurRad="38100" dist="38100" dir="2700000" algn="tl">
                    <a:srgbClr val="C0C0C0"/>
                  </a:outerShdw>
                </a:effectLst>
              </a:rPr>
              <a:t>MO of H</a:t>
            </a:r>
            <a:r>
              <a:rPr lang="en-US" altLang="en-US" sz="2000" b="1" baseline="-22000">
                <a:solidFill>
                  <a:srgbClr val="6C18B0"/>
                </a:solidFill>
                <a:effectLst>
                  <a:outerShdw blurRad="38100" dist="38100" dir="2700000" algn="tl">
                    <a:srgbClr val="C0C0C0"/>
                  </a:outerShdw>
                </a:effectLst>
              </a:rPr>
              <a:t>2</a:t>
            </a:r>
            <a:r>
              <a:rPr lang="en-US" altLang="en-US" sz="2000" b="1" baseline="30000">
                <a:solidFill>
                  <a:srgbClr val="6C18B0"/>
                </a:solidFill>
                <a:effectLst>
                  <a:outerShdw blurRad="38100" dist="38100" dir="2700000" algn="tl">
                    <a:srgbClr val="C0C0C0"/>
                  </a:outerShdw>
                </a:effectLst>
              </a:rPr>
              <a:t>+</a:t>
            </a:r>
            <a:endParaRPr lang="en-US" altLang="en-US" sz="1800">
              <a:effectLst>
                <a:outerShdw blurRad="38100" dist="38100" dir="2700000" algn="tl">
                  <a:srgbClr val="C0C0C0"/>
                </a:outerShdw>
              </a:effectLst>
            </a:endParaRPr>
          </a:p>
        </p:txBody>
      </p:sp>
      <p:sp>
        <p:nvSpPr>
          <p:cNvPr id="342029" name="Text Box 33">
            <a:extLst>
              <a:ext uri="{FF2B5EF4-FFF2-40B4-BE49-F238E27FC236}">
                <a16:creationId xmlns:a16="http://schemas.microsoft.com/office/drawing/2014/main" id="{BE8832D3-9157-EB8D-EF65-BFCAFA73BE3E}"/>
              </a:ext>
            </a:extLst>
          </p:cNvPr>
          <p:cNvSpPr txBox="1">
            <a:spLocks noChangeArrowheads="1"/>
          </p:cNvSpPr>
          <p:nvPr/>
        </p:nvSpPr>
        <p:spPr bwMode="auto">
          <a:xfrm>
            <a:off x="2667000" y="2438400"/>
            <a:ext cx="1295400" cy="915988"/>
          </a:xfrm>
          <a:prstGeom prst="rect">
            <a:avLst/>
          </a:prstGeom>
          <a:blipFill dpi="0" rotWithShape="0">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bond order = 1/2(1-0) = 1/2</a:t>
            </a:r>
          </a:p>
        </p:txBody>
      </p:sp>
      <p:sp>
        <p:nvSpPr>
          <p:cNvPr id="32802" name="Text Box 34">
            <a:extLst>
              <a:ext uri="{FF2B5EF4-FFF2-40B4-BE49-F238E27FC236}">
                <a16:creationId xmlns:a16="http://schemas.microsoft.com/office/drawing/2014/main" id="{8328FFBC-9345-5553-D480-E81A148C57DE}"/>
              </a:ext>
            </a:extLst>
          </p:cNvPr>
          <p:cNvSpPr txBox="1">
            <a:spLocks noChangeArrowheads="1"/>
          </p:cNvSpPr>
          <p:nvPr/>
        </p:nvSpPr>
        <p:spPr bwMode="auto">
          <a:xfrm>
            <a:off x="2514600" y="3429000"/>
            <a:ext cx="1676400" cy="366713"/>
          </a:xfrm>
          <a:prstGeom prst="rect">
            <a:avLst/>
          </a:prstGeom>
          <a:blipFill dpi="0" rotWithShape="0">
            <a:blip r:embed="rId3"/>
            <a:srcRect/>
            <a:tile tx="0" ty="0" sx="100000" sy="100000" flip="none" algn="tl"/>
          </a:blipFill>
          <a:ln>
            <a:noFill/>
          </a:ln>
          <a:effectLst/>
        </p:spPr>
        <p:txBody>
          <a:bodyPr rIns="0">
            <a:spAutoFit/>
          </a:bodyPr>
          <a:lstStyle/>
          <a:p>
            <a:pPr>
              <a:spcBef>
                <a:spcPct val="50000"/>
              </a:spcBef>
              <a:defRPr/>
            </a:pPr>
            <a:r>
              <a:rPr lang="en-US" altLang="en-US" sz="1800">
                <a:effectLst>
                  <a:outerShdw blurRad="38100" dist="38100" dir="2700000" algn="tl">
                    <a:srgbClr val="FFFFFF"/>
                  </a:outerShdw>
                </a:effectLst>
              </a:rPr>
              <a:t>H</a:t>
            </a:r>
            <a:r>
              <a:rPr lang="en-US" altLang="en-US" sz="2000" b="1" baseline="-25000">
                <a:effectLst>
                  <a:outerShdw blurRad="38100" dist="38100" dir="2700000" algn="tl">
                    <a:srgbClr val="FFFFFF"/>
                  </a:outerShdw>
                </a:effectLst>
              </a:rPr>
              <a:t>2</a:t>
            </a:r>
            <a:r>
              <a:rPr lang="en-US" altLang="en-US" sz="2000" b="1" baseline="30000">
                <a:effectLst>
                  <a:outerShdw blurRad="38100" dist="38100" dir="2700000" algn="tl">
                    <a:srgbClr val="FFFFFF"/>
                  </a:outerShdw>
                </a:effectLst>
              </a:rPr>
              <a:t>+</a:t>
            </a:r>
            <a:r>
              <a:rPr lang="en-US" altLang="en-US" sz="1800">
                <a:effectLst>
                  <a:outerShdw blurRad="38100" dist="38100" dir="2700000" algn="tl">
                    <a:srgbClr val="FFFFFF"/>
                  </a:outerShdw>
                </a:effectLst>
              </a:rPr>
              <a:t> does exist!</a:t>
            </a:r>
          </a:p>
        </p:txBody>
      </p:sp>
      <p:sp>
        <p:nvSpPr>
          <p:cNvPr id="342031" name="Line 44">
            <a:extLst>
              <a:ext uri="{FF2B5EF4-FFF2-40B4-BE49-F238E27FC236}">
                <a16:creationId xmlns:a16="http://schemas.microsoft.com/office/drawing/2014/main" id="{43D0E2B3-4DF9-FF2A-4B45-58299BCBF47E}"/>
              </a:ext>
            </a:extLst>
          </p:cNvPr>
          <p:cNvSpPr>
            <a:spLocks noChangeShapeType="1"/>
          </p:cNvSpPr>
          <p:nvPr/>
        </p:nvSpPr>
        <p:spPr bwMode="auto">
          <a:xfrm flipV="1">
            <a:off x="5181600" y="3962400"/>
            <a:ext cx="0" cy="304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42032" name="Group 66">
            <a:extLst>
              <a:ext uri="{FF2B5EF4-FFF2-40B4-BE49-F238E27FC236}">
                <a16:creationId xmlns:a16="http://schemas.microsoft.com/office/drawing/2014/main" id="{9FD9F6CE-F3D6-2ABB-344D-985A39B4F0DB}"/>
              </a:ext>
            </a:extLst>
          </p:cNvPr>
          <p:cNvGrpSpPr>
            <a:grpSpLocks/>
          </p:cNvGrpSpPr>
          <p:nvPr/>
        </p:nvGrpSpPr>
        <p:grpSpPr bwMode="auto">
          <a:xfrm>
            <a:off x="5486400" y="3124200"/>
            <a:ext cx="1600200" cy="2500313"/>
            <a:chOff x="3456" y="2160"/>
            <a:chExt cx="1008" cy="1575"/>
          </a:xfrm>
        </p:grpSpPr>
        <p:grpSp>
          <p:nvGrpSpPr>
            <p:cNvPr id="342057" name="Group 39">
              <a:extLst>
                <a:ext uri="{FF2B5EF4-FFF2-40B4-BE49-F238E27FC236}">
                  <a16:creationId xmlns:a16="http://schemas.microsoft.com/office/drawing/2014/main" id="{8CCD1F2C-9F0E-2366-5B59-75B5FAF8D474}"/>
                </a:ext>
              </a:extLst>
            </p:cNvPr>
            <p:cNvGrpSpPr>
              <a:grpSpLocks/>
            </p:cNvGrpSpPr>
            <p:nvPr/>
          </p:nvGrpSpPr>
          <p:grpSpPr bwMode="auto">
            <a:xfrm>
              <a:off x="3456" y="2160"/>
              <a:ext cx="1008" cy="1248"/>
              <a:chOff x="816" y="2208"/>
              <a:chExt cx="1008" cy="1248"/>
            </a:xfrm>
          </p:grpSpPr>
          <p:sp>
            <p:nvSpPr>
              <p:cNvPr id="342060" name="Line 40">
                <a:extLst>
                  <a:ext uri="{FF2B5EF4-FFF2-40B4-BE49-F238E27FC236}">
                    <a16:creationId xmlns:a16="http://schemas.microsoft.com/office/drawing/2014/main" id="{D9A23BE1-0DC9-27E7-A3B6-44AB36F3253D}"/>
                  </a:ext>
                </a:extLst>
              </p:cNvPr>
              <p:cNvSpPr>
                <a:spLocks noChangeShapeType="1"/>
              </p:cNvSpPr>
              <p:nvPr/>
            </p:nvSpPr>
            <p:spPr bwMode="auto">
              <a:xfrm flipV="1">
                <a:off x="816" y="2224"/>
                <a:ext cx="320" cy="608"/>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2061" name="Line 41">
                <a:extLst>
                  <a:ext uri="{FF2B5EF4-FFF2-40B4-BE49-F238E27FC236}">
                    <a16:creationId xmlns:a16="http://schemas.microsoft.com/office/drawing/2014/main" id="{28FD7E33-3DEF-1369-C1D6-BC3A2F756B20}"/>
                  </a:ext>
                </a:extLst>
              </p:cNvPr>
              <p:cNvSpPr>
                <a:spLocks noChangeShapeType="1"/>
              </p:cNvSpPr>
              <p:nvPr/>
            </p:nvSpPr>
            <p:spPr bwMode="auto">
              <a:xfrm>
                <a:off x="816" y="2832"/>
                <a:ext cx="336" cy="62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2062" name="Line 42">
                <a:extLst>
                  <a:ext uri="{FF2B5EF4-FFF2-40B4-BE49-F238E27FC236}">
                    <a16:creationId xmlns:a16="http://schemas.microsoft.com/office/drawing/2014/main" id="{76691FF3-D792-1654-DF93-FA0B43535E24}"/>
                  </a:ext>
                </a:extLst>
              </p:cNvPr>
              <p:cNvSpPr>
                <a:spLocks noChangeShapeType="1"/>
              </p:cNvSpPr>
              <p:nvPr/>
            </p:nvSpPr>
            <p:spPr bwMode="auto">
              <a:xfrm>
                <a:off x="1440" y="2208"/>
                <a:ext cx="384" cy="672"/>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2063" name="Line 43">
                <a:extLst>
                  <a:ext uri="{FF2B5EF4-FFF2-40B4-BE49-F238E27FC236}">
                    <a16:creationId xmlns:a16="http://schemas.microsoft.com/office/drawing/2014/main" id="{A8E01455-F0EC-DAC0-C980-7A5528867161}"/>
                  </a:ext>
                </a:extLst>
              </p:cNvPr>
              <p:cNvSpPr>
                <a:spLocks noChangeShapeType="1"/>
              </p:cNvSpPr>
              <p:nvPr/>
            </p:nvSpPr>
            <p:spPr bwMode="auto">
              <a:xfrm flipV="1">
                <a:off x="1440" y="2832"/>
                <a:ext cx="384" cy="576"/>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2816" name="Text Box 48">
              <a:extLst>
                <a:ext uri="{FF2B5EF4-FFF2-40B4-BE49-F238E27FC236}">
                  <a16:creationId xmlns:a16="http://schemas.microsoft.com/office/drawing/2014/main" id="{1E3D283B-BF96-2A94-0391-FB5F3D7FF244}"/>
                </a:ext>
              </a:extLst>
            </p:cNvPr>
            <p:cNvSpPr txBox="1">
              <a:spLocks noChangeArrowheads="1"/>
            </p:cNvSpPr>
            <p:nvPr/>
          </p:nvSpPr>
          <p:spPr bwMode="auto">
            <a:xfrm>
              <a:off x="3744" y="2304"/>
              <a:ext cx="336" cy="231"/>
            </a:xfrm>
            <a:prstGeom prst="rect">
              <a:avLst/>
            </a:prstGeom>
            <a:noFill/>
            <a:ln>
              <a:noFill/>
            </a:ln>
            <a:effectLst/>
          </p:spPr>
          <p:txBody>
            <a:bodyPr>
              <a:spAutoFit/>
            </a:bodyPr>
            <a:lstStyle/>
            <a:p>
              <a:pPr algn="ctr">
                <a:spcBef>
                  <a:spcPct val="50000"/>
                </a:spcBef>
                <a:defRPr/>
              </a:pPr>
              <a:r>
                <a:rPr lang="en-US" altLang="en-US" sz="1800">
                  <a:effectLst>
                    <a:outerShdw blurRad="38100" dist="38100" dir="2700000" algn="tl">
                      <a:srgbClr val="C0C0C0"/>
                    </a:outerShdw>
                  </a:effectLst>
                  <a:latin typeface="Symbol" panose="05050102010706020507" pitchFamily="18" charset="2"/>
                </a:rPr>
                <a:t>s</a:t>
              </a:r>
            </a:p>
          </p:txBody>
        </p:sp>
        <p:sp>
          <p:nvSpPr>
            <p:cNvPr id="32817" name="Text Box 49">
              <a:extLst>
                <a:ext uri="{FF2B5EF4-FFF2-40B4-BE49-F238E27FC236}">
                  <a16:creationId xmlns:a16="http://schemas.microsoft.com/office/drawing/2014/main" id="{6AB16ED2-6382-F308-1484-C1F31495B55D}"/>
                </a:ext>
              </a:extLst>
            </p:cNvPr>
            <p:cNvSpPr txBox="1">
              <a:spLocks noChangeArrowheads="1"/>
            </p:cNvSpPr>
            <p:nvPr/>
          </p:nvSpPr>
          <p:spPr bwMode="auto">
            <a:xfrm>
              <a:off x="3744" y="3504"/>
              <a:ext cx="336" cy="231"/>
            </a:xfrm>
            <a:prstGeom prst="rect">
              <a:avLst/>
            </a:prstGeom>
            <a:noFill/>
            <a:ln>
              <a:noFill/>
            </a:ln>
            <a:effectLst/>
          </p:spPr>
          <p:txBody>
            <a:bodyPr>
              <a:spAutoFit/>
            </a:bodyPr>
            <a:lstStyle/>
            <a:p>
              <a:pPr algn="ctr">
                <a:spcBef>
                  <a:spcPct val="50000"/>
                </a:spcBef>
                <a:defRPr/>
              </a:pPr>
              <a:r>
                <a:rPr lang="en-US" altLang="en-US" sz="1800">
                  <a:effectLst>
                    <a:outerShdw blurRad="38100" dist="38100" dir="2700000" algn="tl">
                      <a:srgbClr val="C0C0C0"/>
                    </a:outerShdw>
                  </a:effectLst>
                  <a:latin typeface="Symbol" panose="05050102010706020507" pitchFamily="18" charset="2"/>
                </a:rPr>
                <a:t>s</a:t>
              </a:r>
            </a:p>
          </p:txBody>
        </p:sp>
      </p:grpSp>
      <p:sp>
        <p:nvSpPr>
          <p:cNvPr id="32820" name="Text Box 52">
            <a:extLst>
              <a:ext uri="{FF2B5EF4-FFF2-40B4-BE49-F238E27FC236}">
                <a16:creationId xmlns:a16="http://schemas.microsoft.com/office/drawing/2014/main" id="{0B51B396-7952-E5FB-04EE-63275DFA2499}"/>
              </a:ext>
            </a:extLst>
          </p:cNvPr>
          <p:cNvSpPr txBox="1">
            <a:spLocks noChangeArrowheads="1"/>
          </p:cNvSpPr>
          <p:nvPr/>
        </p:nvSpPr>
        <p:spPr bwMode="auto">
          <a:xfrm>
            <a:off x="5715000" y="5638800"/>
            <a:ext cx="1295400" cy="366713"/>
          </a:xfrm>
          <a:prstGeom prst="rect">
            <a:avLst/>
          </a:prstGeom>
          <a:noFill/>
          <a:ln>
            <a:noFill/>
          </a:ln>
          <a:effectLst/>
        </p:spPr>
        <p:txBody>
          <a:bodyPr>
            <a:spAutoFit/>
          </a:bodyPr>
          <a:lstStyle/>
          <a:p>
            <a:pPr>
              <a:spcBef>
                <a:spcPct val="50000"/>
              </a:spcBef>
              <a:defRPr/>
            </a:pPr>
            <a:r>
              <a:rPr lang="en-US" altLang="en-US" sz="1800">
                <a:solidFill>
                  <a:srgbClr val="6C18B0"/>
                </a:solidFill>
                <a:effectLst>
                  <a:outerShdw blurRad="38100" dist="38100" dir="2700000" algn="tl">
                    <a:srgbClr val="C0C0C0"/>
                  </a:outerShdw>
                </a:effectLst>
              </a:rPr>
              <a:t>MO of H</a:t>
            </a:r>
            <a:r>
              <a:rPr lang="en-US" altLang="en-US" sz="2000" b="1" baseline="-25000">
                <a:solidFill>
                  <a:srgbClr val="6C18B0"/>
                </a:solidFill>
                <a:effectLst>
                  <a:outerShdw blurRad="38100" dist="38100" dir="2700000" algn="tl">
                    <a:srgbClr val="C0C0C0"/>
                  </a:outerShdw>
                </a:effectLst>
              </a:rPr>
              <a:t>2</a:t>
            </a:r>
            <a:r>
              <a:rPr lang="en-US" altLang="en-US" b="1" baseline="30000">
                <a:solidFill>
                  <a:srgbClr val="6C18B0"/>
                </a:solidFill>
                <a:effectLst>
                  <a:outerShdw blurRad="38100" dist="38100" dir="2700000" algn="tl">
                    <a:srgbClr val="C0C0C0"/>
                  </a:outerShdw>
                </a:effectLst>
              </a:rPr>
              <a:t>-</a:t>
            </a:r>
            <a:endParaRPr lang="en-US" altLang="en-US" sz="1800">
              <a:solidFill>
                <a:srgbClr val="6C18B0"/>
              </a:solidFill>
              <a:effectLst>
                <a:outerShdw blurRad="38100" dist="38100" dir="2700000" algn="tl">
                  <a:srgbClr val="C0C0C0"/>
                </a:outerShdw>
              </a:effectLst>
            </a:endParaRPr>
          </a:p>
        </p:txBody>
      </p:sp>
      <p:sp>
        <p:nvSpPr>
          <p:cNvPr id="342034" name="Text Box 53">
            <a:extLst>
              <a:ext uri="{FF2B5EF4-FFF2-40B4-BE49-F238E27FC236}">
                <a16:creationId xmlns:a16="http://schemas.microsoft.com/office/drawing/2014/main" id="{E0AFB3D8-068C-3BD1-5F62-D8BA16E44CF7}"/>
              </a:ext>
            </a:extLst>
          </p:cNvPr>
          <p:cNvSpPr txBox="1">
            <a:spLocks noChangeArrowheads="1"/>
          </p:cNvSpPr>
          <p:nvPr/>
        </p:nvSpPr>
        <p:spPr bwMode="auto">
          <a:xfrm>
            <a:off x="7239000" y="2438400"/>
            <a:ext cx="1295400" cy="915988"/>
          </a:xfrm>
          <a:prstGeom prst="rect">
            <a:avLst/>
          </a:prstGeom>
          <a:blipFill dpi="0" rotWithShape="0">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bond order = 1/2(2-1) = 1/2</a:t>
            </a:r>
          </a:p>
        </p:txBody>
      </p:sp>
      <p:sp>
        <p:nvSpPr>
          <p:cNvPr id="342035" name="Text Box 54">
            <a:extLst>
              <a:ext uri="{FF2B5EF4-FFF2-40B4-BE49-F238E27FC236}">
                <a16:creationId xmlns:a16="http://schemas.microsoft.com/office/drawing/2014/main" id="{BB6931F1-B986-8B21-C428-2E261F3609F1}"/>
              </a:ext>
            </a:extLst>
          </p:cNvPr>
          <p:cNvSpPr txBox="1">
            <a:spLocks noChangeArrowheads="1"/>
          </p:cNvSpPr>
          <p:nvPr/>
        </p:nvSpPr>
        <p:spPr bwMode="auto">
          <a:xfrm>
            <a:off x="7162800" y="3429000"/>
            <a:ext cx="1676400" cy="366713"/>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H</a:t>
            </a:r>
            <a:r>
              <a:rPr lang="en-US" altLang="en-US" sz="2000" b="1" baseline="-22000"/>
              <a:t>2</a:t>
            </a:r>
            <a:r>
              <a:rPr lang="en-US" altLang="en-US" b="1" baseline="30000"/>
              <a:t>-</a:t>
            </a:r>
            <a:r>
              <a:rPr lang="en-US" altLang="en-US" sz="1800"/>
              <a:t> does exist!</a:t>
            </a:r>
          </a:p>
        </p:txBody>
      </p:sp>
      <p:grpSp>
        <p:nvGrpSpPr>
          <p:cNvPr id="342036" name="Group 67">
            <a:extLst>
              <a:ext uri="{FF2B5EF4-FFF2-40B4-BE49-F238E27FC236}">
                <a16:creationId xmlns:a16="http://schemas.microsoft.com/office/drawing/2014/main" id="{1309BBB8-898E-88B8-A4B5-9EA32C5DCDDA}"/>
              </a:ext>
            </a:extLst>
          </p:cNvPr>
          <p:cNvGrpSpPr>
            <a:grpSpLocks/>
          </p:cNvGrpSpPr>
          <p:nvPr/>
        </p:nvGrpSpPr>
        <p:grpSpPr bwMode="auto">
          <a:xfrm>
            <a:off x="6019800" y="4876800"/>
            <a:ext cx="457200" cy="381000"/>
            <a:chOff x="3792" y="3264"/>
            <a:chExt cx="288" cy="240"/>
          </a:xfrm>
        </p:grpSpPr>
        <p:sp>
          <p:nvSpPr>
            <p:cNvPr id="342054" name="Rectangle 38">
              <a:extLst>
                <a:ext uri="{FF2B5EF4-FFF2-40B4-BE49-F238E27FC236}">
                  <a16:creationId xmlns:a16="http://schemas.microsoft.com/office/drawing/2014/main" id="{26927E05-7939-7624-70B9-BCAD631EE80F}"/>
                </a:ext>
              </a:extLst>
            </p:cNvPr>
            <p:cNvSpPr>
              <a:spLocks noChangeArrowheads="1"/>
            </p:cNvSpPr>
            <p:nvPr/>
          </p:nvSpPr>
          <p:spPr bwMode="auto">
            <a:xfrm>
              <a:off x="3792" y="3264"/>
              <a:ext cx="288"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2055" name="Line 45">
              <a:extLst>
                <a:ext uri="{FF2B5EF4-FFF2-40B4-BE49-F238E27FC236}">
                  <a16:creationId xmlns:a16="http://schemas.microsoft.com/office/drawing/2014/main" id="{75B4BF35-31FE-DE30-9B85-2F063D8AAD85}"/>
                </a:ext>
              </a:extLst>
            </p:cNvPr>
            <p:cNvSpPr>
              <a:spLocks noChangeShapeType="1"/>
            </p:cNvSpPr>
            <p:nvPr/>
          </p:nvSpPr>
          <p:spPr bwMode="auto">
            <a:xfrm flipV="1">
              <a:off x="3888" y="3264"/>
              <a:ext cx="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2056" name="Line 57">
              <a:extLst>
                <a:ext uri="{FF2B5EF4-FFF2-40B4-BE49-F238E27FC236}">
                  <a16:creationId xmlns:a16="http://schemas.microsoft.com/office/drawing/2014/main" id="{8279AC90-1629-10F6-B723-5374369E9CCC}"/>
                </a:ext>
              </a:extLst>
            </p:cNvPr>
            <p:cNvSpPr>
              <a:spLocks noChangeShapeType="1"/>
            </p:cNvSpPr>
            <p:nvPr/>
          </p:nvSpPr>
          <p:spPr bwMode="auto">
            <a:xfrm>
              <a:off x="3984" y="3264"/>
              <a:ext cx="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42037" name="Group 68">
            <a:extLst>
              <a:ext uri="{FF2B5EF4-FFF2-40B4-BE49-F238E27FC236}">
                <a16:creationId xmlns:a16="http://schemas.microsoft.com/office/drawing/2014/main" id="{3985FE49-A594-42F1-371E-E7AFCC861B16}"/>
              </a:ext>
            </a:extLst>
          </p:cNvPr>
          <p:cNvGrpSpPr>
            <a:grpSpLocks/>
          </p:cNvGrpSpPr>
          <p:nvPr/>
        </p:nvGrpSpPr>
        <p:grpSpPr bwMode="auto">
          <a:xfrm>
            <a:off x="6019800" y="2971800"/>
            <a:ext cx="457200" cy="381000"/>
            <a:chOff x="3792" y="2064"/>
            <a:chExt cx="288" cy="240"/>
          </a:xfrm>
        </p:grpSpPr>
        <p:sp>
          <p:nvSpPr>
            <p:cNvPr id="342052" name="Rectangle 37">
              <a:extLst>
                <a:ext uri="{FF2B5EF4-FFF2-40B4-BE49-F238E27FC236}">
                  <a16:creationId xmlns:a16="http://schemas.microsoft.com/office/drawing/2014/main" id="{44ACFBBB-58AA-D401-165B-8F999CDE63A5}"/>
                </a:ext>
              </a:extLst>
            </p:cNvPr>
            <p:cNvSpPr>
              <a:spLocks noChangeArrowheads="1"/>
            </p:cNvSpPr>
            <p:nvPr/>
          </p:nvSpPr>
          <p:spPr bwMode="auto">
            <a:xfrm>
              <a:off x="3792" y="2064"/>
              <a:ext cx="288"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2053" name="Line 58">
              <a:extLst>
                <a:ext uri="{FF2B5EF4-FFF2-40B4-BE49-F238E27FC236}">
                  <a16:creationId xmlns:a16="http://schemas.microsoft.com/office/drawing/2014/main" id="{4474E190-F949-E5DB-2E20-531B9B90ED12}"/>
                </a:ext>
              </a:extLst>
            </p:cNvPr>
            <p:cNvSpPr>
              <a:spLocks noChangeShapeType="1"/>
            </p:cNvSpPr>
            <p:nvPr/>
          </p:nvSpPr>
          <p:spPr bwMode="auto">
            <a:xfrm flipV="1">
              <a:off x="3888" y="2112"/>
              <a:ext cx="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42038" name="Group 65">
            <a:extLst>
              <a:ext uri="{FF2B5EF4-FFF2-40B4-BE49-F238E27FC236}">
                <a16:creationId xmlns:a16="http://schemas.microsoft.com/office/drawing/2014/main" id="{858EA9F4-4135-7A58-1EE1-928F54387F7A}"/>
              </a:ext>
            </a:extLst>
          </p:cNvPr>
          <p:cNvGrpSpPr>
            <a:grpSpLocks/>
          </p:cNvGrpSpPr>
          <p:nvPr/>
        </p:nvGrpSpPr>
        <p:grpSpPr bwMode="auto">
          <a:xfrm>
            <a:off x="2362200" y="3962400"/>
            <a:ext cx="5562600" cy="1890713"/>
            <a:chOff x="1488" y="2688"/>
            <a:chExt cx="3504" cy="1191"/>
          </a:xfrm>
        </p:grpSpPr>
        <p:sp>
          <p:nvSpPr>
            <p:cNvPr id="342043" name="Rectangle 35">
              <a:extLst>
                <a:ext uri="{FF2B5EF4-FFF2-40B4-BE49-F238E27FC236}">
                  <a16:creationId xmlns:a16="http://schemas.microsoft.com/office/drawing/2014/main" id="{4B01D805-AA79-55E5-BD62-5B1E036D31DE}"/>
                </a:ext>
              </a:extLst>
            </p:cNvPr>
            <p:cNvSpPr>
              <a:spLocks noChangeArrowheads="1"/>
            </p:cNvSpPr>
            <p:nvPr/>
          </p:nvSpPr>
          <p:spPr bwMode="auto">
            <a:xfrm>
              <a:off x="3168" y="2688"/>
              <a:ext cx="288"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2044" name="Rectangle 36">
              <a:extLst>
                <a:ext uri="{FF2B5EF4-FFF2-40B4-BE49-F238E27FC236}">
                  <a16:creationId xmlns:a16="http://schemas.microsoft.com/office/drawing/2014/main" id="{1188B5A9-8386-0413-8825-89F19822A6DC}"/>
                </a:ext>
              </a:extLst>
            </p:cNvPr>
            <p:cNvSpPr>
              <a:spLocks noChangeArrowheads="1"/>
            </p:cNvSpPr>
            <p:nvPr/>
          </p:nvSpPr>
          <p:spPr bwMode="auto">
            <a:xfrm>
              <a:off x="4464" y="2688"/>
              <a:ext cx="288"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2814" name="Text Box 46">
              <a:extLst>
                <a:ext uri="{FF2B5EF4-FFF2-40B4-BE49-F238E27FC236}">
                  <a16:creationId xmlns:a16="http://schemas.microsoft.com/office/drawing/2014/main" id="{B3FB65F4-0471-8A29-FCD1-E899FF47A070}"/>
                </a:ext>
              </a:extLst>
            </p:cNvPr>
            <p:cNvSpPr txBox="1">
              <a:spLocks noChangeArrowheads="1"/>
            </p:cNvSpPr>
            <p:nvPr/>
          </p:nvSpPr>
          <p:spPr bwMode="auto">
            <a:xfrm>
              <a:off x="3120" y="2976"/>
              <a:ext cx="336" cy="231"/>
            </a:xfrm>
            <a:prstGeom prst="rect">
              <a:avLst/>
            </a:prstGeom>
            <a:noFill/>
            <a:ln>
              <a:noFill/>
            </a:ln>
            <a:effectLst/>
          </p:spPr>
          <p:txBody>
            <a:bodyPr>
              <a:spAutoFit/>
            </a:bodyPr>
            <a:lstStyle/>
            <a:p>
              <a:pPr algn="ctr">
                <a:spcBef>
                  <a:spcPct val="50000"/>
                </a:spcBef>
                <a:defRPr/>
              </a:pPr>
              <a:r>
                <a:rPr lang="en-US" altLang="en-US" sz="1800">
                  <a:effectLst>
                    <a:outerShdw blurRad="38100" dist="38100" dir="2700000" algn="tl">
                      <a:srgbClr val="C0C0C0"/>
                    </a:outerShdw>
                  </a:effectLst>
                </a:rPr>
                <a:t>1s</a:t>
              </a:r>
            </a:p>
          </p:txBody>
        </p:sp>
        <p:sp>
          <p:nvSpPr>
            <p:cNvPr id="32815" name="Text Box 47">
              <a:extLst>
                <a:ext uri="{FF2B5EF4-FFF2-40B4-BE49-F238E27FC236}">
                  <a16:creationId xmlns:a16="http://schemas.microsoft.com/office/drawing/2014/main" id="{232B0B4B-3203-B552-56E6-8212630019EC}"/>
                </a:ext>
              </a:extLst>
            </p:cNvPr>
            <p:cNvSpPr txBox="1">
              <a:spLocks noChangeArrowheads="1"/>
            </p:cNvSpPr>
            <p:nvPr/>
          </p:nvSpPr>
          <p:spPr bwMode="auto">
            <a:xfrm>
              <a:off x="4416" y="2976"/>
              <a:ext cx="336" cy="231"/>
            </a:xfrm>
            <a:prstGeom prst="rect">
              <a:avLst/>
            </a:prstGeom>
            <a:noFill/>
            <a:ln>
              <a:noFill/>
            </a:ln>
            <a:effectLst/>
          </p:spPr>
          <p:txBody>
            <a:bodyPr>
              <a:spAutoFit/>
            </a:bodyPr>
            <a:lstStyle/>
            <a:p>
              <a:pPr algn="ctr">
                <a:spcBef>
                  <a:spcPct val="50000"/>
                </a:spcBef>
                <a:defRPr/>
              </a:pPr>
              <a:r>
                <a:rPr lang="en-US" altLang="en-US" sz="1800">
                  <a:effectLst>
                    <a:outerShdw blurRad="38100" dist="38100" dir="2700000" algn="tl">
                      <a:srgbClr val="C0C0C0"/>
                    </a:outerShdw>
                  </a:effectLst>
                </a:rPr>
                <a:t>1s</a:t>
              </a:r>
            </a:p>
          </p:txBody>
        </p:sp>
        <p:sp>
          <p:nvSpPr>
            <p:cNvPr id="32818" name="Text Box 50">
              <a:extLst>
                <a:ext uri="{FF2B5EF4-FFF2-40B4-BE49-F238E27FC236}">
                  <a16:creationId xmlns:a16="http://schemas.microsoft.com/office/drawing/2014/main" id="{696012E8-FDB3-83BA-75C1-737BFBF1DCA7}"/>
                </a:ext>
              </a:extLst>
            </p:cNvPr>
            <p:cNvSpPr txBox="1">
              <a:spLocks noChangeArrowheads="1"/>
            </p:cNvSpPr>
            <p:nvPr/>
          </p:nvSpPr>
          <p:spPr bwMode="auto">
            <a:xfrm>
              <a:off x="2928" y="3312"/>
              <a:ext cx="672" cy="231"/>
            </a:xfrm>
            <a:prstGeom prst="rect">
              <a:avLst/>
            </a:prstGeom>
            <a:noFill/>
            <a:ln>
              <a:noFill/>
            </a:ln>
            <a:effectLst/>
          </p:spPr>
          <p:txBody>
            <a:bodyPr>
              <a:spAutoFit/>
            </a:bodyPr>
            <a:lstStyle/>
            <a:p>
              <a:pPr>
                <a:spcBef>
                  <a:spcPct val="50000"/>
                </a:spcBef>
                <a:defRPr/>
              </a:pPr>
              <a:r>
                <a:rPr lang="en-US" altLang="en-US" sz="1800">
                  <a:solidFill>
                    <a:srgbClr val="6C18B0"/>
                  </a:solidFill>
                  <a:effectLst>
                    <a:outerShdw blurRad="38100" dist="38100" dir="2700000" algn="tl">
                      <a:srgbClr val="C0C0C0"/>
                    </a:outerShdw>
                  </a:effectLst>
                </a:rPr>
                <a:t>AO of H</a:t>
              </a:r>
              <a:endParaRPr lang="en-US" altLang="en-US" sz="1800">
                <a:effectLst>
                  <a:outerShdw blurRad="38100" dist="38100" dir="2700000" algn="tl">
                    <a:srgbClr val="C0C0C0"/>
                  </a:outerShdw>
                </a:effectLst>
              </a:endParaRPr>
            </a:p>
          </p:txBody>
        </p:sp>
        <p:sp>
          <p:nvSpPr>
            <p:cNvPr id="32819" name="Text Box 51">
              <a:extLst>
                <a:ext uri="{FF2B5EF4-FFF2-40B4-BE49-F238E27FC236}">
                  <a16:creationId xmlns:a16="http://schemas.microsoft.com/office/drawing/2014/main" id="{2097E9DB-2FF2-E246-8136-46FA0028AA23}"/>
                </a:ext>
              </a:extLst>
            </p:cNvPr>
            <p:cNvSpPr txBox="1">
              <a:spLocks noChangeArrowheads="1"/>
            </p:cNvSpPr>
            <p:nvPr/>
          </p:nvSpPr>
          <p:spPr bwMode="auto">
            <a:xfrm>
              <a:off x="4320" y="3264"/>
              <a:ext cx="672" cy="231"/>
            </a:xfrm>
            <a:prstGeom prst="rect">
              <a:avLst/>
            </a:prstGeom>
            <a:noFill/>
            <a:ln>
              <a:noFill/>
            </a:ln>
            <a:effectLst/>
          </p:spPr>
          <p:txBody>
            <a:bodyPr>
              <a:spAutoFit/>
            </a:bodyPr>
            <a:lstStyle/>
            <a:p>
              <a:pPr>
                <a:spcBef>
                  <a:spcPct val="50000"/>
                </a:spcBef>
                <a:defRPr/>
              </a:pPr>
              <a:r>
                <a:rPr lang="en-US" altLang="en-US" sz="1800">
                  <a:solidFill>
                    <a:srgbClr val="6C18B0"/>
                  </a:solidFill>
                  <a:effectLst>
                    <a:outerShdw blurRad="38100" dist="38100" dir="2700000" algn="tl">
                      <a:srgbClr val="C0C0C0"/>
                    </a:outerShdw>
                  </a:effectLst>
                </a:rPr>
                <a:t>AO of H</a:t>
              </a:r>
              <a:r>
                <a:rPr lang="en-US" altLang="en-US" sz="2000" b="1" baseline="30000">
                  <a:solidFill>
                    <a:srgbClr val="6C18B0"/>
                  </a:solidFill>
                  <a:effectLst>
                    <a:outerShdw blurRad="38100" dist="38100" dir="2700000" algn="tl">
                      <a:srgbClr val="C0C0C0"/>
                    </a:outerShdw>
                  </a:effectLst>
                </a:rPr>
                <a:t>-</a:t>
              </a:r>
              <a:endParaRPr lang="en-US" altLang="en-US" sz="1800">
                <a:effectLst>
                  <a:outerShdw blurRad="38100" dist="38100" dir="2700000" algn="tl">
                    <a:srgbClr val="C0C0C0"/>
                  </a:outerShdw>
                </a:effectLst>
              </a:endParaRPr>
            </a:p>
          </p:txBody>
        </p:sp>
        <p:sp>
          <p:nvSpPr>
            <p:cNvPr id="342049" name="Line 55">
              <a:extLst>
                <a:ext uri="{FF2B5EF4-FFF2-40B4-BE49-F238E27FC236}">
                  <a16:creationId xmlns:a16="http://schemas.microsoft.com/office/drawing/2014/main" id="{5ACE2F91-5949-971D-6942-E72FDBDD1BA1}"/>
                </a:ext>
              </a:extLst>
            </p:cNvPr>
            <p:cNvSpPr>
              <a:spLocks noChangeShapeType="1"/>
            </p:cNvSpPr>
            <p:nvPr/>
          </p:nvSpPr>
          <p:spPr bwMode="auto">
            <a:xfrm flipV="1">
              <a:off x="4560" y="2736"/>
              <a:ext cx="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2050" name="Line 56">
              <a:extLst>
                <a:ext uri="{FF2B5EF4-FFF2-40B4-BE49-F238E27FC236}">
                  <a16:creationId xmlns:a16="http://schemas.microsoft.com/office/drawing/2014/main" id="{ED67EBE0-79B0-3251-10D5-A4B9A2988CA5}"/>
                </a:ext>
              </a:extLst>
            </p:cNvPr>
            <p:cNvSpPr>
              <a:spLocks noChangeShapeType="1"/>
            </p:cNvSpPr>
            <p:nvPr/>
          </p:nvSpPr>
          <p:spPr bwMode="auto">
            <a:xfrm>
              <a:off x="4656" y="2736"/>
              <a:ext cx="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2051" name="Text Box 59">
              <a:extLst>
                <a:ext uri="{FF2B5EF4-FFF2-40B4-BE49-F238E27FC236}">
                  <a16:creationId xmlns:a16="http://schemas.microsoft.com/office/drawing/2014/main" id="{71A4BA12-0E97-15C0-EF29-01A9A6C19D08}"/>
                </a:ext>
              </a:extLst>
            </p:cNvPr>
            <p:cNvSpPr txBox="1">
              <a:spLocks noChangeArrowheads="1"/>
            </p:cNvSpPr>
            <p:nvPr/>
          </p:nvSpPr>
          <p:spPr bwMode="auto">
            <a:xfrm>
              <a:off x="1488" y="3648"/>
              <a:ext cx="15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endParaRPr lang="en-US" altLang="en-US" sz="1800"/>
            </a:p>
          </p:txBody>
        </p:sp>
      </p:grpSp>
      <p:sp>
        <p:nvSpPr>
          <p:cNvPr id="342039" name="Text Box 60">
            <a:extLst>
              <a:ext uri="{FF2B5EF4-FFF2-40B4-BE49-F238E27FC236}">
                <a16:creationId xmlns:a16="http://schemas.microsoft.com/office/drawing/2014/main" id="{4C5CC3A1-28F2-3492-03FE-74783EC78096}"/>
              </a:ext>
            </a:extLst>
          </p:cNvPr>
          <p:cNvSpPr txBox="1">
            <a:spLocks noChangeArrowheads="1"/>
          </p:cNvSpPr>
          <p:nvPr/>
        </p:nvSpPr>
        <p:spPr bwMode="auto">
          <a:xfrm>
            <a:off x="4800600" y="6019800"/>
            <a:ext cx="358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configuration is (</a:t>
            </a:r>
            <a:r>
              <a:rPr lang="en-US" altLang="en-US" sz="1800">
                <a:latin typeface="Symbol" panose="05050102010706020507" pitchFamily="18" charset="2"/>
              </a:rPr>
              <a:t>s</a:t>
            </a:r>
            <a:r>
              <a:rPr lang="en-US" altLang="en-US" sz="2000" b="1" baseline="-25000"/>
              <a:t>1</a:t>
            </a:r>
            <a:r>
              <a:rPr lang="en-US" altLang="en-US" sz="2000" b="1" i="1" baseline="-25000"/>
              <a:t>s</a:t>
            </a:r>
            <a:r>
              <a:rPr lang="en-US" altLang="en-US" sz="1800"/>
              <a:t>)</a:t>
            </a:r>
            <a:r>
              <a:rPr lang="en-US" altLang="en-US" sz="2000" b="1" baseline="30000"/>
              <a:t>2</a:t>
            </a:r>
            <a:r>
              <a:rPr lang="en-US" altLang="en-US" sz="1800"/>
              <a:t>(</a:t>
            </a:r>
            <a:r>
              <a:rPr lang="en-US" altLang="en-US" sz="1800">
                <a:latin typeface="Symbol" panose="05050102010706020507" pitchFamily="18" charset="2"/>
              </a:rPr>
              <a:t>s</a:t>
            </a:r>
            <a:r>
              <a:rPr lang="en-US" altLang="en-US" sz="2000" b="1" baseline="30000">
                <a:latin typeface="Symbol" panose="05050102010706020507" pitchFamily="18" charset="2"/>
              </a:rPr>
              <a:t></a:t>
            </a:r>
            <a:r>
              <a:rPr lang="en-US" altLang="en-US" sz="2000" b="1" baseline="-25000"/>
              <a:t>1</a:t>
            </a:r>
            <a:r>
              <a:rPr lang="en-US" altLang="en-US" sz="2000" b="1" i="1" baseline="-25000"/>
              <a:t>s</a:t>
            </a:r>
            <a:r>
              <a:rPr lang="en-US" altLang="en-US" sz="1800"/>
              <a:t>)</a:t>
            </a:r>
            <a:r>
              <a:rPr lang="en-US" altLang="en-US" sz="2000" b="1" baseline="30000"/>
              <a:t>1</a:t>
            </a:r>
            <a:endParaRPr lang="en-US" altLang="en-US" sz="1800"/>
          </a:p>
        </p:txBody>
      </p:sp>
      <p:sp>
        <p:nvSpPr>
          <p:cNvPr id="32837" name="Text Box 69">
            <a:extLst>
              <a:ext uri="{FF2B5EF4-FFF2-40B4-BE49-F238E27FC236}">
                <a16:creationId xmlns:a16="http://schemas.microsoft.com/office/drawing/2014/main" id="{5711FADC-16EE-8DE4-FE18-5239CCDE8CF6}"/>
              </a:ext>
            </a:extLst>
          </p:cNvPr>
          <p:cNvSpPr txBox="1">
            <a:spLocks noChangeArrowheads="1"/>
          </p:cNvSpPr>
          <p:nvPr/>
        </p:nvSpPr>
        <p:spPr bwMode="auto">
          <a:xfrm>
            <a:off x="2362200" y="5029200"/>
            <a:ext cx="1093788" cy="366713"/>
          </a:xfrm>
          <a:prstGeom prst="rect">
            <a:avLst/>
          </a:prstGeom>
          <a:noFill/>
          <a:ln>
            <a:noFill/>
          </a:ln>
          <a:effectLst/>
        </p:spPr>
        <p:txBody>
          <a:bodyPr wrap="none">
            <a:spAutoFit/>
          </a:bodyPr>
          <a:lstStyle/>
          <a:p>
            <a:pPr>
              <a:defRPr/>
            </a:pPr>
            <a:r>
              <a:rPr lang="en-US" altLang="en-US" sz="1800">
                <a:solidFill>
                  <a:srgbClr val="6C18B0"/>
                </a:solidFill>
                <a:effectLst>
                  <a:outerShdw blurRad="38100" dist="38100" dir="2700000" algn="tl">
                    <a:srgbClr val="C0C0C0"/>
                  </a:outerShdw>
                </a:effectLst>
              </a:rPr>
              <a:t>AO of H</a:t>
            </a:r>
            <a:r>
              <a:rPr lang="en-US" altLang="en-US" sz="2000" b="1" baseline="30000">
                <a:solidFill>
                  <a:srgbClr val="6C18B0"/>
                </a:solidFill>
              </a:rPr>
              <a:t>+</a:t>
            </a:r>
          </a:p>
        </p:txBody>
      </p:sp>
      <p:sp>
        <p:nvSpPr>
          <p:cNvPr id="342041" name="Text Box 70">
            <a:extLst>
              <a:ext uri="{FF2B5EF4-FFF2-40B4-BE49-F238E27FC236}">
                <a16:creationId xmlns:a16="http://schemas.microsoft.com/office/drawing/2014/main" id="{472DD82D-5907-95BF-E7EE-BF8EB17DDD3A}"/>
              </a:ext>
            </a:extLst>
          </p:cNvPr>
          <p:cNvSpPr txBox="1">
            <a:spLocks noChangeArrowheads="1"/>
          </p:cNvSpPr>
          <p:nvPr/>
        </p:nvSpPr>
        <p:spPr bwMode="auto">
          <a:xfrm>
            <a:off x="2590800" y="5867400"/>
            <a:ext cx="2319338" cy="73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endParaRPr lang="en-US" altLang="en-US" sz="1800"/>
          </a:p>
          <a:p>
            <a:endParaRPr lang="en-US" altLang="en-US"/>
          </a:p>
        </p:txBody>
      </p:sp>
      <p:sp>
        <p:nvSpPr>
          <p:cNvPr id="342042" name="Text Box 71">
            <a:extLst>
              <a:ext uri="{FF2B5EF4-FFF2-40B4-BE49-F238E27FC236}">
                <a16:creationId xmlns:a16="http://schemas.microsoft.com/office/drawing/2014/main" id="{41031E71-230D-DC31-681C-9F1D1FDDBCBD}"/>
              </a:ext>
            </a:extLst>
          </p:cNvPr>
          <p:cNvSpPr txBox="1">
            <a:spLocks noChangeArrowheads="1"/>
          </p:cNvSpPr>
          <p:nvPr/>
        </p:nvSpPr>
        <p:spPr bwMode="auto">
          <a:xfrm>
            <a:off x="609600" y="6096000"/>
            <a:ext cx="23510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800"/>
              <a:t>configuration is (</a:t>
            </a:r>
            <a:r>
              <a:rPr lang="en-US" altLang="en-US" sz="1800">
                <a:latin typeface="Symbol" panose="05050102010706020507" pitchFamily="18" charset="2"/>
              </a:rPr>
              <a:t>s</a:t>
            </a:r>
            <a:r>
              <a:rPr lang="en-US" altLang="en-US" sz="2000" b="1" baseline="-25000"/>
              <a:t>1</a:t>
            </a:r>
            <a:r>
              <a:rPr lang="en-US" altLang="en-US" sz="2000" b="1" i="1" baseline="-25000"/>
              <a:t>s</a:t>
            </a:r>
            <a:r>
              <a:rPr lang="en-US" altLang="en-US" sz="1800"/>
              <a:t>)</a:t>
            </a:r>
            <a:r>
              <a:rPr lang="en-US" altLang="en-US" sz="2000" b="1" baseline="30000"/>
              <a:t>1</a:t>
            </a:r>
            <a:endParaRPr lang="en-US" altLang="en-US" sz="1800" baseline="3000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3042" name="Group 13">
            <a:extLst>
              <a:ext uri="{FF2B5EF4-FFF2-40B4-BE49-F238E27FC236}">
                <a16:creationId xmlns:a16="http://schemas.microsoft.com/office/drawing/2014/main" id="{612822B6-E10B-43E4-3ACE-665C07F8F2A0}"/>
              </a:ext>
            </a:extLst>
          </p:cNvPr>
          <p:cNvGrpSpPr>
            <a:grpSpLocks/>
          </p:cNvGrpSpPr>
          <p:nvPr/>
        </p:nvGrpSpPr>
        <p:grpSpPr bwMode="auto">
          <a:xfrm>
            <a:off x="746125" y="304800"/>
            <a:ext cx="7635875" cy="1552575"/>
            <a:chOff x="614" y="392"/>
            <a:chExt cx="4810" cy="978"/>
          </a:xfrm>
        </p:grpSpPr>
        <p:sp>
          <p:nvSpPr>
            <p:cNvPr id="343050" name="Text Box 2">
              <a:extLst>
                <a:ext uri="{FF2B5EF4-FFF2-40B4-BE49-F238E27FC236}">
                  <a16:creationId xmlns:a16="http://schemas.microsoft.com/office/drawing/2014/main" id="{F563985B-D44D-3296-1C79-D9DBE1CE9F74}"/>
                </a:ext>
              </a:extLst>
            </p:cNvPr>
            <p:cNvSpPr txBox="1">
              <a:spLocks noChangeArrowheads="1"/>
            </p:cNvSpPr>
            <p:nvPr/>
          </p:nvSpPr>
          <p:spPr bwMode="auto">
            <a:xfrm>
              <a:off x="614" y="745"/>
              <a:ext cx="13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b="1"/>
                <a:t>bond order</a:t>
              </a:r>
              <a:r>
                <a:rPr lang="en-US" altLang="en-US"/>
                <a:t> = </a:t>
              </a:r>
            </a:p>
          </p:txBody>
        </p:sp>
        <p:grpSp>
          <p:nvGrpSpPr>
            <p:cNvPr id="343051" name="Group 8">
              <a:extLst>
                <a:ext uri="{FF2B5EF4-FFF2-40B4-BE49-F238E27FC236}">
                  <a16:creationId xmlns:a16="http://schemas.microsoft.com/office/drawing/2014/main" id="{365412F7-C635-00A4-EA2F-613310A08693}"/>
                </a:ext>
              </a:extLst>
            </p:cNvPr>
            <p:cNvGrpSpPr>
              <a:grpSpLocks/>
            </p:cNvGrpSpPr>
            <p:nvPr/>
          </p:nvGrpSpPr>
          <p:grpSpPr bwMode="auto">
            <a:xfrm>
              <a:off x="1895" y="608"/>
              <a:ext cx="240" cy="551"/>
              <a:chOff x="955" y="3241"/>
              <a:chExt cx="240" cy="551"/>
            </a:xfrm>
          </p:grpSpPr>
          <p:sp>
            <p:nvSpPr>
              <p:cNvPr id="343058" name="Text Box 5">
                <a:extLst>
                  <a:ext uri="{FF2B5EF4-FFF2-40B4-BE49-F238E27FC236}">
                    <a16:creationId xmlns:a16="http://schemas.microsoft.com/office/drawing/2014/main" id="{5D386249-868B-3477-5077-021E16285474}"/>
                  </a:ext>
                </a:extLst>
              </p:cNvPr>
              <p:cNvSpPr txBox="1">
                <a:spLocks noChangeArrowheads="1"/>
              </p:cNvSpPr>
              <p:nvPr/>
            </p:nvSpPr>
            <p:spPr bwMode="auto">
              <a:xfrm>
                <a:off x="963" y="3241"/>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1</a:t>
                </a:r>
              </a:p>
            </p:txBody>
          </p:sp>
          <p:sp>
            <p:nvSpPr>
              <p:cNvPr id="343059" name="Text Box 6">
                <a:extLst>
                  <a:ext uri="{FF2B5EF4-FFF2-40B4-BE49-F238E27FC236}">
                    <a16:creationId xmlns:a16="http://schemas.microsoft.com/office/drawing/2014/main" id="{ACB2BA85-1E58-E5EB-A127-B8107FAC0378}"/>
                  </a:ext>
                </a:extLst>
              </p:cNvPr>
              <p:cNvSpPr txBox="1">
                <a:spLocks noChangeArrowheads="1"/>
              </p:cNvSpPr>
              <p:nvPr/>
            </p:nvSpPr>
            <p:spPr bwMode="auto">
              <a:xfrm>
                <a:off x="963" y="350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2</a:t>
                </a:r>
              </a:p>
            </p:txBody>
          </p:sp>
          <p:sp>
            <p:nvSpPr>
              <p:cNvPr id="343060" name="Line 7">
                <a:extLst>
                  <a:ext uri="{FF2B5EF4-FFF2-40B4-BE49-F238E27FC236}">
                    <a16:creationId xmlns:a16="http://schemas.microsoft.com/office/drawing/2014/main" id="{DA1A37D7-0DE0-629C-833B-2A4B1DC58673}"/>
                  </a:ext>
                </a:extLst>
              </p:cNvPr>
              <p:cNvSpPr>
                <a:spLocks noChangeShapeType="1"/>
              </p:cNvSpPr>
              <p:nvPr/>
            </p:nvSpPr>
            <p:spPr bwMode="auto">
              <a:xfrm>
                <a:off x="955" y="3517"/>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43052" name="Group 12">
              <a:extLst>
                <a:ext uri="{FF2B5EF4-FFF2-40B4-BE49-F238E27FC236}">
                  <a16:creationId xmlns:a16="http://schemas.microsoft.com/office/drawing/2014/main" id="{A8B2F4CE-443C-43B7-8842-154C443B8BB7}"/>
                </a:ext>
              </a:extLst>
            </p:cNvPr>
            <p:cNvGrpSpPr>
              <a:grpSpLocks/>
            </p:cNvGrpSpPr>
            <p:nvPr/>
          </p:nvGrpSpPr>
          <p:grpSpPr bwMode="auto">
            <a:xfrm>
              <a:off x="2215" y="392"/>
              <a:ext cx="3209" cy="978"/>
              <a:chOff x="2352" y="1191"/>
              <a:chExt cx="3209" cy="978"/>
            </a:xfrm>
          </p:grpSpPr>
          <p:sp>
            <p:nvSpPr>
              <p:cNvPr id="343053" name="Text Box 3">
                <a:extLst>
                  <a:ext uri="{FF2B5EF4-FFF2-40B4-BE49-F238E27FC236}">
                    <a16:creationId xmlns:a16="http://schemas.microsoft.com/office/drawing/2014/main" id="{36854942-3199-E5DD-F609-DCDE0BA83AF5}"/>
                  </a:ext>
                </a:extLst>
              </p:cNvPr>
              <p:cNvSpPr txBox="1">
                <a:spLocks noChangeArrowheads="1"/>
              </p:cNvSpPr>
              <p:nvPr/>
            </p:nvSpPr>
            <p:spPr bwMode="auto">
              <a:xfrm>
                <a:off x="2696" y="1191"/>
                <a:ext cx="1104" cy="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Number of electrons in bonding MOs</a:t>
                </a:r>
              </a:p>
            </p:txBody>
          </p:sp>
          <p:sp>
            <p:nvSpPr>
              <p:cNvPr id="343054" name="Text Box 4">
                <a:extLst>
                  <a:ext uri="{FF2B5EF4-FFF2-40B4-BE49-F238E27FC236}">
                    <a16:creationId xmlns:a16="http://schemas.microsoft.com/office/drawing/2014/main" id="{CE05A9AC-8BA7-1E26-FB30-B609EF2721CA}"/>
                  </a:ext>
                </a:extLst>
              </p:cNvPr>
              <p:cNvSpPr txBox="1">
                <a:spLocks noChangeArrowheads="1"/>
              </p:cNvSpPr>
              <p:nvPr/>
            </p:nvSpPr>
            <p:spPr bwMode="auto">
              <a:xfrm>
                <a:off x="4064" y="1191"/>
                <a:ext cx="1152" cy="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Number of electrons in antibonding MOs</a:t>
                </a:r>
              </a:p>
            </p:txBody>
          </p:sp>
          <p:sp>
            <p:nvSpPr>
              <p:cNvPr id="343055" name="Text Box 9">
                <a:extLst>
                  <a:ext uri="{FF2B5EF4-FFF2-40B4-BE49-F238E27FC236}">
                    <a16:creationId xmlns:a16="http://schemas.microsoft.com/office/drawing/2014/main" id="{50CB1B2B-6BCF-1691-D751-39C3DB580AD7}"/>
                  </a:ext>
                </a:extLst>
              </p:cNvPr>
              <p:cNvSpPr txBox="1">
                <a:spLocks noChangeArrowheads="1"/>
              </p:cNvSpPr>
              <p:nvPr/>
            </p:nvSpPr>
            <p:spPr bwMode="auto">
              <a:xfrm>
                <a:off x="2352" y="1267"/>
                <a:ext cx="329" cy="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8000"/>
                  <a:t>(</a:t>
                </a:r>
              </a:p>
            </p:txBody>
          </p:sp>
          <p:sp>
            <p:nvSpPr>
              <p:cNvPr id="343056" name="Text Box 10">
                <a:extLst>
                  <a:ext uri="{FF2B5EF4-FFF2-40B4-BE49-F238E27FC236}">
                    <a16:creationId xmlns:a16="http://schemas.microsoft.com/office/drawing/2014/main" id="{5B349D55-3A94-5A92-3C38-E57AA328D917}"/>
                  </a:ext>
                </a:extLst>
              </p:cNvPr>
              <p:cNvSpPr txBox="1">
                <a:spLocks noChangeArrowheads="1"/>
              </p:cNvSpPr>
              <p:nvPr/>
            </p:nvSpPr>
            <p:spPr bwMode="auto">
              <a:xfrm>
                <a:off x="3816" y="1440"/>
                <a:ext cx="233"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4400"/>
                  <a:t>-</a:t>
                </a:r>
              </a:p>
            </p:txBody>
          </p:sp>
          <p:sp>
            <p:nvSpPr>
              <p:cNvPr id="343057" name="Text Box 11">
                <a:extLst>
                  <a:ext uri="{FF2B5EF4-FFF2-40B4-BE49-F238E27FC236}">
                    <a16:creationId xmlns:a16="http://schemas.microsoft.com/office/drawing/2014/main" id="{22B1A117-5B2A-3AF2-E936-1AFC3D4BC255}"/>
                  </a:ext>
                </a:extLst>
              </p:cNvPr>
              <p:cNvSpPr txBox="1">
                <a:spLocks noChangeArrowheads="1"/>
              </p:cNvSpPr>
              <p:nvPr/>
            </p:nvSpPr>
            <p:spPr bwMode="auto">
              <a:xfrm>
                <a:off x="5232" y="1267"/>
                <a:ext cx="329" cy="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8000"/>
                  <a:t>)</a:t>
                </a:r>
              </a:p>
            </p:txBody>
          </p:sp>
        </p:grpSp>
      </p:grpSp>
      <p:pic>
        <p:nvPicPr>
          <p:cNvPr id="343043" name="Picture 14" descr="cha56011_1025">
            <a:extLst>
              <a:ext uri="{FF2B5EF4-FFF2-40B4-BE49-F238E27FC236}">
                <a16:creationId xmlns:a16="http://schemas.microsoft.com/office/drawing/2014/main" id="{038F1D79-DE94-2647-B3D2-C465854CDE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981200"/>
            <a:ext cx="80772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3044" name="Text Box 15">
            <a:extLst>
              <a:ext uri="{FF2B5EF4-FFF2-40B4-BE49-F238E27FC236}">
                <a16:creationId xmlns:a16="http://schemas.microsoft.com/office/drawing/2014/main" id="{21E2AEDC-C255-EBFA-03C7-00B2E72E5BCD}"/>
              </a:ext>
            </a:extLst>
          </p:cNvPr>
          <p:cNvSpPr txBox="1">
            <a:spLocks noChangeArrowheads="1"/>
          </p:cNvSpPr>
          <p:nvPr/>
        </p:nvSpPr>
        <p:spPr bwMode="auto">
          <a:xfrm>
            <a:off x="8389938" y="6384925"/>
            <a:ext cx="677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eaLnBrk="1" hangingPunct="1">
              <a:spcBef>
                <a:spcPct val="50000"/>
              </a:spcBef>
            </a:pPr>
            <a:r>
              <a:rPr lang="en-US" altLang="en-US" sz="2000"/>
              <a:t>10.7</a:t>
            </a:r>
          </a:p>
        </p:txBody>
      </p:sp>
      <p:sp>
        <p:nvSpPr>
          <p:cNvPr id="343045" name="Text Box 18">
            <a:extLst>
              <a:ext uri="{FF2B5EF4-FFF2-40B4-BE49-F238E27FC236}">
                <a16:creationId xmlns:a16="http://schemas.microsoft.com/office/drawing/2014/main" id="{7E2A8209-CF77-AC51-875A-D6998126A716}"/>
              </a:ext>
            </a:extLst>
          </p:cNvPr>
          <p:cNvSpPr txBox="1">
            <a:spLocks noChangeArrowheads="1"/>
          </p:cNvSpPr>
          <p:nvPr/>
        </p:nvSpPr>
        <p:spPr bwMode="auto">
          <a:xfrm>
            <a:off x="76200" y="5807075"/>
            <a:ext cx="1524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a:t>bond order</a:t>
            </a:r>
          </a:p>
        </p:txBody>
      </p:sp>
      <p:sp>
        <p:nvSpPr>
          <p:cNvPr id="91155" name="Text Box 19">
            <a:extLst>
              <a:ext uri="{FF2B5EF4-FFF2-40B4-BE49-F238E27FC236}">
                <a16:creationId xmlns:a16="http://schemas.microsoft.com/office/drawing/2014/main" id="{9407FE1F-EFA5-1413-52B5-8F783347FA00}"/>
              </a:ext>
            </a:extLst>
          </p:cNvPr>
          <p:cNvSpPr txBox="1">
            <a:spLocks noChangeArrowheads="1"/>
          </p:cNvSpPr>
          <p:nvPr/>
        </p:nvSpPr>
        <p:spPr bwMode="auto">
          <a:xfrm>
            <a:off x="1889125" y="5989638"/>
            <a:ext cx="43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cs typeface="Arial" panose="020B0604020202020204" pitchFamily="34" charset="0"/>
              </a:rPr>
              <a:t>½</a:t>
            </a:r>
            <a:endParaRPr lang="en-US" altLang="en-US"/>
          </a:p>
        </p:txBody>
      </p:sp>
      <p:sp>
        <p:nvSpPr>
          <p:cNvPr id="91156" name="Text Box 20">
            <a:extLst>
              <a:ext uri="{FF2B5EF4-FFF2-40B4-BE49-F238E27FC236}">
                <a16:creationId xmlns:a16="http://schemas.microsoft.com/office/drawing/2014/main" id="{89AFCBD9-9BB1-3189-3464-CDF3E60955C8}"/>
              </a:ext>
            </a:extLst>
          </p:cNvPr>
          <p:cNvSpPr txBox="1">
            <a:spLocks noChangeArrowheads="1"/>
          </p:cNvSpPr>
          <p:nvPr/>
        </p:nvSpPr>
        <p:spPr bwMode="auto">
          <a:xfrm>
            <a:off x="3794125" y="5989638"/>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1</a:t>
            </a:r>
          </a:p>
        </p:txBody>
      </p:sp>
      <p:sp>
        <p:nvSpPr>
          <p:cNvPr id="91157" name="Text Box 21">
            <a:extLst>
              <a:ext uri="{FF2B5EF4-FFF2-40B4-BE49-F238E27FC236}">
                <a16:creationId xmlns:a16="http://schemas.microsoft.com/office/drawing/2014/main" id="{5882463C-DD86-8162-9373-DF3179F7BE97}"/>
              </a:ext>
            </a:extLst>
          </p:cNvPr>
          <p:cNvSpPr txBox="1">
            <a:spLocks noChangeArrowheads="1"/>
          </p:cNvSpPr>
          <p:nvPr/>
        </p:nvSpPr>
        <p:spPr bwMode="auto">
          <a:xfrm>
            <a:off x="7670800" y="5989638"/>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0</a:t>
            </a:r>
          </a:p>
        </p:txBody>
      </p:sp>
      <p:sp>
        <p:nvSpPr>
          <p:cNvPr id="91158" name="Text Box 22">
            <a:extLst>
              <a:ext uri="{FF2B5EF4-FFF2-40B4-BE49-F238E27FC236}">
                <a16:creationId xmlns:a16="http://schemas.microsoft.com/office/drawing/2014/main" id="{4EA4A09B-8E6F-5F82-BD8E-DDF152B7A462}"/>
              </a:ext>
            </a:extLst>
          </p:cNvPr>
          <p:cNvSpPr txBox="1">
            <a:spLocks noChangeArrowheads="1"/>
          </p:cNvSpPr>
          <p:nvPr/>
        </p:nvSpPr>
        <p:spPr bwMode="auto">
          <a:xfrm>
            <a:off x="5734050" y="5989638"/>
            <a:ext cx="43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cs typeface="Arial" panose="020B0604020202020204" pitchFamily="34" charset="0"/>
              </a:rPr>
              <a:t>½</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1155"/>
                                        </p:tgtEl>
                                        <p:attrNameLst>
                                          <p:attrName>style.visibility</p:attrName>
                                        </p:attrNameLst>
                                      </p:cBhvr>
                                      <p:to>
                                        <p:strVal val="visible"/>
                                      </p:to>
                                    </p:set>
                                    <p:anim calcmode="lin" valueType="num">
                                      <p:cBhvr additive="base">
                                        <p:cTn id="7" dur="500" fill="hold"/>
                                        <p:tgtEl>
                                          <p:spTgt spid="91155"/>
                                        </p:tgtEl>
                                        <p:attrNameLst>
                                          <p:attrName>ppt_x</p:attrName>
                                        </p:attrNameLst>
                                      </p:cBhvr>
                                      <p:tavLst>
                                        <p:tav tm="0">
                                          <p:val>
                                            <p:strVal val="1+#ppt_w/2"/>
                                          </p:val>
                                        </p:tav>
                                        <p:tav tm="100000">
                                          <p:val>
                                            <p:strVal val="#ppt_x"/>
                                          </p:val>
                                        </p:tav>
                                      </p:tavLst>
                                    </p:anim>
                                    <p:anim calcmode="lin" valueType="num">
                                      <p:cBhvr additive="base">
                                        <p:cTn id="8" dur="500" fill="hold"/>
                                        <p:tgtEl>
                                          <p:spTgt spid="9115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91156"/>
                                        </p:tgtEl>
                                        <p:attrNameLst>
                                          <p:attrName>style.visibility</p:attrName>
                                        </p:attrNameLst>
                                      </p:cBhvr>
                                      <p:to>
                                        <p:strVal val="visible"/>
                                      </p:to>
                                    </p:set>
                                    <p:anim calcmode="lin" valueType="num">
                                      <p:cBhvr additive="base">
                                        <p:cTn id="13" dur="500" fill="hold"/>
                                        <p:tgtEl>
                                          <p:spTgt spid="91156"/>
                                        </p:tgtEl>
                                        <p:attrNameLst>
                                          <p:attrName>ppt_x</p:attrName>
                                        </p:attrNameLst>
                                      </p:cBhvr>
                                      <p:tavLst>
                                        <p:tav tm="0">
                                          <p:val>
                                            <p:strVal val="1+#ppt_w/2"/>
                                          </p:val>
                                        </p:tav>
                                        <p:tav tm="100000">
                                          <p:val>
                                            <p:strVal val="#ppt_x"/>
                                          </p:val>
                                        </p:tav>
                                      </p:tavLst>
                                    </p:anim>
                                    <p:anim calcmode="lin" valueType="num">
                                      <p:cBhvr additive="base">
                                        <p:cTn id="14" dur="500" fill="hold"/>
                                        <p:tgtEl>
                                          <p:spTgt spid="9115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91158"/>
                                        </p:tgtEl>
                                        <p:attrNameLst>
                                          <p:attrName>style.visibility</p:attrName>
                                        </p:attrNameLst>
                                      </p:cBhvr>
                                      <p:to>
                                        <p:strVal val="visible"/>
                                      </p:to>
                                    </p:set>
                                    <p:anim calcmode="lin" valueType="num">
                                      <p:cBhvr additive="base">
                                        <p:cTn id="19" dur="500" fill="hold"/>
                                        <p:tgtEl>
                                          <p:spTgt spid="91158"/>
                                        </p:tgtEl>
                                        <p:attrNameLst>
                                          <p:attrName>ppt_x</p:attrName>
                                        </p:attrNameLst>
                                      </p:cBhvr>
                                      <p:tavLst>
                                        <p:tav tm="0">
                                          <p:val>
                                            <p:strVal val="1+#ppt_w/2"/>
                                          </p:val>
                                        </p:tav>
                                        <p:tav tm="100000">
                                          <p:val>
                                            <p:strVal val="#ppt_x"/>
                                          </p:val>
                                        </p:tav>
                                      </p:tavLst>
                                    </p:anim>
                                    <p:anim calcmode="lin" valueType="num">
                                      <p:cBhvr additive="base">
                                        <p:cTn id="20" dur="500" fill="hold"/>
                                        <p:tgtEl>
                                          <p:spTgt spid="9115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91157"/>
                                        </p:tgtEl>
                                        <p:attrNameLst>
                                          <p:attrName>style.visibility</p:attrName>
                                        </p:attrNameLst>
                                      </p:cBhvr>
                                      <p:to>
                                        <p:strVal val="visible"/>
                                      </p:to>
                                    </p:set>
                                    <p:anim calcmode="lin" valueType="num">
                                      <p:cBhvr additive="base">
                                        <p:cTn id="25" dur="500" fill="hold"/>
                                        <p:tgtEl>
                                          <p:spTgt spid="91157"/>
                                        </p:tgtEl>
                                        <p:attrNameLst>
                                          <p:attrName>ppt_x</p:attrName>
                                        </p:attrNameLst>
                                      </p:cBhvr>
                                      <p:tavLst>
                                        <p:tav tm="0">
                                          <p:val>
                                            <p:strVal val="1+#ppt_w/2"/>
                                          </p:val>
                                        </p:tav>
                                        <p:tav tm="100000">
                                          <p:val>
                                            <p:strVal val="#ppt_x"/>
                                          </p:val>
                                        </p:tav>
                                      </p:tavLst>
                                    </p:anim>
                                    <p:anim calcmode="lin" valueType="num">
                                      <p:cBhvr additive="base">
                                        <p:cTn id="26" dur="500" fill="hold"/>
                                        <p:tgtEl>
                                          <p:spTgt spid="911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55" grpId="0" autoUpdateAnimBg="0"/>
      <p:bldP spid="91156" grpId="0" autoUpdateAnimBg="0"/>
      <p:bldP spid="91157" grpId="0" autoUpdateAnimBg="0"/>
      <p:bldP spid="91158" grpId="0" autoUpdateAnimBg="0"/>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Text Box 4">
            <a:extLst>
              <a:ext uri="{FF2B5EF4-FFF2-40B4-BE49-F238E27FC236}">
                <a16:creationId xmlns:a16="http://schemas.microsoft.com/office/drawing/2014/main" id="{691CF622-64DE-E012-B25C-90EE6A34B5E1}"/>
              </a:ext>
            </a:extLst>
          </p:cNvPr>
          <p:cNvSpPr txBox="1">
            <a:spLocks noChangeArrowheads="1"/>
          </p:cNvSpPr>
          <p:nvPr/>
        </p:nvSpPr>
        <p:spPr bwMode="auto">
          <a:xfrm>
            <a:off x="4114800" y="6324600"/>
            <a:ext cx="16922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800">
                <a:solidFill>
                  <a:srgbClr val="FF0000"/>
                </a:solidFill>
              </a:rPr>
              <a:t>Figure 11.16</a:t>
            </a:r>
            <a:endParaRPr lang="en-US" altLang="en-US" sz="1800">
              <a:latin typeface="Times" panose="02020603050405020304" pitchFamily="18" charset="0"/>
            </a:endParaRPr>
          </a:p>
        </p:txBody>
      </p:sp>
      <p:sp>
        <p:nvSpPr>
          <p:cNvPr id="344067" name="Text Box 5">
            <a:extLst>
              <a:ext uri="{FF2B5EF4-FFF2-40B4-BE49-F238E27FC236}">
                <a16:creationId xmlns:a16="http://schemas.microsoft.com/office/drawing/2014/main" id="{C106F104-AB1B-20FE-7563-97588D60F790}"/>
              </a:ext>
            </a:extLst>
          </p:cNvPr>
          <p:cNvSpPr txBox="1">
            <a:spLocks noChangeArrowheads="1"/>
          </p:cNvSpPr>
          <p:nvPr/>
        </p:nvSpPr>
        <p:spPr bwMode="auto">
          <a:xfrm>
            <a:off x="2819400" y="381000"/>
            <a:ext cx="3962400" cy="406400"/>
          </a:xfrm>
          <a:prstGeom prst="rect">
            <a:avLst/>
          </a:prstGeom>
          <a:blipFill dpi="0" rotWithShape="0">
            <a:blip r:embed="rId2"/>
            <a:srcRect/>
            <a:tile tx="0" ty="0" sx="100000" sy="100000" flip="none" algn="tl"/>
          </a:blipFill>
          <a:ln w="9525">
            <a:solidFill>
              <a:srgbClr val="0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b="1">
                <a:solidFill>
                  <a:srgbClr val="1822CD"/>
                </a:solidFill>
              </a:rPr>
              <a:t>MO diagrams for He</a:t>
            </a:r>
            <a:r>
              <a:rPr lang="en-US" altLang="en-US" sz="2000" b="1" baseline="-25000">
                <a:solidFill>
                  <a:srgbClr val="1822CD"/>
                </a:solidFill>
              </a:rPr>
              <a:t>2</a:t>
            </a:r>
            <a:r>
              <a:rPr lang="en-US" altLang="en-US" sz="2000" b="1" baseline="30000">
                <a:solidFill>
                  <a:srgbClr val="1822CD"/>
                </a:solidFill>
              </a:rPr>
              <a:t>+</a:t>
            </a:r>
            <a:r>
              <a:rPr lang="en-US" altLang="en-US" sz="2000" b="1">
                <a:solidFill>
                  <a:srgbClr val="1822CD"/>
                </a:solidFill>
              </a:rPr>
              <a:t> and He</a:t>
            </a:r>
            <a:r>
              <a:rPr lang="en-US" altLang="en-US" sz="2000" b="1" baseline="-25000">
                <a:solidFill>
                  <a:srgbClr val="1822CD"/>
                </a:solidFill>
              </a:rPr>
              <a:t>2</a:t>
            </a:r>
            <a:endParaRPr lang="en-US" altLang="en-US" sz="2000" b="1">
              <a:solidFill>
                <a:srgbClr val="FF0000"/>
              </a:solidFill>
            </a:endParaRPr>
          </a:p>
        </p:txBody>
      </p:sp>
      <p:sp>
        <p:nvSpPr>
          <p:cNvPr id="344068" name="Line 6">
            <a:extLst>
              <a:ext uri="{FF2B5EF4-FFF2-40B4-BE49-F238E27FC236}">
                <a16:creationId xmlns:a16="http://schemas.microsoft.com/office/drawing/2014/main" id="{8788FFAF-F5EA-1F99-F482-143ABDD3E00D}"/>
              </a:ext>
            </a:extLst>
          </p:cNvPr>
          <p:cNvSpPr>
            <a:spLocks noChangeShapeType="1"/>
          </p:cNvSpPr>
          <p:nvPr/>
        </p:nvSpPr>
        <p:spPr bwMode="auto">
          <a:xfrm flipV="1">
            <a:off x="838200" y="1143000"/>
            <a:ext cx="0" cy="434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4069" name="Text Box 7">
            <a:extLst>
              <a:ext uri="{FF2B5EF4-FFF2-40B4-BE49-F238E27FC236}">
                <a16:creationId xmlns:a16="http://schemas.microsoft.com/office/drawing/2014/main" id="{051585E6-2753-7DBF-D8BB-9D7438CBAF82}"/>
              </a:ext>
            </a:extLst>
          </p:cNvPr>
          <p:cNvSpPr txBox="1">
            <a:spLocks noChangeArrowheads="1"/>
          </p:cNvSpPr>
          <p:nvPr/>
        </p:nvSpPr>
        <p:spPr bwMode="auto">
          <a:xfrm rot="-5400000">
            <a:off x="8731" y="2801144"/>
            <a:ext cx="989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a:t>Energy</a:t>
            </a:r>
          </a:p>
        </p:txBody>
      </p:sp>
      <p:grpSp>
        <p:nvGrpSpPr>
          <p:cNvPr id="344070" name="Group 85">
            <a:extLst>
              <a:ext uri="{FF2B5EF4-FFF2-40B4-BE49-F238E27FC236}">
                <a16:creationId xmlns:a16="http://schemas.microsoft.com/office/drawing/2014/main" id="{899A7E5A-ECCF-6722-57CB-C72784731F1C}"/>
              </a:ext>
            </a:extLst>
          </p:cNvPr>
          <p:cNvGrpSpPr>
            <a:grpSpLocks/>
          </p:cNvGrpSpPr>
          <p:nvPr/>
        </p:nvGrpSpPr>
        <p:grpSpPr bwMode="auto">
          <a:xfrm>
            <a:off x="2362200" y="3352800"/>
            <a:ext cx="609600" cy="533400"/>
            <a:chOff x="1488" y="2112"/>
            <a:chExt cx="384" cy="336"/>
          </a:xfrm>
        </p:grpSpPr>
        <p:sp>
          <p:nvSpPr>
            <p:cNvPr id="344130" name="Rectangle 8">
              <a:extLst>
                <a:ext uri="{FF2B5EF4-FFF2-40B4-BE49-F238E27FC236}">
                  <a16:creationId xmlns:a16="http://schemas.microsoft.com/office/drawing/2014/main" id="{AB4BCA3E-59EB-F4C4-D122-F7C1A5285326}"/>
                </a:ext>
              </a:extLst>
            </p:cNvPr>
            <p:cNvSpPr>
              <a:spLocks noChangeArrowheads="1"/>
            </p:cNvSpPr>
            <p:nvPr/>
          </p:nvSpPr>
          <p:spPr bwMode="auto">
            <a:xfrm>
              <a:off x="1488" y="2112"/>
              <a:ext cx="384" cy="336"/>
            </a:xfrm>
            <a:prstGeom prst="rect">
              <a:avLst/>
            </a:prstGeom>
            <a:solidFill>
              <a:srgbClr val="DA456B"/>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4131" name="Line 14">
              <a:extLst>
                <a:ext uri="{FF2B5EF4-FFF2-40B4-BE49-F238E27FC236}">
                  <a16:creationId xmlns:a16="http://schemas.microsoft.com/office/drawing/2014/main" id="{EF820E77-7B69-7D9B-738E-E359E988D99A}"/>
                </a:ext>
              </a:extLst>
            </p:cNvPr>
            <p:cNvSpPr>
              <a:spLocks noChangeShapeType="1"/>
            </p:cNvSpPr>
            <p:nvPr/>
          </p:nvSpPr>
          <p:spPr bwMode="auto">
            <a:xfrm flipV="1">
              <a:off x="1608" y="2160"/>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4132" name="Line 15">
              <a:extLst>
                <a:ext uri="{FF2B5EF4-FFF2-40B4-BE49-F238E27FC236}">
                  <a16:creationId xmlns:a16="http://schemas.microsoft.com/office/drawing/2014/main" id="{FA1223DF-2FCD-8DFC-D6E6-17220CA22D07}"/>
                </a:ext>
              </a:extLst>
            </p:cNvPr>
            <p:cNvSpPr>
              <a:spLocks noChangeShapeType="1"/>
            </p:cNvSpPr>
            <p:nvPr/>
          </p:nvSpPr>
          <p:spPr bwMode="auto">
            <a:xfrm>
              <a:off x="1704" y="2160"/>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44071" name="Group 83">
            <a:extLst>
              <a:ext uri="{FF2B5EF4-FFF2-40B4-BE49-F238E27FC236}">
                <a16:creationId xmlns:a16="http://schemas.microsoft.com/office/drawing/2014/main" id="{397CAC31-978E-C699-1DA6-CC344505EAE7}"/>
              </a:ext>
            </a:extLst>
          </p:cNvPr>
          <p:cNvGrpSpPr>
            <a:grpSpLocks/>
          </p:cNvGrpSpPr>
          <p:nvPr/>
        </p:nvGrpSpPr>
        <p:grpSpPr bwMode="auto">
          <a:xfrm>
            <a:off x="1828800" y="2667000"/>
            <a:ext cx="1676400" cy="914400"/>
            <a:chOff x="1152" y="1680"/>
            <a:chExt cx="1056" cy="576"/>
          </a:xfrm>
        </p:grpSpPr>
        <p:sp>
          <p:nvSpPr>
            <p:cNvPr id="344128" name="Line 17">
              <a:extLst>
                <a:ext uri="{FF2B5EF4-FFF2-40B4-BE49-F238E27FC236}">
                  <a16:creationId xmlns:a16="http://schemas.microsoft.com/office/drawing/2014/main" id="{46D41AA6-926D-B6D9-8CE6-13388D6EF4E6}"/>
                </a:ext>
              </a:extLst>
            </p:cNvPr>
            <p:cNvSpPr>
              <a:spLocks noChangeShapeType="1"/>
            </p:cNvSpPr>
            <p:nvPr/>
          </p:nvSpPr>
          <p:spPr bwMode="auto">
            <a:xfrm>
              <a:off x="1152" y="1680"/>
              <a:ext cx="336" cy="576"/>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4129" name="Line 18">
              <a:extLst>
                <a:ext uri="{FF2B5EF4-FFF2-40B4-BE49-F238E27FC236}">
                  <a16:creationId xmlns:a16="http://schemas.microsoft.com/office/drawing/2014/main" id="{C36DCAF9-7490-7BCA-C346-C204D5FB438C}"/>
                </a:ext>
              </a:extLst>
            </p:cNvPr>
            <p:cNvSpPr>
              <a:spLocks noChangeShapeType="1"/>
            </p:cNvSpPr>
            <p:nvPr/>
          </p:nvSpPr>
          <p:spPr bwMode="auto">
            <a:xfrm flipV="1">
              <a:off x="1872" y="1680"/>
              <a:ext cx="336" cy="576"/>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44072" name="Group 84">
            <a:extLst>
              <a:ext uri="{FF2B5EF4-FFF2-40B4-BE49-F238E27FC236}">
                <a16:creationId xmlns:a16="http://schemas.microsoft.com/office/drawing/2014/main" id="{6CE4EA36-7B37-6000-7C20-CAAB7B7BFFF1}"/>
              </a:ext>
            </a:extLst>
          </p:cNvPr>
          <p:cNvGrpSpPr>
            <a:grpSpLocks/>
          </p:cNvGrpSpPr>
          <p:nvPr/>
        </p:nvGrpSpPr>
        <p:grpSpPr bwMode="auto">
          <a:xfrm>
            <a:off x="1828800" y="1676400"/>
            <a:ext cx="1676400" cy="990600"/>
            <a:chOff x="1152" y="1056"/>
            <a:chExt cx="1056" cy="624"/>
          </a:xfrm>
        </p:grpSpPr>
        <p:sp>
          <p:nvSpPr>
            <p:cNvPr id="344126" name="Line 16">
              <a:extLst>
                <a:ext uri="{FF2B5EF4-FFF2-40B4-BE49-F238E27FC236}">
                  <a16:creationId xmlns:a16="http://schemas.microsoft.com/office/drawing/2014/main" id="{28736BCA-8261-43F8-08A6-CBD935DDBC18}"/>
                </a:ext>
              </a:extLst>
            </p:cNvPr>
            <p:cNvSpPr>
              <a:spLocks noChangeShapeType="1"/>
            </p:cNvSpPr>
            <p:nvPr/>
          </p:nvSpPr>
          <p:spPr bwMode="auto">
            <a:xfrm flipV="1">
              <a:off x="1152" y="1056"/>
              <a:ext cx="336" cy="62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4127" name="Line 19">
              <a:extLst>
                <a:ext uri="{FF2B5EF4-FFF2-40B4-BE49-F238E27FC236}">
                  <a16:creationId xmlns:a16="http://schemas.microsoft.com/office/drawing/2014/main" id="{48D1384D-C47D-3A2D-8637-E9062E4FC0AA}"/>
                </a:ext>
              </a:extLst>
            </p:cNvPr>
            <p:cNvSpPr>
              <a:spLocks noChangeShapeType="1"/>
            </p:cNvSpPr>
            <p:nvPr/>
          </p:nvSpPr>
          <p:spPr bwMode="auto">
            <a:xfrm flipH="1" flipV="1">
              <a:off x="1872" y="1056"/>
              <a:ext cx="336" cy="62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44073" name="Text Box 22">
            <a:extLst>
              <a:ext uri="{FF2B5EF4-FFF2-40B4-BE49-F238E27FC236}">
                <a16:creationId xmlns:a16="http://schemas.microsoft.com/office/drawing/2014/main" id="{4857C5EF-56B6-A22C-8776-BADDC2DB0613}"/>
              </a:ext>
            </a:extLst>
          </p:cNvPr>
          <p:cNvSpPr txBox="1">
            <a:spLocks noChangeArrowheads="1"/>
          </p:cNvSpPr>
          <p:nvPr/>
        </p:nvSpPr>
        <p:spPr bwMode="auto">
          <a:xfrm>
            <a:off x="2286000" y="4419600"/>
            <a:ext cx="838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b="1">
                <a:solidFill>
                  <a:srgbClr val="1822CD"/>
                </a:solidFill>
              </a:rPr>
              <a:t>MO of He</a:t>
            </a:r>
            <a:r>
              <a:rPr lang="en-US" altLang="en-US" sz="2000" b="1" baseline="30000">
                <a:solidFill>
                  <a:srgbClr val="1822CD"/>
                </a:solidFill>
              </a:rPr>
              <a:t>+</a:t>
            </a:r>
            <a:endParaRPr lang="en-US" altLang="en-US" sz="2000" b="1">
              <a:solidFill>
                <a:srgbClr val="1822CD"/>
              </a:solidFill>
            </a:endParaRPr>
          </a:p>
        </p:txBody>
      </p:sp>
      <p:sp>
        <p:nvSpPr>
          <p:cNvPr id="344074" name="Text Box 23">
            <a:extLst>
              <a:ext uri="{FF2B5EF4-FFF2-40B4-BE49-F238E27FC236}">
                <a16:creationId xmlns:a16="http://schemas.microsoft.com/office/drawing/2014/main" id="{8E509774-2AC8-81F5-CB83-4F55F0D39753}"/>
              </a:ext>
            </a:extLst>
          </p:cNvPr>
          <p:cNvSpPr txBox="1">
            <a:spLocks noChangeArrowheads="1"/>
          </p:cNvSpPr>
          <p:nvPr/>
        </p:nvSpPr>
        <p:spPr bwMode="auto">
          <a:xfrm>
            <a:off x="2362200" y="1981200"/>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a:latin typeface="Symbol" panose="05050102010706020507" pitchFamily="18" charset="2"/>
              </a:rPr>
              <a:t>s</a:t>
            </a:r>
            <a:r>
              <a:rPr lang="en-US" altLang="en-US" sz="1800"/>
              <a:t>*</a:t>
            </a:r>
            <a:r>
              <a:rPr lang="en-US" altLang="en-US" sz="1800" baseline="-25000"/>
              <a:t>1s</a:t>
            </a:r>
            <a:endParaRPr lang="en-US" altLang="en-US" sz="1800"/>
          </a:p>
        </p:txBody>
      </p:sp>
      <p:sp>
        <p:nvSpPr>
          <p:cNvPr id="344075" name="Text Box 24">
            <a:extLst>
              <a:ext uri="{FF2B5EF4-FFF2-40B4-BE49-F238E27FC236}">
                <a16:creationId xmlns:a16="http://schemas.microsoft.com/office/drawing/2014/main" id="{7352B54E-559F-E5C0-0F31-5659F20D6BB8}"/>
              </a:ext>
            </a:extLst>
          </p:cNvPr>
          <p:cNvSpPr txBox="1">
            <a:spLocks noChangeArrowheads="1"/>
          </p:cNvSpPr>
          <p:nvPr/>
        </p:nvSpPr>
        <p:spPr bwMode="auto">
          <a:xfrm>
            <a:off x="2362200" y="3962400"/>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a:latin typeface="Symbol" panose="05050102010706020507" pitchFamily="18" charset="2"/>
              </a:rPr>
              <a:t>s</a:t>
            </a:r>
            <a:r>
              <a:rPr lang="en-US" altLang="en-US" sz="1800" baseline="-25000"/>
              <a:t>1s</a:t>
            </a:r>
            <a:endParaRPr lang="en-US" altLang="en-US" sz="1800"/>
          </a:p>
        </p:txBody>
      </p:sp>
      <p:grpSp>
        <p:nvGrpSpPr>
          <p:cNvPr id="344076" name="Group 82">
            <a:extLst>
              <a:ext uri="{FF2B5EF4-FFF2-40B4-BE49-F238E27FC236}">
                <a16:creationId xmlns:a16="http://schemas.microsoft.com/office/drawing/2014/main" id="{DA215D54-E799-CD3E-3EBC-BDC0EC65710E}"/>
              </a:ext>
            </a:extLst>
          </p:cNvPr>
          <p:cNvGrpSpPr>
            <a:grpSpLocks/>
          </p:cNvGrpSpPr>
          <p:nvPr/>
        </p:nvGrpSpPr>
        <p:grpSpPr bwMode="auto">
          <a:xfrm>
            <a:off x="3429000" y="2362200"/>
            <a:ext cx="838200" cy="2759075"/>
            <a:chOff x="2160" y="1488"/>
            <a:chExt cx="528" cy="1738"/>
          </a:xfrm>
        </p:grpSpPr>
        <p:sp>
          <p:nvSpPr>
            <p:cNvPr id="344122" name="Rectangle 10">
              <a:extLst>
                <a:ext uri="{FF2B5EF4-FFF2-40B4-BE49-F238E27FC236}">
                  <a16:creationId xmlns:a16="http://schemas.microsoft.com/office/drawing/2014/main" id="{530041F8-DDCF-61C4-4CDF-117AAE097012}"/>
                </a:ext>
              </a:extLst>
            </p:cNvPr>
            <p:cNvSpPr>
              <a:spLocks noChangeArrowheads="1"/>
            </p:cNvSpPr>
            <p:nvPr/>
          </p:nvSpPr>
          <p:spPr bwMode="auto">
            <a:xfrm>
              <a:off x="2208" y="1488"/>
              <a:ext cx="384" cy="336"/>
            </a:xfrm>
            <a:prstGeom prst="rect">
              <a:avLst/>
            </a:prstGeom>
            <a:solidFill>
              <a:srgbClr val="DA456B">
                <a:alpha val="50195"/>
              </a:srgb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4123" name="Line 12">
              <a:extLst>
                <a:ext uri="{FF2B5EF4-FFF2-40B4-BE49-F238E27FC236}">
                  <a16:creationId xmlns:a16="http://schemas.microsoft.com/office/drawing/2014/main" id="{89331972-0EF8-64D2-0AA0-679786F6E17C}"/>
                </a:ext>
              </a:extLst>
            </p:cNvPr>
            <p:cNvSpPr>
              <a:spLocks noChangeShapeType="1"/>
            </p:cNvSpPr>
            <p:nvPr/>
          </p:nvSpPr>
          <p:spPr bwMode="auto">
            <a:xfrm flipV="1">
              <a:off x="2304" y="153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4124" name="Text Box 21">
              <a:extLst>
                <a:ext uri="{FF2B5EF4-FFF2-40B4-BE49-F238E27FC236}">
                  <a16:creationId xmlns:a16="http://schemas.microsoft.com/office/drawing/2014/main" id="{32E26DDD-FBB4-032B-CF09-8D683EC19BCC}"/>
                </a:ext>
              </a:extLst>
            </p:cNvPr>
            <p:cNvSpPr txBox="1">
              <a:spLocks noChangeArrowheads="1"/>
            </p:cNvSpPr>
            <p:nvPr/>
          </p:nvSpPr>
          <p:spPr bwMode="auto">
            <a:xfrm>
              <a:off x="2160" y="2784"/>
              <a:ext cx="528"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a:solidFill>
                    <a:srgbClr val="1822CD"/>
                  </a:solidFill>
                  <a:latin typeface="Helvetica" panose="020B0604020202020204" pitchFamily="34" charset="0"/>
                </a:rPr>
                <a:t>AO of He</a:t>
              </a:r>
              <a:r>
                <a:rPr lang="en-US" altLang="en-US" sz="2000" b="1" baseline="30000">
                  <a:solidFill>
                    <a:srgbClr val="1822CD"/>
                  </a:solidFill>
                  <a:latin typeface="Helvetica" panose="020B0604020202020204" pitchFamily="34" charset="0"/>
                </a:rPr>
                <a:t>+</a:t>
              </a:r>
              <a:endParaRPr lang="en-US" altLang="en-US" sz="2000">
                <a:solidFill>
                  <a:srgbClr val="1822CD"/>
                </a:solidFill>
              </a:endParaRPr>
            </a:p>
          </p:txBody>
        </p:sp>
        <p:sp>
          <p:nvSpPr>
            <p:cNvPr id="344125" name="Text Box 25">
              <a:extLst>
                <a:ext uri="{FF2B5EF4-FFF2-40B4-BE49-F238E27FC236}">
                  <a16:creationId xmlns:a16="http://schemas.microsoft.com/office/drawing/2014/main" id="{BC057E6D-27E6-AD87-04C5-7E380A0AB79E}"/>
                </a:ext>
              </a:extLst>
            </p:cNvPr>
            <p:cNvSpPr txBox="1">
              <a:spLocks noChangeArrowheads="1"/>
            </p:cNvSpPr>
            <p:nvPr/>
          </p:nvSpPr>
          <p:spPr bwMode="auto">
            <a:xfrm>
              <a:off x="2256" y="1824"/>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1s</a:t>
              </a:r>
            </a:p>
          </p:txBody>
        </p:sp>
      </p:grpSp>
      <p:grpSp>
        <p:nvGrpSpPr>
          <p:cNvPr id="344077" name="Group 91">
            <a:extLst>
              <a:ext uri="{FF2B5EF4-FFF2-40B4-BE49-F238E27FC236}">
                <a16:creationId xmlns:a16="http://schemas.microsoft.com/office/drawing/2014/main" id="{59563813-B657-A812-5FF5-6382619EEB75}"/>
              </a:ext>
            </a:extLst>
          </p:cNvPr>
          <p:cNvGrpSpPr>
            <a:grpSpLocks/>
          </p:cNvGrpSpPr>
          <p:nvPr/>
        </p:nvGrpSpPr>
        <p:grpSpPr bwMode="auto">
          <a:xfrm>
            <a:off x="6172200" y="1676400"/>
            <a:ext cx="1676400" cy="1905000"/>
            <a:chOff x="3888" y="1056"/>
            <a:chExt cx="1056" cy="1200"/>
          </a:xfrm>
        </p:grpSpPr>
        <p:sp>
          <p:nvSpPr>
            <p:cNvPr id="344117" name="Line 60">
              <a:extLst>
                <a:ext uri="{FF2B5EF4-FFF2-40B4-BE49-F238E27FC236}">
                  <a16:creationId xmlns:a16="http://schemas.microsoft.com/office/drawing/2014/main" id="{C045351A-B0CC-D9BA-CC52-9681DA5F8AAB}"/>
                </a:ext>
              </a:extLst>
            </p:cNvPr>
            <p:cNvSpPr>
              <a:spLocks noChangeShapeType="1"/>
            </p:cNvSpPr>
            <p:nvPr/>
          </p:nvSpPr>
          <p:spPr bwMode="auto">
            <a:xfrm flipV="1">
              <a:off x="3888" y="1056"/>
              <a:ext cx="336" cy="62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44118" name="Group 90">
              <a:extLst>
                <a:ext uri="{FF2B5EF4-FFF2-40B4-BE49-F238E27FC236}">
                  <a16:creationId xmlns:a16="http://schemas.microsoft.com/office/drawing/2014/main" id="{4B927337-0641-EBA6-55F2-BAD6DD6E541F}"/>
                </a:ext>
              </a:extLst>
            </p:cNvPr>
            <p:cNvGrpSpPr>
              <a:grpSpLocks/>
            </p:cNvGrpSpPr>
            <p:nvPr/>
          </p:nvGrpSpPr>
          <p:grpSpPr bwMode="auto">
            <a:xfrm>
              <a:off x="3888" y="1680"/>
              <a:ext cx="1056" cy="576"/>
              <a:chOff x="3888" y="1680"/>
              <a:chExt cx="1056" cy="576"/>
            </a:xfrm>
          </p:grpSpPr>
          <p:sp>
            <p:nvSpPr>
              <p:cNvPr id="344120" name="Line 61">
                <a:extLst>
                  <a:ext uri="{FF2B5EF4-FFF2-40B4-BE49-F238E27FC236}">
                    <a16:creationId xmlns:a16="http://schemas.microsoft.com/office/drawing/2014/main" id="{CEBC1F2F-95C5-9C9E-851C-321BFDB753B5}"/>
                  </a:ext>
                </a:extLst>
              </p:cNvPr>
              <p:cNvSpPr>
                <a:spLocks noChangeShapeType="1"/>
              </p:cNvSpPr>
              <p:nvPr/>
            </p:nvSpPr>
            <p:spPr bwMode="auto">
              <a:xfrm>
                <a:off x="3888" y="1680"/>
                <a:ext cx="336" cy="576"/>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4121" name="Line 62">
                <a:extLst>
                  <a:ext uri="{FF2B5EF4-FFF2-40B4-BE49-F238E27FC236}">
                    <a16:creationId xmlns:a16="http://schemas.microsoft.com/office/drawing/2014/main" id="{9A943CDE-25F3-A5A2-87D3-E79FDE5B7F89}"/>
                  </a:ext>
                </a:extLst>
              </p:cNvPr>
              <p:cNvSpPr>
                <a:spLocks noChangeShapeType="1"/>
              </p:cNvSpPr>
              <p:nvPr/>
            </p:nvSpPr>
            <p:spPr bwMode="auto">
              <a:xfrm flipV="1">
                <a:off x="4608" y="1680"/>
                <a:ext cx="336" cy="576"/>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44119" name="Line 63">
              <a:extLst>
                <a:ext uri="{FF2B5EF4-FFF2-40B4-BE49-F238E27FC236}">
                  <a16:creationId xmlns:a16="http://schemas.microsoft.com/office/drawing/2014/main" id="{03159BC3-6306-4709-E3C4-2824A6E0BEF6}"/>
                </a:ext>
              </a:extLst>
            </p:cNvPr>
            <p:cNvSpPr>
              <a:spLocks noChangeShapeType="1"/>
            </p:cNvSpPr>
            <p:nvPr/>
          </p:nvSpPr>
          <p:spPr bwMode="auto">
            <a:xfrm flipH="1" flipV="1">
              <a:off x="4608" y="1056"/>
              <a:ext cx="336" cy="62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44078" name="Text Box 66">
            <a:extLst>
              <a:ext uri="{FF2B5EF4-FFF2-40B4-BE49-F238E27FC236}">
                <a16:creationId xmlns:a16="http://schemas.microsoft.com/office/drawing/2014/main" id="{5D3C9FE1-43EB-94F3-C48A-3D12F56B9B44}"/>
              </a:ext>
            </a:extLst>
          </p:cNvPr>
          <p:cNvSpPr txBox="1">
            <a:spLocks noChangeArrowheads="1"/>
          </p:cNvSpPr>
          <p:nvPr/>
        </p:nvSpPr>
        <p:spPr bwMode="auto">
          <a:xfrm>
            <a:off x="6629400" y="4419600"/>
            <a:ext cx="838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b="1">
                <a:solidFill>
                  <a:srgbClr val="1822CD"/>
                </a:solidFill>
              </a:rPr>
              <a:t>MO of He</a:t>
            </a:r>
            <a:r>
              <a:rPr lang="en-US" altLang="en-US" sz="2000" b="1" baseline="-25000">
                <a:solidFill>
                  <a:srgbClr val="1822CD"/>
                </a:solidFill>
              </a:rPr>
              <a:t>2</a:t>
            </a:r>
            <a:endParaRPr lang="en-US" altLang="en-US" sz="2000" b="1">
              <a:solidFill>
                <a:srgbClr val="1822CD"/>
              </a:solidFill>
            </a:endParaRPr>
          </a:p>
        </p:txBody>
      </p:sp>
      <p:grpSp>
        <p:nvGrpSpPr>
          <p:cNvPr id="344079" name="Group 86">
            <a:extLst>
              <a:ext uri="{FF2B5EF4-FFF2-40B4-BE49-F238E27FC236}">
                <a16:creationId xmlns:a16="http://schemas.microsoft.com/office/drawing/2014/main" id="{2241C0D5-8384-4F3B-6498-6E029EDC4C43}"/>
              </a:ext>
            </a:extLst>
          </p:cNvPr>
          <p:cNvGrpSpPr>
            <a:grpSpLocks/>
          </p:cNvGrpSpPr>
          <p:nvPr/>
        </p:nvGrpSpPr>
        <p:grpSpPr bwMode="auto">
          <a:xfrm>
            <a:off x="2362200" y="1371600"/>
            <a:ext cx="609600" cy="533400"/>
            <a:chOff x="1488" y="864"/>
            <a:chExt cx="384" cy="336"/>
          </a:xfrm>
        </p:grpSpPr>
        <p:sp>
          <p:nvSpPr>
            <p:cNvPr id="344115" name="Rectangle 11">
              <a:extLst>
                <a:ext uri="{FF2B5EF4-FFF2-40B4-BE49-F238E27FC236}">
                  <a16:creationId xmlns:a16="http://schemas.microsoft.com/office/drawing/2014/main" id="{3820A12A-CD17-AAB4-6A6E-38D85D9AE572}"/>
                </a:ext>
              </a:extLst>
            </p:cNvPr>
            <p:cNvSpPr>
              <a:spLocks noChangeArrowheads="1"/>
            </p:cNvSpPr>
            <p:nvPr/>
          </p:nvSpPr>
          <p:spPr bwMode="auto">
            <a:xfrm>
              <a:off x="1488" y="864"/>
              <a:ext cx="384" cy="336"/>
            </a:xfrm>
            <a:prstGeom prst="rect">
              <a:avLst/>
            </a:prstGeom>
            <a:solidFill>
              <a:srgbClr val="DA456B">
                <a:alpha val="50195"/>
              </a:srgb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4116" name="Line 72">
              <a:extLst>
                <a:ext uri="{FF2B5EF4-FFF2-40B4-BE49-F238E27FC236}">
                  <a16:creationId xmlns:a16="http://schemas.microsoft.com/office/drawing/2014/main" id="{03DFBB25-2FE4-5F69-E9CA-5682A174EF03}"/>
                </a:ext>
              </a:extLst>
            </p:cNvPr>
            <p:cNvSpPr>
              <a:spLocks noChangeShapeType="1"/>
            </p:cNvSpPr>
            <p:nvPr/>
          </p:nvSpPr>
          <p:spPr bwMode="auto">
            <a:xfrm flipV="1">
              <a:off x="1632" y="91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44080" name="Group 88">
            <a:extLst>
              <a:ext uri="{FF2B5EF4-FFF2-40B4-BE49-F238E27FC236}">
                <a16:creationId xmlns:a16="http://schemas.microsoft.com/office/drawing/2014/main" id="{38C1A682-C99A-4B14-7C3A-C1101F5F591F}"/>
              </a:ext>
            </a:extLst>
          </p:cNvPr>
          <p:cNvGrpSpPr>
            <a:grpSpLocks/>
          </p:cNvGrpSpPr>
          <p:nvPr/>
        </p:nvGrpSpPr>
        <p:grpSpPr bwMode="auto">
          <a:xfrm>
            <a:off x="5486400" y="2400300"/>
            <a:ext cx="838200" cy="2720975"/>
            <a:chOff x="3456" y="1512"/>
            <a:chExt cx="528" cy="1714"/>
          </a:xfrm>
        </p:grpSpPr>
        <p:sp>
          <p:nvSpPr>
            <p:cNvPr id="344110" name="Rectangle 53">
              <a:extLst>
                <a:ext uri="{FF2B5EF4-FFF2-40B4-BE49-F238E27FC236}">
                  <a16:creationId xmlns:a16="http://schemas.microsoft.com/office/drawing/2014/main" id="{E54844F7-5935-085D-2E26-FB92CB78A75A}"/>
                </a:ext>
              </a:extLst>
            </p:cNvPr>
            <p:cNvSpPr>
              <a:spLocks noChangeArrowheads="1"/>
            </p:cNvSpPr>
            <p:nvPr/>
          </p:nvSpPr>
          <p:spPr bwMode="auto">
            <a:xfrm>
              <a:off x="3504" y="1512"/>
              <a:ext cx="384" cy="336"/>
            </a:xfrm>
            <a:prstGeom prst="rect">
              <a:avLst/>
            </a:prstGeom>
            <a:solidFill>
              <a:srgbClr val="DA456B"/>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4111" name="Line 57">
              <a:extLst>
                <a:ext uri="{FF2B5EF4-FFF2-40B4-BE49-F238E27FC236}">
                  <a16:creationId xmlns:a16="http://schemas.microsoft.com/office/drawing/2014/main" id="{5F117A1D-9EFF-1D6D-0F27-2420767CB311}"/>
                </a:ext>
              </a:extLst>
            </p:cNvPr>
            <p:cNvSpPr>
              <a:spLocks noChangeShapeType="1"/>
            </p:cNvSpPr>
            <p:nvPr/>
          </p:nvSpPr>
          <p:spPr bwMode="auto">
            <a:xfrm flipV="1">
              <a:off x="3648" y="153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4112" name="Text Box 64">
              <a:extLst>
                <a:ext uri="{FF2B5EF4-FFF2-40B4-BE49-F238E27FC236}">
                  <a16:creationId xmlns:a16="http://schemas.microsoft.com/office/drawing/2014/main" id="{383CFFAB-A3BC-A617-EFF8-B01F38EBBF92}"/>
                </a:ext>
              </a:extLst>
            </p:cNvPr>
            <p:cNvSpPr txBox="1">
              <a:spLocks noChangeArrowheads="1"/>
            </p:cNvSpPr>
            <p:nvPr/>
          </p:nvSpPr>
          <p:spPr bwMode="auto">
            <a:xfrm>
              <a:off x="3456" y="2784"/>
              <a:ext cx="528"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a:solidFill>
                    <a:srgbClr val="1822CD"/>
                  </a:solidFill>
                  <a:latin typeface="Helvetica" panose="020B0604020202020204" pitchFamily="34" charset="0"/>
                </a:rPr>
                <a:t>AO of He</a:t>
              </a:r>
            </a:p>
          </p:txBody>
        </p:sp>
        <p:sp>
          <p:nvSpPr>
            <p:cNvPr id="344113" name="Text Box 70">
              <a:extLst>
                <a:ext uri="{FF2B5EF4-FFF2-40B4-BE49-F238E27FC236}">
                  <a16:creationId xmlns:a16="http://schemas.microsoft.com/office/drawing/2014/main" id="{B7E4A667-C6C2-F5BA-DA81-D20087D37F34}"/>
                </a:ext>
              </a:extLst>
            </p:cNvPr>
            <p:cNvSpPr txBox="1">
              <a:spLocks noChangeArrowheads="1"/>
            </p:cNvSpPr>
            <p:nvPr/>
          </p:nvSpPr>
          <p:spPr bwMode="auto">
            <a:xfrm>
              <a:off x="3504" y="187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1s</a:t>
              </a:r>
            </a:p>
          </p:txBody>
        </p:sp>
        <p:sp>
          <p:nvSpPr>
            <p:cNvPr id="344114" name="Line 73">
              <a:extLst>
                <a:ext uri="{FF2B5EF4-FFF2-40B4-BE49-F238E27FC236}">
                  <a16:creationId xmlns:a16="http://schemas.microsoft.com/office/drawing/2014/main" id="{359842F0-666F-DDD0-6EDA-C4C57EAE76B0}"/>
                </a:ext>
              </a:extLst>
            </p:cNvPr>
            <p:cNvSpPr>
              <a:spLocks noChangeShapeType="1"/>
            </p:cNvSpPr>
            <p:nvPr/>
          </p:nvSpPr>
          <p:spPr bwMode="auto">
            <a:xfrm>
              <a:off x="3744" y="1584"/>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44081" name="Group 89">
            <a:extLst>
              <a:ext uri="{FF2B5EF4-FFF2-40B4-BE49-F238E27FC236}">
                <a16:creationId xmlns:a16="http://schemas.microsoft.com/office/drawing/2014/main" id="{9D4DA106-5654-9BF5-DB4C-FC92926C5486}"/>
              </a:ext>
            </a:extLst>
          </p:cNvPr>
          <p:cNvGrpSpPr>
            <a:grpSpLocks/>
          </p:cNvGrpSpPr>
          <p:nvPr/>
        </p:nvGrpSpPr>
        <p:grpSpPr bwMode="auto">
          <a:xfrm>
            <a:off x="7772400" y="2362200"/>
            <a:ext cx="838200" cy="2759075"/>
            <a:chOff x="4896" y="1488"/>
            <a:chExt cx="528" cy="1738"/>
          </a:xfrm>
        </p:grpSpPr>
        <p:sp>
          <p:nvSpPr>
            <p:cNvPr id="344105" name="Rectangle 54">
              <a:extLst>
                <a:ext uri="{FF2B5EF4-FFF2-40B4-BE49-F238E27FC236}">
                  <a16:creationId xmlns:a16="http://schemas.microsoft.com/office/drawing/2014/main" id="{35F581A9-CB35-B8C2-3E4B-6037F522DD87}"/>
                </a:ext>
              </a:extLst>
            </p:cNvPr>
            <p:cNvSpPr>
              <a:spLocks noChangeArrowheads="1"/>
            </p:cNvSpPr>
            <p:nvPr/>
          </p:nvSpPr>
          <p:spPr bwMode="auto">
            <a:xfrm>
              <a:off x="4944" y="1488"/>
              <a:ext cx="384" cy="336"/>
            </a:xfrm>
            <a:prstGeom prst="rect">
              <a:avLst/>
            </a:prstGeom>
            <a:solidFill>
              <a:srgbClr val="DA456B"/>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4106" name="Line 56">
              <a:extLst>
                <a:ext uri="{FF2B5EF4-FFF2-40B4-BE49-F238E27FC236}">
                  <a16:creationId xmlns:a16="http://schemas.microsoft.com/office/drawing/2014/main" id="{0D0CD9FC-AAC1-EE31-1D45-870CBF07B111}"/>
                </a:ext>
              </a:extLst>
            </p:cNvPr>
            <p:cNvSpPr>
              <a:spLocks noChangeShapeType="1"/>
            </p:cNvSpPr>
            <p:nvPr/>
          </p:nvSpPr>
          <p:spPr bwMode="auto">
            <a:xfrm flipV="1">
              <a:off x="5088" y="153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4107" name="Text Box 65">
              <a:extLst>
                <a:ext uri="{FF2B5EF4-FFF2-40B4-BE49-F238E27FC236}">
                  <a16:creationId xmlns:a16="http://schemas.microsoft.com/office/drawing/2014/main" id="{99D92D5E-78AE-CB86-231D-4E2C52EDA689}"/>
                </a:ext>
              </a:extLst>
            </p:cNvPr>
            <p:cNvSpPr txBox="1">
              <a:spLocks noChangeArrowheads="1"/>
            </p:cNvSpPr>
            <p:nvPr/>
          </p:nvSpPr>
          <p:spPr bwMode="auto">
            <a:xfrm>
              <a:off x="4896" y="2784"/>
              <a:ext cx="528"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a:solidFill>
                    <a:srgbClr val="1822CD"/>
                  </a:solidFill>
                  <a:latin typeface="Helvetica" panose="020B0604020202020204" pitchFamily="34" charset="0"/>
                </a:rPr>
                <a:t>AO of He</a:t>
              </a:r>
            </a:p>
          </p:txBody>
        </p:sp>
        <p:sp>
          <p:nvSpPr>
            <p:cNvPr id="344108" name="Text Box 69">
              <a:extLst>
                <a:ext uri="{FF2B5EF4-FFF2-40B4-BE49-F238E27FC236}">
                  <a16:creationId xmlns:a16="http://schemas.microsoft.com/office/drawing/2014/main" id="{1BB92BDB-EEBC-D519-CCEA-FA61F89A15B7}"/>
                </a:ext>
              </a:extLst>
            </p:cNvPr>
            <p:cNvSpPr txBox="1">
              <a:spLocks noChangeArrowheads="1"/>
            </p:cNvSpPr>
            <p:nvPr/>
          </p:nvSpPr>
          <p:spPr bwMode="auto">
            <a:xfrm>
              <a:off x="4992" y="1824"/>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1s</a:t>
              </a:r>
            </a:p>
          </p:txBody>
        </p:sp>
        <p:sp>
          <p:nvSpPr>
            <p:cNvPr id="344109" name="Line 75">
              <a:extLst>
                <a:ext uri="{FF2B5EF4-FFF2-40B4-BE49-F238E27FC236}">
                  <a16:creationId xmlns:a16="http://schemas.microsoft.com/office/drawing/2014/main" id="{8AF86F6C-2BC1-22CF-C2FC-45ED8A30075C}"/>
                </a:ext>
              </a:extLst>
            </p:cNvPr>
            <p:cNvSpPr>
              <a:spLocks noChangeShapeType="1"/>
            </p:cNvSpPr>
            <p:nvPr/>
          </p:nvSpPr>
          <p:spPr bwMode="auto">
            <a:xfrm>
              <a:off x="5184" y="153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44082" name="Group 92">
            <a:extLst>
              <a:ext uri="{FF2B5EF4-FFF2-40B4-BE49-F238E27FC236}">
                <a16:creationId xmlns:a16="http://schemas.microsoft.com/office/drawing/2014/main" id="{9E152036-7DC3-7FFD-DAD7-7778D6778B0D}"/>
              </a:ext>
            </a:extLst>
          </p:cNvPr>
          <p:cNvGrpSpPr>
            <a:grpSpLocks/>
          </p:cNvGrpSpPr>
          <p:nvPr/>
        </p:nvGrpSpPr>
        <p:grpSpPr bwMode="auto">
          <a:xfrm>
            <a:off x="6705600" y="1371600"/>
            <a:ext cx="609600" cy="2957513"/>
            <a:chOff x="4224" y="864"/>
            <a:chExt cx="384" cy="1863"/>
          </a:xfrm>
        </p:grpSpPr>
        <p:sp>
          <p:nvSpPr>
            <p:cNvPr id="344097" name="Rectangle 52">
              <a:extLst>
                <a:ext uri="{FF2B5EF4-FFF2-40B4-BE49-F238E27FC236}">
                  <a16:creationId xmlns:a16="http://schemas.microsoft.com/office/drawing/2014/main" id="{8A3251BE-9E4B-ABC0-4BC8-8745AE1E0768}"/>
                </a:ext>
              </a:extLst>
            </p:cNvPr>
            <p:cNvSpPr>
              <a:spLocks noChangeArrowheads="1"/>
            </p:cNvSpPr>
            <p:nvPr/>
          </p:nvSpPr>
          <p:spPr bwMode="auto">
            <a:xfrm>
              <a:off x="4224" y="2112"/>
              <a:ext cx="384" cy="336"/>
            </a:xfrm>
            <a:prstGeom prst="rect">
              <a:avLst/>
            </a:prstGeom>
            <a:solidFill>
              <a:srgbClr val="DA456B"/>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4098" name="Rectangle 55">
              <a:extLst>
                <a:ext uri="{FF2B5EF4-FFF2-40B4-BE49-F238E27FC236}">
                  <a16:creationId xmlns:a16="http://schemas.microsoft.com/office/drawing/2014/main" id="{E8CAEDCF-0D5B-128F-5271-836BEBEE9743}"/>
                </a:ext>
              </a:extLst>
            </p:cNvPr>
            <p:cNvSpPr>
              <a:spLocks noChangeArrowheads="1"/>
            </p:cNvSpPr>
            <p:nvPr/>
          </p:nvSpPr>
          <p:spPr bwMode="auto">
            <a:xfrm>
              <a:off x="4224" y="864"/>
              <a:ext cx="384" cy="336"/>
            </a:xfrm>
            <a:prstGeom prst="rect">
              <a:avLst/>
            </a:prstGeom>
            <a:solidFill>
              <a:srgbClr val="DA456B"/>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4099" name="Line 58">
              <a:extLst>
                <a:ext uri="{FF2B5EF4-FFF2-40B4-BE49-F238E27FC236}">
                  <a16:creationId xmlns:a16="http://schemas.microsoft.com/office/drawing/2014/main" id="{1A1044D6-B629-7B2B-289A-E957A90C955D}"/>
                </a:ext>
              </a:extLst>
            </p:cNvPr>
            <p:cNvSpPr>
              <a:spLocks noChangeShapeType="1"/>
            </p:cNvSpPr>
            <p:nvPr/>
          </p:nvSpPr>
          <p:spPr bwMode="auto">
            <a:xfrm flipV="1">
              <a:off x="4344" y="2160"/>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4100" name="Line 59">
              <a:extLst>
                <a:ext uri="{FF2B5EF4-FFF2-40B4-BE49-F238E27FC236}">
                  <a16:creationId xmlns:a16="http://schemas.microsoft.com/office/drawing/2014/main" id="{60517DE0-C0F6-811C-96C6-8E5238AE0B33}"/>
                </a:ext>
              </a:extLst>
            </p:cNvPr>
            <p:cNvSpPr>
              <a:spLocks noChangeShapeType="1"/>
            </p:cNvSpPr>
            <p:nvPr/>
          </p:nvSpPr>
          <p:spPr bwMode="auto">
            <a:xfrm>
              <a:off x="4440" y="2160"/>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4101" name="Text Box 67">
              <a:extLst>
                <a:ext uri="{FF2B5EF4-FFF2-40B4-BE49-F238E27FC236}">
                  <a16:creationId xmlns:a16="http://schemas.microsoft.com/office/drawing/2014/main" id="{BD7F811F-BE15-164E-B1B2-BB122B760353}"/>
                </a:ext>
              </a:extLst>
            </p:cNvPr>
            <p:cNvSpPr txBox="1">
              <a:spLocks noChangeArrowheads="1"/>
            </p:cNvSpPr>
            <p:nvPr/>
          </p:nvSpPr>
          <p:spPr bwMode="auto">
            <a:xfrm>
              <a:off x="4224" y="124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a:latin typeface="Symbol" panose="05050102010706020507" pitchFamily="18" charset="2"/>
                </a:rPr>
                <a:t>s</a:t>
              </a:r>
              <a:r>
                <a:rPr lang="en-US" altLang="en-US" sz="1800"/>
                <a:t>*</a:t>
              </a:r>
              <a:r>
                <a:rPr lang="en-US" altLang="en-US" sz="1800" baseline="-25000"/>
                <a:t>1s</a:t>
              </a:r>
              <a:endParaRPr lang="en-US" altLang="en-US" sz="1800"/>
            </a:p>
          </p:txBody>
        </p:sp>
        <p:sp>
          <p:nvSpPr>
            <p:cNvPr id="344102" name="Text Box 68">
              <a:extLst>
                <a:ext uri="{FF2B5EF4-FFF2-40B4-BE49-F238E27FC236}">
                  <a16:creationId xmlns:a16="http://schemas.microsoft.com/office/drawing/2014/main" id="{898BAF97-A58D-FFE2-F848-1E6D625248FF}"/>
                </a:ext>
              </a:extLst>
            </p:cNvPr>
            <p:cNvSpPr txBox="1">
              <a:spLocks noChangeArrowheads="1"/>
            </p:cNvSpPr>
            <p:nvPr/>
          </p:nvSpPr>
          <p:spPr bwMode="auto">
            <a:xfrm>
              <a:off x="4224" y="2496"/>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a:latin typeface="Symbol" panose="05050102010706020507" pitchFamily="18" charset="2"/>
                </a:rPr>
                <a:t>s</a:t>
              </a:r>
              <a:r>
                <a:rPr lang="en-US" altLang="en-US" sz="1800" baseline="-25000"/>
                <a:t>1s</a:t>
              </a:r>
              <a:endParaRPr lang="en-US" altLang="en-US" sz="1800"/>
            </a:p>
          </p:txBody>
        </p:sp>
        <p:sp>
          <p:nvSpPr>
            <p:cNvPr id="344103" name="Line 74">
              <a:extLst>
                <a:ext uri="{FF2B5EF4-FFF2-40B4-BE49-F238E27FC236}">
                  <a16:creationId xmlns:a16="http://schemas.microsoft.com/office/drawing/2014/main" id="{DAD13DD7-FB35-101C-7CE1-7129AD3FFAAE}"/>
                </a:ext>
              </a:extLst>
            </p:cNvPr>
            <p:cNvSpPr>
              <a:spLocks noChangeShapeType="1"/>
            </p:cNvSpPr>
            <p:nvPr/>
          </p:nvSpPr>
          <p:spPr bwMode="auto">
            <a:xfrm>
              <a:off x="4464" y="91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4104" name="Line 76">
              <a:extLst>
                <a:ext uri="{FF2B5EF4-FFF2-40B4-BE49-F238E27FC236}">
                  <a16:creationId xmlns:a16="http://schemas.microsoft.com/office/drawing/2014/main" id="{EAB29C98-0DC8-E9D5-AAED-7F5298154F47}"/>
                </a:ext>
              </a:extLst>
            </p:cNvPr>
            <p:cNvSpPr>
              <a:spLocks noChangeShapeType="1"/>
            </p:cNvSpPr>
            <p:nvPr/>
          </p:nvSpPr>
          <p:spPr bwMode="auto">
            <a:xfrm flipV="1">
              <a:off x="4368" y="91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44083" name="Group 94">
            <a:extLst>
              <a:ext uri="{FF2B5EF4-FFF2-40B4-BE49-F238E27FC236}">
                <a16:creationId xmlns:a16="http://schemas.microsoft.com/office/drawing/2014/main" id="{599900F9-E0B7-8DB4-01FE-789A68C1D600}"/>
              </a:ext>
            </a:extLst>
          </p:cNvPr>
          <p:cNvGrpSpPr>
            <a:grpSpLocks/>
          </p:cNvGrpSpPr>
          <p:nvPr/>
        </p:nvGrpSpPr>
        <p:grpSpPr bwMode="auto">
          <a:xfrm>
            <a:off x="4724400" y="1219200"/>
            <a:ext cx="533400" cy="4343400"/>
            <a:chOff x="2976" y="768"/>
            <a:chExt cx="336" cy="2736"/>
          </a:xfrm>
        </p:grpSpPr>
        <p:sp>
          <p:nvSpPr>
            <p:cNvPr id="344095" name="Line 50">
              <a:extLst>
                <a:ext uri="{FF2B5EF4-FFF2-40B4-BE49-F238E27FC236}">
                  <a16:creationId xmlns:a16="http://schemas.microsoft.com/office/drawing/2014/main" id="{8A6723DB-70AA-7047-5CD1-4762105B55D4}"/>
                </a:ext>
              </a:extLst>
            </p:cNvPr>
            <p:cNvSpPr>
              <a:spLocks noChangeShapeType="1"/>
            </p:cNvSpPr>
            <p:nvPr/>
          </p:nvSpPr>
          <p:spPr bwMode="auto">
            <a:xfrm flipV="1">
              <a:off x="3312" y="768"/>
              <a:ext cx="0" cy="27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4096" name="Text Box 51">
              <a:extLst>
                <a:ext uri="{FF2B5EF4-FFF2-40B4-BE49-F238E27FC236}">
                  <a16:creationId xmlns:a16="http://schemas.microsoft.com/office/drawing/2014/main" id="{422497F5-84D6-AC12-4377-FAA803F6BF87}"/>
                </a:ext>
              </a:extLst>
            </p:cNvPr>
            <p:cNvSpPr txBox="1">
              <a:spLocks noChangeArrowheads="1"/>
            </p:cNvSpPr>
            <p:nvPr/>
          </p:nvSpPr>
          <p:spPr bwMode="auto">
            <a:xfrm rot="-5400000">
              <a:off x="2789" y="1813"/>
              <a:ext cx="6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a:t>Energy</a:t>
              </a:r>
            </a:p>
          </p:txBody>
        </p:sp>
      </p:grpSp>
      <p:sp>
        <p:nvSpPr>
          <p:cNvPr id="344084" name="Text Box 77">
            <a:extLst>
              <a:ext uri="{FF2B5EF4-FFF2-40B4-BE49-F238E27FC236}">
                <a16:creationId xmlns:a16="http://schemas.microsoft.com/office/drawing/2014/main" id="{D07ABEB3-8EAB-134C-7717-7D412B65D05D}"/>
              </a:ext>
            </a:extLst>
          </p:cNvPr>
          <p:cNvSpPr txBox="1">
            <a:spLocks noChangeArrowheads="1"/>
          </p:cNvSpPr>
          <p:nvPr/>
        </p:nvSpPr>
        <p:spPr bwMode="auto">
          <a:xfrm>
            <a:off x="1676400" y="5562600"/>
            <a:ext cx="2590800" cy="366713"/>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b="1">
                <a:solidFill>
                  <a:srgbClr val="1822CD"/>
                </a:solidFill>
              </a:rPr>
              <a:t>He</a:t>
            </a:r>
            <a:r>
              <a:rPr lang="en-US" altLang="en-US" sz="2000" b="1" baseline="-25000">
                <a:solidFill>
                  <a:srgbClr val="1822CD"/>
                </a:solidFill>
              </a:rPr>
              <a:t>2</a:t>
            </a:r>
            <a:r>
              <a:rPr lang="en-US" altLang="en-US" sz="2000" b="1" baseline="30000">
                <a:solidFill>
                  <a:srgbClr val="1822CD"/>
                </a:solidFill>
              </a:rPr>
              <a:t>+</a:t>
            </a:r>
            <a:r>
              <a:rPr lang="en-US" altLang="en-US" sz="1800" b="1">
                <a:solidFill>
                  <a:srgbClr val="1822CD"/>
                </a:solidFill>
              </a:rPr>
              <a:t> bond order </a:t>
            </a:r>
            <a:r>
              <a:rPr lang="en-US" altLang="en-US" sz="1800">
                <a:solidFill>
                  <a:srgbClr val="1822CD"/>
                </a:solidFill>
              </a:rPr>
              <a:t>=</a:t>
            </a:r>
            <a:r>
              <a:rPr lang="en-US" altLang="en-US" sz="1800" b="1">
                <a:solidFill>
                  <a:srgbClr val="1822CD"/>
                </a:solidFill>
              </a:rPr>
              <a:t> 1/2</a:t>
            </a:r>
          </a:p>
        </p:txBody>
      </p:sp>
      <p:sp>
        <p:nvSpPr>
          <p:cNvPr id="344085" name="Text Box 78">
            <a:extLst>
              <a:ext uri="{FF2B5EF4-FFF2-40B4-BE49-F238E27FC236}">
                <a16:creationId xmlns:a16="http://schemas.microsoft.com/office/drawing/2014/main" id="{293A4985-3BA1-0BCA-466F-C75A46C8EAD1}"/>
              </a:ext>
            </a:extLst>
          </p:cNvPr>
          <p:cNvSpPr txBox="1">
            <a:spLocks noChangeArrowheads="1"/>
          </p:cNvSpPr>
          <p:nvPr/>
        </p:nvSpPr>
        <p:spPr bwMode="auto">
          <a:xfrm>
            <a:off x="6019800" y="5562600"/>
            <a:ext cx="2362200" cy="366713"/>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b="1">
                <a:solidFill>
                  <a:srgbClr val="1822CD"/>
                </a:solidFill>
              </a:rPr>
              <a:t>He</a:t>
            </a:r>
            <a:r>
              <a:rPr lang="en-US" altLang="en-US" sz="2000" b="1" baseline="-25000">
                <a:solidFill>
                  <a:srgbClr val="1822CD"/>
                </a:solidFill>
              </a:rPr>
              <a:t>2</a:t>
            </a:r>
            <a:r>
              <a:rPr lang="en-US" altLang="en-US" sz="1800" b="1">
                <a:solidFill>
                  <a:srgbClr val="1822CD"/>
                </a:solidFill>
              </a:rPr>
              <a:t> bond order </a:t>
            </a:r>
            <a:r>
              <a:rPr lang="en-US" altLang="en-US" sz="1800">
                <a:solidFill>
                  <a:srgbClr val="1822CD"/>
                </a:solidFill>
              </a:rPr>
              <a:t>=</a:t>
            </a:r>
            <a:r>
              <a:rPr lang="en-US" altLang="en-US" sz="1800" b="1">
                <a:solidFill>
                  <a:srgbClr val="1822CD"/>
                </a:solidFill>
              </a:rPr>
              <a:t> 0</a:t>
            </a:r>
            <a:endParaRPr lang="en-US" altLang="en-US" sz="1800" b="1"/>
          </a:p>
        </p:txBody>
      </p:sp>
      <p:grpSp>
        <p:nvGrpSpPr>
          <p:cNvPr id="344086" name="Group 93">
            <a:extLst>
              <a:ext uri="{FF2B5EF4-FFF2-40B4-BE49-F238E27FC236}">
                <a16:creationId xmlns:a16="http://schemas.microsoft.com/office/drawing/2014/main" id="{B81868C5-7237-9E2C-96D9-9FE14B8D52AA}"/>
              </a:ext>
            </a:extLst>
          </p:cNvPr>
          <p:cNvGrpSpPr>
            <a:grpSpLocks/>
          </p:cNvGrpSpPr>
          <p:nvPr/>
        </p:nvGrpSpPr>
        <p:grpSpPr bwMode="auto">
          <a:xfrm>
            <a:off x="1143000" y="2362200"/>
            <a:ext cx="838200" cy="2720975"/>
            <a:chOff x="720" y="1512"/>
            <a:chExt cx="528" cy="1714"/>
          </a:xfrm>
        </p:grpSpPr>
        <p:grpSp>
          <p:nvGrpSpPr>
            <p:cNvPr id="344089" name="Group 79">
              <a:extLst>
                <a:ext uri="{FF2B5EF4-FFF2-40B4-BE49-F238E27FC236}">
                  <a16:creationId xmlns:a16="http://schemas.microsoft.com/office/drawing/2014/main" id="{4A3422D9-2F42-DD20-AB07-4F54868F91B8}"/>
                </a:ext>
              </a:extLst>
            </p:cNvPr>
            <p:cNvGrpSpPr>
              <a:grpSpLocks/>
            </p:cNvGrpSpPr>
            <p:nvPr/>
          </p:nvGrpSpPr>
          <p:grpSpPr bwMode="auto">
            <a:xfrm>
              <a:off x="720" y="1512"/>
              <a:ext cx="528" cy="1714"/>
              <a:chOff x="720" y="1512"/>
              <a:chExt cx="528" cy="1714"/>
            </a:xfrm>
          </p:grpSpPr>
          <p:sp>
            <p:nvSpPr>
              <p:cNvPr id="344092" name="Rectangle 9">
                <a:extLst>
                  <a:ext uri="{FF2B5EF4-FFF2-40B4-BE49-F238E27FC236}">
                    <a16:creationId xmlns:a16="http://schemas.microsoft.com/office/drawing/2014/main" id="{C531CB8D-28C3-B2CF-3E6E-27096454DCB5}"/>
                  </a:ext>
                </a:extLst>
              </p:cNvPr>
              <p:cNvSpPr>
                <a:spLocks noChangeArrowheads="1"/>
              </p:cNvSpPr>
              <p:nvPr/>
            </p:nvSpPr>
            <p:spPr bwMode="auto">
              <a:xfrm>
                <a:off x="768" y="1512"/>
                <a:ext cx="384" cy="336"/>
              </a:xfrm>
              <a:prstGeom prst="rect">
                <a:avLst/>
              </a:prstGeom>
              <a:solidFill>
                <a:srgbClr val="DA456B"/>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4093" name="Text Box 20">
                <a:extLst>
                  <a:ext uri="{FF2B5EF4-FFF2-40B4-BE49-F238E27FC236}">
                    <a16:creationId xmlns:a16="http://schemas.microsoft.com/office/drawing/2014/main" id="{2DEFA3E3-3A16-DBA5-571B-ECF1915C75D5}"/>
                  </a:ext>
                </a:extLst>
              </p:cNvPr>
              <p:cNvSpPr txBox="1">
                <a:spLocks noChangeArrowheads="1"/>
              </p:cNvSpPr>
              <p:nvPr/>
            </p:nvSpPr>
            <p:spPr bwMode="auto">
              <a:xfrm>
                <a:off x="720" y="2784"/>
                <a:ext cx="528"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a:solidFill>
                      <a:srgbClr val="6C18B0"/>
                    </a:solidFill>
                    <a:latin typeface="Helvetica" panose="020B0604020202020204" pitchFamily="34" charset="0"/>
                  </a:rPr>
                  <a:t>AO of He</a:t>
                </a:r>
                <a:endParaRPr lang="en-US" altLang="en-US" sz="2000" b="1">
                  <a:latin typeface="Helvetica" panose="020B0604020202020204" pitchFamily="34" charset="0"/>
                </a:endParaRPr>
              </a:p>
            </p:txBody>
          </p:sp>
          <p:sp>
            <p:nvSpPr>
              <p:cNvPr id="344094" name="Text Box 26">
                <a:extLst>
                  <a:ext uri="{FF2B5EF4-FFF2-40B4-BE49-F238E27FC236}">
                    <a16:creationId xmlns:a16="http://schemas.microsoft.com/office/drawing/2014/main" id="{C34B9773-D429-9F39-92A6-EF276AA437C9}"/>
                  </a:ext>
                </a:extLst>
              </p:cNvPr>
              <p:cNvSpPr txBox="1">
                <a:spLocks noChangeArrowheads="1"/>
              </p:cNvSpPr>
              <p:nvPr/>
            </p:nvSpPr>
            <p:spPr bwMode="auto">
              <a:xfrm>
                <a:off x="768" y="187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1s</a:t>
                </a:r>
              </a:p>
            </p:txBody>
          </p:sp>
        </p:grpSp>
        <p:sp>
          <p:nvSpPr>
            <p:cNvPr id="344090" name="Line 71">
              <a:extLst>
                <a:ext uri="{FF2B5EF4-FFF2-40B4-BE49-F238E27FC236}">
                  <a16:creationId xmlns:a16="http://schemas.microsoft.com/office/drawing/2014/main" id="{8C2B397F-A6F5-B786-7845-C25812304476}"/>
                </a:ext>
              </a:extLst>
            </p:cNvPr>
            <p:cNvSpPr>
              <a:spLocks noChangeShapeType="1"/>
            </p:cNvSpPr>
            <p:nvPr/>
          </p:nvSpPr>
          <p:spPr bwMode="auto">
            <a:xfrm>
              <a:off x="1008" y="153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4091" name="Line 80">
              <a:extLst>
                <a:ext uri="{FF2B5EF4-FFF2-40B4-BE49-F238E27FC236}">
                  <a16:creationId xmlns:a16="http://schemas.microsoft.com/office/drawing/2014/main" id="{2ED71158-EC20-999D-2D1A-CF23D8F2A99A}"/>
                </a:ext>
              </a:extLst>
            </p:cNvPr>
            <p:cNvSpPr>
              <a:spLocks noChangeShapeType="1"/>
            </p:cNvSpPr>
            <p:nvPr/>
          </p:nvSpPr>
          <p:spPr bwMode="auto">
            <a:xfrm flipV="1">
              <a:off x="912" y="153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44087" name="Text Box 95">
            <a:extLst>
              <a:ext uri="{FF2B5EF4-FFF2-40B4-BE49-F238E27FC236}">
                <a16:creationId xmlns:a16="http://schemas.microsoft.com/office/drawing/2014/main" id="{0FFBEF30-2207-DBA4-C412-4B4840E0C30C}"/>
              </a:ext>
            </a:extLst>
          </p:cNvPr>
          <p:cNvSpPr txBox="1">
            <a:spLocks noChangeArrowheads="1"/>
          </p:cNvSpPr>
          <p:nvPr/>
        </p:nvSpPr>
        <p:spPr bwMode="auto">
          <a:xfrm>
            <a:off x="2209800" y="5943600"/>
            <a:ext cx="12557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a:latin typeface="Helvetica" panose="020B0604020202020204" pitchFamily="34" charset="0"/>
              </a:rPr>
              <a:t>can exist!</a:t>
            </a:r>
            <a:endParaRPr lang="en-US" altLang="en-US"/>
          </a:p>
        </p:txBody>
      </p:sp>
      <p:sp>
        <p:nvSpPr>
          <p:cNvPr id="344088" name="Text Box 96">
            <a:extLst>
              <a:ext uri="{FF2B5EF4-FFF2-40B4-BE49-F238E27FC236}">
                <a16:creationId xmlns:a16="http://schemas.microsoft.com/office/drawing/2014/main" id="{40DF1CC7-DB8A-B1B4-AF2A-1E0812BE3B9D}"/>
              </a:ext>
            </a:extLst>
          </p:cNvPr>
          <p:cNvSpPr txBox="1">
            <a:spLocks noChangeArrowheads="1"/>
          </p:cNvSpPr>
          <p:nvPr/>
        </p:nvSpPr>
        <p:spPr bwMode="auto">
          <a:xfrm>
            <a:off x="6400800" y="5943600"/>
            <a:ext cx="16081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a:latin typeface="Helvetica" panose="020B0604020202020204" pitchFamily="34" charset="0"/>
              </a:rPr>
              <a:t>cannot exist!</a:t>
            </a:r>
            <a:endParaRPr lang="en-US" altLang="en-US"/>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5090" name="Group 4">
            <a:extLst>
              <a:ext uri="{FF2B5EF4-FFF2-40B4-BE49-F238E27FC236}">
                <a16:creationId xmlns:a16="http://schemas.microsoft.com/office/drawing/2014/main" id="{43D3E6D0-1686-CBC3-F59D-FDC564B89AB9}"/>
              </a:ext>
            </a:extLst>
          </p:cNvPr>
          <p:cNvGrpSpPr>
            <a:grpSpLocks/>
          </p:cNvGrpSpPr>
          <p:nvPr/>
        </p:nvGrpSpPr>
        <p:grpSpPr bwMode="auto">
          <a:xfrm>
            <a:off x="914400" y="723900"/>
            <a:ext cx="7315200" cy="5448300"/>
            <a:chOff x="576" y="456"/>
            <a:chExt cx="4608" cy="3432"/>
          </a:xfrm>
        </p:grpSpPr>
        <p:pic>
          <p:nvPicPr>
            <p:cNvPr id="345092" name="Picture 2" descr="10_26">
              <a:extLst>
                <a:ext uri="{FF2B5EF4-FFF2-40B4-BE49-F238E27FC236}">
                  <a16:creationId xmlns:a16="http://schemas.microsoft.com/office/drawing/2014/main" id="{87304E5A-C8AB-1AFC-7E4A-315A2906D6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389"/>
            <a:stretch>
              <a:fillRect/>
            </a:stretch>
          </p:blipFill>
          <p:spPr bwMode="auto">
            <a:xfrm>
              <a:off x="576" y="480"/>
              <a:ext cx="4608" cy="3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5093" name="Rectangle 3">
              <a:extLst>
                <a:ext uri="{FF2B5EF4-FFF2-40B4-BE49-F238E27FC236}">
                  <a16:creationId xmlns:a16="http://schemas.microsoft.com/office/drawing/2014/main" id="{F34173F9-73C3-5DD0-F9FC-8661B7ACB373}"/>
                </a:ext>
              </a:extLst>
            </p:cNvPr>
            <p:cNvSpPr>
              <a:spLocks noChangeArrowheads="1"/>
            </p:cNvSpPr>
            <p:nvPr/>
          </p:nvSpPr>
          <p:spPr bwMode="auto">
            <a:xfrm>
              <a:off x="1488" y="456"/>
              <a:ext cx="2736"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endParaRPr lang="en-US" altLang="en-US"/>
            </a:p>
          </p:txBody>
        </p:sp>
      </p:grpSp>
      <p:sp>
        <p:nvSpPr>
          <p:cNvPr id="345091" name="Text Box 5">
            <a:extLst>
              <a:ext uri="{FF2B5EF4-FFF2-40B4-BE49-F238E27FC236}">
                <a16:creationId xmlns:a16="http://schemas.microsoft.com/office/drawing/2014/main" id="{5B33996F-479C-98C0-432C-ABE1F8D6A8C9}"/>
              </a:ext>
            </a:extLst>
          </p:cNvPr>
          <p:cNvSpPr txBox="1">
            <a:spLocks noChangeArrowheads="1"/>
          </p:cNvSpPr>
          <p:nvPr/>
        </p:nvSpPr>
        <p:spPr bwMode="auto">
          <a:xfrm>
            <a:off x="8389938" y="6384925"/>
            <a:ext cx="677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eaLnBrk="1" hangingPunct="1">
              <a:spcBef>
                <a:spcPct val="50000"/>
              </a:spcBef>
            </a:pPr>
            <a:r>
              <a:rPr lang="en-US" altLang="en-US" sz="2000"/>
              <a:t>10.6</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5">
            <a:extLst>
              <a:ext uri="{FF2B5EF4-FFF2-40B4-BE49-F238E27FC236}">
                <a16:creationId xmlns:a16="http://schemas.microsoft.com/office/drawing/2014/main" id="{94568A21-5330-A3D6-84B0-D3F4FDD0EF14}"/>
              </a:ext>
            </a:extLst>
          </p:cNvPr>
          <p:cNvSpPr>
            <a:spLocks noChangeArrowheads="1"/>
          </p:cNvSpPr>
          <p:nvPr/>
        </p:nvSpPr>
        <p:spPr bwMode="auto">
          <a:xfrm>
            <a:off x="2362200" y="304800"/>
            <a:ext cx="609600" cy="53340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DA456B">
                    <a:alpha val="50195"/>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grpSp>
        <p:nvGrpSpPr>
          <p:cNvPr id="346115" name="Group 97">
            <a:extLst>
              <a:ext uri="{FF2B5EF4-FFF2-40B4-BE49-F238E27FC236}">
                <a16:creationId xmlns:a16="http://schemas.microsoft.com/office/drawing/2014/main" id="{1755EBC0-3B28-310F-1CA2-0050867EC5B8}"/>
              </a:ext>
            </a:extLst>
          </p:cNvPr>
          <p:cNvGrpSpPr>
            <a:grpSpLocks/>
          </p:cNvGrpSpPr>
          <p:nvPr/>
        </p:nvGrpSpPr>
        <p:grpSpPr bwMode="auto">
          <a:xfrm>
            <a:off x="2362200" y="2286000"/>
            <a:ext cx="609600" cy="533400"/>
            <a:chOff x="1488" y="1440"/>
            <a:chExt cx="384" cy="336"/>
          </a:xfrm>
        </p:grpSpPr>
        <p:sp>
          <p:nvSpPr>
            <p:cNvPr id="346212" name="Rectangle 22">
              <a:extLst>
                <a:ext uri="{FF2B5EF4-FFF2-40B4-BE49-F238E27FC236}">
                  <a16:creationId xmlns:a16="http://schemas.microsoft.com/office/drawing/2014/main" id="{C7CC1D49-3C9F-C943-01EF-A7A31E4D1D5C}"/>
                </a:ext>
              </a:extLst>
            </p:cNvPr>
            <p:cNvSpPr>
              <a:spLocks noChangeArrowheads="1"/>
            </p:cNvSpPr>
            <p:nvPr/>
          </p:nvSpPr>
          <p:spPr bwMode="auto">
            <a:xfrm>
              <a:off x="1488" y="1440"/>
              <a:ext cx="384" cy="336"/>
            </a:xfrm>
            <a:prstGeom prst="rect">
              <a:avLst/>
            </a:prstGeom>
            <a:solidFill>
              <a:srgbClr val="8C613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6213" name="Line 28">
              <a:extLst>
                <a:ext uri="{FF2B5EF4-FFF2-40B4-BE49-F238E27FC236}">
                  <a16:creationId xmlns:a16="http://schemas.microsoft.com/office/drawing/2014/main" id="{FE234859-6D1B-955C-10E0-2CB113FBF46A}"/>
                </a:ext>
              </a:extLst>
            </p:cNvPr>
            <p:cNvSpPr>
              <a:spLocks noChangeShapeType="1"/>
            </p:cNvSpPr>
            <p:nvPr/>
          </p:nvSpPr>
          <p:spPr bwMode="auto">
            <a:xfrm flipV="1">
              <a:off x="1608" y="1488"/>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214" name="Line 29">
              <a:extLst>
                <a:ext uri="{FF2B5EF4-FFF2-40B4-BE49-F238E27FC236}">
                  <a16:creationId xmlns:a16="http://schemas.microsoft.com/office/drawing/2014/main" id="{4CA4881B-3DCD-DB14-48AB-84628D63B4B3}"/>
                </a:ext>
              </a:extLst>
            </p:cNvPr>
            <p:cNvSpPr>
              <a:spLocks noChangeShapeType="1"/>
            </p:cNvSpPr>
            <p:nvPr/>
          </p:nvSpPr>
          <p:spPr bwMode="auto">
            <a:xfrm>
              <a:off x="1704" y="1488"/>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46116" name="Group 95">
            <a:extLst>
              <a:ext uri="{FF2B5EF4-FFF2-40B4-BE49-F238E27FC236}">
                <a16:creationId xmlns:a16="http://schemas.microsoft.com/office/drawing/2014/main" id="{082B484A-D555-B8A5-BFAF-83D058232478}"/>
              </a:ext>
            </a:extLst>
          </p:cNvPr>
          <p:cNvGrpSpPr>
            <a:grpSpLocks/>
          </p:cNvGrpSpPr>
          <p:nvPr/>
        </p:nvGrpSpPr>
        <p:grpSpPr bwMode="auto">
          <a:xfrm>
            <a:off x="1828800" y="609600"/>
            <a:ext cx="1676400" cy="1905000"/>
            <a:chOff x="1152" y="384"/>
            <a:chExt cx="1056" cy="1200"/>
          </a:xfrm>
        </p:grpSpPr>
        <p:grpSp>
          <p:nvGrpSpPr>
            <p:cNvPr id="346206" name="Group 93">
              <a:extLst>
                <a:ext uri="{FF2B5EF4-FFF2-40B4-BE49-F238E27FC236}">
                  <a16:creationId xmlns:a16="http://schemas.microsoft.com/office/drawing/2014/main" id="{00F62205-05A6-9D51-90B3-7F0E5C2DD84D}"/>
                </a:ext>
              </a:extLst>
            </p:cNvPr>
            <p:cNvGrpSpPr>
              <a:grpSpLocks/>
            </p:cNvGrpSpPr>
            <p:nvPr/>
          </p:nvGrpSpPr>
          <p:grpSpPr bwMode="auto">
            <a:xfrm>
              <a:off x="1152" y="1008"/>
              <a:ext cx="1056" cy="576"/>
              <a:chOff x="1152" y="1008"/>
              <a:chExt cx="1056" cy="576"/>
            </a:xfrm>
          </p:grpSpPr>
          <p:sp>
            <p:nvSpPr>
              <p:cNvPr id="346210" name="Line 31">
                <a:extLst>
                  <a:ext uri="{FF2B5EF4-FFF2-40B4-BE49-F238E27FC236}">
                    <a16:creationId xmlns:a16="http://schemas.microsoft.com/office/drawing/2014/main" id="{3E1B8E6D-CD36-05DC-16E8-50A423B61485}"/>
                  </a:ext>
                </a:extLst>
              </p:cNvPr>
              <p:cNvSpPr>
                <a:spLocks noChangeShapeType="1"/>
              </p:cNvSpPr>
              <p:nvPr/>
            </p:nvSpPr>
            <p:spPr bwMode="auto">
              <a:xfrm>
                <a:off x="1152" y="1008"/>
                <a:ext cx="336" cy="576"/>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211" name="Line 32">
                <a:extLst>
                  <a:ext uri="{FF2B5EF4-FFF2-40B4-BE49-F238E27FC236}">
                    <a16:creationId xmlns:a16="http://schemas.microsoft.com/office/drawing/2014/main" id="{3372C8C1-E854-772B-0922-7011E4A69DFC}"/>
                  </a:ext>
                </a:extLst>
              </p:cNvPr>
              <p:cNvSpPr>
                <a:spLocks noChangeShapeType="1"/>
              </p:cNvSpPr>
              <p:nvPr/>
            </p:nvSpPr>
            <p:spPr bwMode="auto">
              <a:xfrm flipV="1">
                <a:off x="1872" y="1008"/>
                <a:ext cx="336" cy="576"/>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46207" name="Group 94">
              <a:extLst>
                <a:ext uri="{FF2B5EF4-FFF2-40B4-BE49-F238E27FC236}">
                  <a16:creationId xmlns:a16="http://schemas.microsoft.com/office/drawing/2014/main" id="{91D112DC-8AA0-FE8D-D740-02533028F45A}"/>
                </a:ext>
              </a:extLst>
            </p:cNvPr>
            <p:cNvGrpSpPr>
              <a:grpSpLocks/>
            </p:cNvGrpSpPr>
            <p:nvPr/>
          </p:nvGrpSpPr>
          <p:grpSpPr bwMode="auto">
            <a:xfrm>
              <a:off x="1152" y="384"/>
              <a:ext cx="1056" cy="624"/>
              <a:chOff x="1152" y="384"/>
              <a:chExt cx="1056" cy="624"/>
            </a:xfrm>
          </p:grpSpPr>
          <p:sp>
            <p:nvSpPr>
              <p:cNvPr id="346208" name="Line 30">
                <a:extLst>
                  <a:ext uri="{FF2B5EF4-FFF2-40B4-BE49-F238E27FC236}">
                    <a16:creationId xmlns:a16="http://schemas.microsoft.com/office/drawing/2014/main" id="{C5CC4F3D-F50B-03F9-79A7-F76D77381B81}"/>
                  </a:ext>
                </a:extLst>
              </p:cNvPr>
              <p:cNvSpPr>
                <a:spLocks noChangeShapeType="1"/>
              </p:cNvSpPr>
              <p:nvPr/>
            </p:nvSpPr>
            <p:spPr bwMode="auto">
              <a:xfrm flipV="1">
                <a:off x="1152" y="384"/>
                <a:ext cx="336" cy="62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209" name="Line 33">
                <a:extLst>
                  <a:ext uri="{FF2B5EF4-FFF2-40B4-BE49-F238E27FC236}">
                    <a16:creationId xmlns:a16="http://schemas.microsoft.com/office/drawing/2014/main" id="{62315E0D-74EF-2CD6-855E-2C09003F3ADD}"/>
                  </a:ext>
                </a:extLst>
              </p:cNvPr>
              <p:cNvSpPr>
                <a:spLocks noChangeShapeType="1"/>
              </p:cNvSpPr>
              <p:nvPr/>
            </p:nvSpPr>
            <p:spPr bwMode="auto">
              <a:xfrm flipH="1" flipV="1">
                <a:off x="1872" y="384"/>
                <a:ext cx="336" cy="62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46117" name="Group 96">
            <a:extLst>
              <a:ext uri="{FF2B5EF4-FFF2-40B4-BE49-F238E27FC236}">
                <a16:creationId xmlns:a16="http://schemas.microsoft.com/office/drawing/2014/main" id="{B785A2FE-1C96-E496-EA65-CDFE851497C1}"/>
              </a:ext>
            </a:extLst>
          </p:cNvPr>
          <p:cNvGrpSpPr>
            <a:grpSpLocks/>
          </p:cNvGrpSpPr>
          <p:nvPr/>
        </p:nvGrpSpPr>
        <p:grpSpPr bwMode="auto">
          <a:xfrm>
            <a:off x="2362200" y="914400"/>
            <a:ext cx="609600" cy="2347913"/>
            <a:chOff x="1488" y="576"/>
            <a:chExt cx="384" cy="1479"/>
          </a:xfrm>
        </p:grpSpPr>
        <p:sp>
          <p:nvSpPr>
            <p:cNvPr id="346204" name="Text Box 34">
              <a:extLst>
                <a:ext uri="{FF2B5EF4-FFF2-40B4-BE49-F238E27FC236}">
                  <a16:creationId xmlns:a16="http://schemas.microsoft.com/office/drawing/2014/main" id="{9C105CDE-C727-8F44-722E-BA71E50DEAD9}"/>
                </a:ext>
              </a:extLst>
            </p:cNvPr>
            <p:cNvSpPr txBox="1">
              <a:spLocks noChangeArrowheads="1"/>
            </p:cNvSpPr>
            <p:nvPr/>
          </p:nvSpPr>
          <p:spPr bwMode="auto">
            <a:xfrm>
              <a:off x="1488" y="576"/>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a:latin typeface="Symbol" panose="05050102010706020507" pitchFamily="18" charset="2"/>
                </a:rPr>
                <a:t>s</a:t>
              </a:r>
              <a:r>
                <a:rPr lang="en-US" altLang="en-US" sz="1800"/>
                <a:t>*</a:t>
              </a:r>
              <a:r>
                <a:rPr lang="en-US" altLang="en-US" sz="2000" b="1" baseline="-25000"/>
                <a:t>2</a:t>
              </a:r>
              <a:r>
                <a:rPr lang="en-US" altLang="en-US" sz="2000" b="1" i="1" baseline="-25000"/>
                <a:t>s</a:t>
              </a:r>
              <a:endParaRPr lang="en-US" altLang="en-US" sz="1800"/>
            </a:p>
          </p:txBody>
        </p:sp>
        <p:sp>
          <p:nvSpPr>
            <p:cNvPr id="346205" name="Text Box 35">
              <a:extLst>
                <a:ext uri="{FF2B5EF4-FFF2-40B4-BE49-F238E27FC236}">
                  <a16:creationId xmlns:a16="http://schemas.microsoft.com/office/drawing/2014/main" id="{DC6F1DDA-F578-A853-8339-82F9A4356FC2}"/>
                </a:ext>
              </a:extLst>
            </p:cNvPr>
            <p:cNvSpPr txBox="1">
              <a:spLocks noChangeArrowheads="1"/>
            </p:cNvSpPr>
            <p:nvPr/>
          </p:nvSpPr>
          <p:spPr bwMode="auto">
            <a:xfrm>
              <a:off x="1488" y="1824"/>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a:latin typeface="Symbol" panose="05050102010706020507" pitchFamily="18" charset="2"/>
                </a:rPr>
                <a:t>s</a:t>
              </a:r>
              <a:r>
                <a:rPr lang="en-US" altLang="en-US" sz="2000" b="1" baseline="-25000"/>
                <a:t>2</a:t>
              </a:r>
              <a:r>
                <a:rPr lang="en-US" altLang="en-US" sz="2000" b="1" i="1" baseline="-25000"/>
                <a:t>s</a:t>
              </a:r>
              <a:endParaRPr lang="en-US" altLang="en-US" sz="1800"/>
            </a:p>
          </p:txBody>
        </p:sp>
      </p:grpSp>
      <p:grpSp>
        <p:nvGrpSpPr>
          <p:cNvPr id="346118" name="Group 92">
            <a:extLst>
              <a:ext uri="{FF2B5EF4-FFF2-40B4-BE49-F238E27FC236}">
                <a16:creationId xmlns:a16="http://schemas.microsoft.com/office/drawing/2014/main" id="{204D429A-5A3A-C07F-23E4-E27C83F578F5}"/>
              </a:ext>
            </a:extLst>
          </p:cNvPr>
          <p:cNvGrpSpPr>
            <a:grpSpLocks/>
          </p:cNvGrpSpPr>
          <p:nvPr/>
        </p:nvGrpSpPr>
        <p:grpSpPr bwMode="auto">
          <a:xfrm>
            <a:off x="3505200" y="1295400"/>
            <a:ext cx="609600" cy="900113"/>
            <a:chOff x="2208" y="816"/>
            <a:chExt cx="384" cy="567"/>
          </a:xfrm>
        </p:grpSpPr>
        <p:sp>
          <p:nvSpPr>
            <p:cNvPr id="346201" name="Rectangle 24">
              <a:extLst>
                <a:ext uri="{FF2B5EF4-FFF2-40B4-BE49-F238E27FC236}">
                  <a16:creationId xmlns:a16="http://schemas.microsoft.com/office/drawing/2014/main" id="{7D302AD5-4012-DB71-A24A-5C5F1872DABC}"/>
                </a:ext>
              </a:extLst>
            </p:cNvPr>
            <p:cNvSpPr>
              <a:spLocks noChangeArrowheads="1"/>
            </p:cNvSpPr>
            <p:nvPr/>
          </p:nvSpPr>
          <p:spPr bwMode="auto">
            <a:xfrm>
              <a:off x="2208" y="816"/>
              <a:ext cx="384" cy="336"/>
            </a:xfrm>
            <a:prstGeom prst="rect">
              <a:avLst/>
            </a:prstGeom>
            <a:solidFill>
              <a:srgbClr val="8C6136">
                <a:alpha val="50195"/>
              </a:srgb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6202" name="Line 26">
              <a:extLst>
                <a:ext uri="{FF2B5EF4-FFF2-40B4-BE49-F238E27FC236}">
                  <a16:creationId xmlns:a16="http://schemas.microsoft.com/office/drawing/2014/main" id="{0DA25F49-6F92-FC24-7A7E-AE484C2B9137}"/>
                </a:ext>
              </a:extLst>
            </p:cNvPr>
            <p:cNvSpPr>
              <a:spLocks noChangeShapeType="1"/>
            </p:cNvSpPr>
            <p:nvPr/>
          </p:nvSpPr>
          <p:spPr bwMode="auto">
            <a:xfrm flipV="1">
              <a:off x="2304" y="864"/>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203" name="Text Box 36">
              <a:extLst>
                <a:ext uri="{FF2B5EF4-FFF2-40B4-BE49-F238E27FC236}">
                  <a16:creationId xmlns:a16="http://schemas.microsoft.com/office/drawing/2014/main" id="{B9A7667C-29FC-D3ED-4198-2FF5B87B7644}"/>
                </a:ext>
              </a:extLst>
            </p:cNvPr>
            <p:cNvSpPr txBox="1">
              <a:spLocks noChangeArrowheads="1"/>
            </p:cNvSpPr>
            <p:nvPr/>
          </p:nvSpPr>
          <p:spPr bwMode="auto">
            <a:xfrm>
              <a:off x="2256" y="1152"/>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2</a:t>
              </a:r>
              <a:r>
                <a:rPr lang="en-US" altLang="en-US" sz="1800" i="1"/>
                <a:t>s</a:t>
              </a:r>
              <a:endParaRPr lang="en-US" altLang="en-US" sz="1800"/>
            </a:p>
          </p:txBody>
        </p:sp>
      </p:grpSp>
      <p:grpSp>
        <p:nvGrpSpPr>
          <p:cNvPr id="346119" name="Group 91">
            <a:extLst>
              <a:ext uri="{FF2B5EF4-FFF2-40B4-BE49-F238E27FC236}">
                <a16:creationId xmlns:a16="http://schemas.microsoft.com/office/drawing/2014/main" id="{CF17F40B-C596-082E-FC49-D7878E5E409F}"/>
              </a:ext>
            </a:extLst>
          </p:cNvPr>
          <p:cNvGrpSpPr>
            <a:grpSpLocks/>
          </p:cNvGrpSpPr>
          <p:nvPr/>
        </p:nvGrpSpPr>
        <p:grpSpPr bwMode="auto">
          <a:xfrm>
            <a:off x="1219200" y="1333500"/>
            <a:ext cx="609600" cy="938213"/>
            <a:chOff x="768" y="840"/>
            <a:chExt cx="384" cy="591"/>
          </a:xfrm>
        </p:grpSpPr>
        <p:sp>
          <p:nvSpPr>
            <p:cNvPr id="346198" name="Rectangle 23">
              <a:extLst>
                <a:ext uri="{FF2B5EF4-FFF2-40B4-BE49-F238E27FC236}">
                  <a16:creationId xmlns:a16="http://schemas.microsoft.com/office/drawing/2014/main" id="{FCDEF1AC-5822-62D8-BC5E-70FFA55C13B5}"/>
                </a:ext>
              </a:extLst>
            </p:cNvPr>
            <p:cNvSpPr>
              <a:spLocks noChangeArrowheads="1"/>
            </p:cNvSpPr>
            <p:nvPr/>
          </p:nvSpPr>
          <p:spPr bwMode="auto">
            <a:xfrm>
              <a:off x="768" y="840"/>
              <a:ext cx="384" cy="336"/>
            </a:xfrm>
            <a:prstGeom prst="rect">
              <a:avLst/>
            </a:prstGeom>
            <a:solidFill>
              <a:srgbClr val="8C6136">
                <a:alpha val="50195"/>
              </a:srgb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6199" name="Line 27">
              <a:extLst>
                <a:ext uri="{FF2B5EF4-FFF2-40B4-BE49-F238E27FC236}">
                  <a16:creationId xmlns:a16="http://schemas.microsoft.com/office/drawing/2014/main" id="{48784E7C-A6B7-522E-CFB1-43F77D65EBCC}"/>
                </a:ext>
              </a:extLst>
            </p:cNvPr>
            <p:cNvSpPr>
              <a:spLocks noChangeShapeType="1"/>
            </p:cNvSpPr>
            <p:nvPr/>
          </p:nvSpPr>
          <p:spPr bwMode="auto">
            <a:xfrm flipV="1">
              <a:off x="912" y="888"/>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200" name="Text Box 37">
              <a:extLst>
                <a:ext uri="{FF2B5EF4-FFF2-40B4-BE49-F238E27FC236}">
                  <a16:creationId xmlns:a16="http://schemas.microsoft.com/office/drawing/2014/main" id="{64126B53-AF93-77F8-E7D9-AEEF372F0CE7}"/>
                </a:ext>
              </a:extLst>
            </p:cNvPr>
            <p:cNvSpPr txBox="1">
              <a:spLocks noChangeArrowheads="1"/>
            </p:cNvSpPr>
            <p:nvPr/>
          </p:nvSpPr>
          <p:spPr bwMode="auto">
            <a:xfrm>
              <a:off x="768" y="1200"/>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2</a:t>
              </a:r>
              <a:r>
                <a:rPr lang="en-US" altLang="en-US" sz="1800" i="1"/>
                <a:t>s</a:t>
              </a:r>
              <a:endParaRPr lang="en-US" altLang="en-US" sz="1800"/>
            </a:p>
          </p:txBody>
        </p:sp>
      </p:grpSp>
      <p:grpSp>
        <p:nvGrpSpPr>
          <p:cNvPr id="346120" name="Group 106">
            <a:extLst>
              <a:ext uri="{FF2B5EF4-FFF2-40B4-BE49-F238E27FC236}">
                <a16:creationId xmlns:a16="http://schemas.microsoft.com/office/drawing/2014/main" id="{F51D08B6-986C-499F-1251-D8188E0A0983}"/>
              </a:ext>
            </a:extLst>
          </p:cNvPr>
          <p:cNvGrpSpPr>
            <a:grpSpLocks/>
          </p:cNvGrpSpPr>
          <p:nvPr/>
        </p:nvGrpSpPr>
        <p:grpSpPr bwMode="auto">
          <a:xfrm>
            <a:off x="1219200" y="3505200"/>
            <a:ext cx="2895600" cy="2957513"/>
            <a:chOff x="768" y="2208"/>
            <a:chExt cx="1824" cy="1863"/>
          </a:xfrm>
        </p:grpSpPr>
        <p:sp>
          <p:nvSpPr>
            <p:cNvPr id="346176" name="Text Box 19">
              <a:extLst>
                <a:ext uri="{FF2B5EF4-FFF2-40B4-BE49-F238E27FC236}">
                  <a16:creationId xmlns:a16="http://schemas.microsoft.com/office/drawing/2014/main" id="{9E9E4EDB-962B-780D-0F8A-283B0AD8B29F}"/>
                </a:ext>
              </a:extLst>
            </p:cNvPr>
            <p:cNvSpPr txBox="1">
              <a:spLocks noChangeArrowheads="1"/>
            </p:cNvSpPr>
            <p:nvPr/>
          </p:nvSpPr>
          <p:spPr bwMode="auto">
            <a:xfrm>
              <a:off x="768" y="3216"/>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1</a:t>
              </a:r>
              <a:r>
                <a:rPr lang="en-US" altLang="en-US" sz="1800" i="1"/>
                <a:t>s</a:t>
              </a:r>
              <a:endParaRPr lang="en-US" altLang="en-US" sz="1800"/>
            </a:p>
          </p:txBody>
        </p:sp>
        <p:grpSp>
          <p:nvGrpSpPr>
            <p:cNvPr id="346177" name="Group 105">
              <a:extLst>
                <a:ext uri="{FF2B5EF4-FFF2-40B4-BE49-F238E27FC236}">
                  <a16:creationId xmlns:a16="http://schemas.microsoft.com/office/drawing/2014/main" id="{69878930-E255-1D6E-7803-07A53B70362A}"/>
                </a:ext>
              </a:extLst>
            </p:cNvPr>
            <p:cNvGrpSpPr>
              <a:grpSpLocks/>
            </p:cNvGrpSpPr>
            <p:nvPr/>
          </p:nvGrpSpPr>
          <p:grpSpPr bwMode="auto">
            <a:xfrm>
              <a:off x="768" y="2208"/>
              <a:ext cx="1824" cy="1863"/>
              <a:chOff x="768" y="2208"/>
              <a:chExt cx="1824" cy="1863"/>
            </a:xfrm>
          </p:grpSpPr>
          <p:sp>
            <p:nvSpPr>
              <p:cNvPr id="346178" name="Rectangle 5">
                <a:extLst>
                  <a:ext uri="{FF2B5EF4-FFF2-40B4-BE49-F238E27FC236}">
                    <a16:creationId xmlns:a16="http://schemas.microsoft.com/office/drawing/2014/main" id="{3AC9A9CA-4C97-75AE-1268-693FC3D01ECB}"/>
                  </a:ext>
                </a:extLst>
              </p:cNvPr>
              <p:cNvSpPr>
                <a:spLocks noChangeArrowheads="1"/>
              </p:cNvSpPr>
              <p:nvPr/>
            </p:nvSpPr>
            <p:spPr bwMode="auto">
              <a:xfrm>
                <a:off x="768" y="2856"/>
                <a:ext cx="384" cy="336"/>
              </a:xfrm>
              <a:prstGeom prst="rect">
                <a:avLst/>
              </a:prstGeom>
              <a:solidFill>
                <a:srgbClr val="8C613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grpSp>
            <p:nvGrpSpPr>
              <p:cNvPr id="346179" name="Group 90">
                <a:extLst>
                  <a:ext uri="{FF2B5EF4-FFF2-40B4-BE49-F238E27FC236}">
                    <a16:creationId xmlns:a16="http://schemas.microsoft.com/office/drawing/2014/main" id="{640A0D1E-C367-7385-A11F-D17F794F6A80}"/>
                  </a:ext>
                </a:extLst>
              </p:cNvPr>
              <p:cNvGrpSpPr>
                <a:grpSpLocks/>
              </p:cNvGrpSpPr>
              <p:nvPr/>
            </p:nvGrpSpPr>
            <p:grpSpPr bwMode="auto">
              <a:xfrm>
                <a:off x="912" y="2208"/>
                <a:ext cx="1680" cy="1863"/>
                <a:chOff x="912" y="2208"/>
                <a:chExt cx="1680" cy="1863"/>
              </a:xfrm>
            </p:grpSpPr>
            <p:sp>
              <p:nvSpPr>
                <p:cNvPr id="346180" name="Rectangle 4">
                  <a:extLst>
                    <a:ext uri="{FF2B5EF4-FFF2-40B4-BE49-F238E27FC236}">
                      <a16:creationId xmlns:a16="http://schemas.microsoft.com/office/drawing/2014/main" id="{384FD972-4625-306C-03BB-D15EC9029428}"/>
                    </a:ext>
                  </a:extLst>
                </p:cNvPr>
                <p:cNvSpPr>
                  <a:spLocks noChangeArrowheads="1"/>
                </p:cNvSpPr>
                <p:nvPr/>
              </p:nvSpPr>
              <p:spPr bwMode="auto">
                <a:xfrm>
                  <a:off x="1488" y="3456"/>
                  <a:ext cx="384" cy="336"/>
                </a:xfrm>
                <a:prstGeom prst="rect">
                  <a:avLst/>
                </a:prstGeom>
                <a:solidFill>
                  <a:srgbClr val="8C613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6181" name="Rectangle 6">
                  <a:extLst>
                    <a:ext uri="{FF2B5EF4-FFF2-40B4-BE49-F238E27FC236}">
                      <a16:creationId xmlns:a16="http://schemas.microsoft.com/office/drawing/2014/main" id="{047CCC76-E4AD-C08C-650F-732DCF6D8F40}"/>
                    </a:ext>
                  </a:extLst>
                </p:cNvPr>
                <p:cNvSpPr>
                  <a:spLocks noChangeArrowheads="1"/>
                </p:cNvSpPr>
                <p:nvPr/>
              </p:nvSpPr>
              <p:spPr bwMode="auto">
                <a:xfrm>
                  <a:off x="2208" y="2832"/>
                  <a:ext cx="384" cy="336"/>
                </a:xfrm>
                <a:prstGeom prst="rect">
                  <a:avLst/>
                </a:prstGeom>
                <a:solidFill>
                  <a:srgbClr val="8C613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6182" name="Rectangle 7">
                  <a:extLst>
                    <a:ext uri="{FF2B5EF4-FFF2-40B4-BE49-F238E27FC236}">
                      <a16:creationId xmlns:a16="http://schemas.microsoft.com/office/drawing/2014/main" id="{655584DA-45EB-BF74-6E57-09560B328247}"/>
                    </a:ext>
                  </a:extLst>
                </p:cNvPr>
                <p:cNvSpPr>
                  <a:spLocks noChangeArrowheads="1"/>
                </p:cNvSpPr>
                <p:nvPr/>
              </p:nvSpPr>
              <p:spPr bwMode="auto">
                <a:xfrm>
                  <a:off x="1488" y="2208"/>
                  <a:ext cx="384" cy="336"/>
                </a:xfrm>
                <a:prstGeom prst="rect">
                  <a:avLst/>
                </a:prstGeom>
                <a:solidFill>
                  <a:srgbClr val="8C613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6183" name="Line 8">
                  <a:extLst>
                    <a:ext uri="{FF2B5EF4-FFF2-40B4-BE49-F238E27FC236}">
                      <a16:creationId xmlns:a16="http://schemas.microsoft.com/office/drawing/2014/main" id="{8D42C7A6-DE44-E0B6-4DF1-3CC65130632F}"/>
                    </a:ext>
                  </a:extLst>
                </p:cNvPr>
                <p:cNvSpPr>
                  <a:spLocks noChangeShapeType="1"/>
                </p:cNvSpPr>
                <p:nvPr/>
              </p:nvSpPr>
              <p:spPr bwMode="auto">
                <a:xfrm flipV="1">
                  <a:off x="2352" y="2880"/>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84" name="Line 9">
                  <a:extLst>
                    <a:ext uri="{FF2B5EF4-FFF2-40B4-BE49-F238E27FC236}">
                      <a16:creationId xmlns:a16="http://schemas.microsoft.com/office/drawing/2014/main" id="{F50A2D33-F2AD-F72B-A3EC-3D0AE82C2CA5}"/>
                    </a:ext>
                  </a:extLst>
                </p:cNvPr>
                <p:cNvSpPr>
                  <a:spLocks noChangeShapeType="1"/>
                </p:cNvSpPr>
                <p:nvPr/>
              </p:nvSpPr>
              <p:spPr bwMode="auto">
                <a:xfrm flipV="1">
                  <a:off x="912" y="2904"/>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85" name="Line 10">
                  <a:extLst>
                    <a:ext uri="{FF2B5EF4-FFF2-40B4-BE49-F238E27FC236}">
                      <a16:creationId xmlns:a16="http://schemas.microsoft.com/office/drawing/2014/main" id="{544FF477-E696-9D83-8520-7B695C7685F9}"/>
                    </a:ext>
                  </a:extLst>
                </p:cNvPr>
                <p:cNvSpPr>
                  <a:spLocks noChangeShapeType="1"/>
                </p:cNvSpPr>
                <p:nvPr/>
              </p:nvSpPr>
              <p:spPr bwMode="auto">
                <a:xfrm flipV="1">
                  <a:off x="1632" y="3504"/>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86" name="Line 11">
                  <a:extLst>
                    <a:ext uri="{FF2B5EF4-FFF2-40B4-BE49-F238E27FC236}">
                      <a16:creationId xmlns:a16="http://schemas.microsoft.com/office/drawing/2014/main" id="{E4B2E938-6CC1-35EA-AABF-1593B5418671}"/>
                    </a:ext>
                  </a:extLst>
                </p:cNvPr>
                <p:cNvSpPr>
                  <a:spLocks noChangeShapeType="1"/>
                </p:cNvSpPr>
                <p:nvPr/>
              </p:nvSpPr>
              <p:spPr bwMode="auto">
                <a:xfrm>
                  <a:off x="1728" y="3504"/>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87" name="Line 12">
                  <a:extLst>
                    <a:ext uri="{FF2B5EF4-FFF2-40B4-BE49-F238E27FC236}">
                      <a16:creationId xmlns:a16="http://schemas.microsoft.com/office/drawing/2014/main" id="{BB7E01C1-7329-34CC-EB4F-D6759D5DE706}"/>
                    </a:ext>
                  </a:extLst>
                </p:cNvPr>
                <p:cNvSpPr>
                  <a:spLocks noChangeShapeType="1"/>
                </p:cNvSpPr>
                <p:nvPr/>
              </p:nvSpPr>
              <p:spPr bwMode="auto">
                <a:xfrm flipV="1">
                  <a:off x="1152" y="2400"/>
                  <a:ext cx="336" cy="62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88" name="Line 13">
                  <a:extLst>
                    <a:ext uri="{FF2B5EF4-FFF2-40B4-BE49-F238E27FC236}">
                      <a16:creationId xmlns:a16="http://schemas.microsoft.com/office/drawing/2014/main" id="{AE4312A7-74EE-8618-E04A-4DAB95B6FAE9}"/>
                    </a:ext>
                  </a:extLst>
                </p:cNvPr>
                <p:cNvSpPr>
                  <a:spLocks noChangeShapeType="1"/>
                </p:cNvSpPr>
                <p:nvPr/>
              </p:nvSpPr>
              <p:spPr bwMode="auto">
                <a:xfrm>
                  <a:off x="1152" y="3024"/>
                  <a:ext cx="336" cy="576"/>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89" name="Line 14">
                  <a:extLst>
                    <a:ext uri="{FF2B5EF4-FFF2-40B4-BE49-F238E27FC236}">
                      <a16:creationId xmlns:a16="http://schemas.microsoft.com/office/drawing/2014/main" id="{36B553A1-226B-AC94-02D1-41B42C57927F}"/>
                    </a:ext>
                  </a:extLst>
                </p:cNvPr>
                <p:cNvSpPr>
                  <a:spLocks noChangeShapeType="1"/>
                </p:cNvSpPr>
                <p:nvPr/>
              </p:nvSpPr>
              <p:spPr bwMode="auto">
                <a:xfrm flipV="1">
                  <a:off x="1872" y="3024"/>
                  <a:ext cx="336" cy="576"/>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90" name="Line 15">
                  <a:extLst>
                    <a:ext uri="{FF2B5EF4-FFF2-40B4-BE49-F238E27FC236}">
                      <a16:creationId xmlns:a16="http://schemas.microsoft.com/office/drawing/2014/main" id="{E8B0F24C-D34D-F5C4-B475-A0477C3262CE}"/>
                    </a:ext>
                  </a:extLst>
                </p:cNvPr>
                <p:cNvSpPr>
                  <a:spLocks noChangeShapeType="1"/>
                </p:cNvSpPr>
                <p:nvPr/>
              </p:nvSpPr>
              <p:spPr bwMode="auto">
                <a:xfrm flipH="1" flipV="1">
                  <a:off x="1872" y="2400"/>
                  <a:ext cx="336" cy="62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91" name="Text Box 16">
                  <a:extLst>
                    <a:ext uri="{FF2B5EF4-FFF2-40B4-BE49-F238E27FC236}">
                      <a16:creationId xmlns:a16="http://schemas.microsoft.com/office/drawing/2014/main" id="{E5BD589E-4D6F-CB71-917E-F5EC339529E7}"/>
                    </a:ext>
                  </a:extLst>
                </p:cNvPr>
                <p:cNvSpPr txBox="1">
                  <a:spLocks noChangeArrowheads="1"/>
                </p:cNvSpPr>
                <p:nvPr/>
              </p:nvSpPr>
              <p:spPr bwMode="auto">
                <a:xfrm>
                  <a:off x="1488" y="259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a:latin typeface="Symbol" panose="05050102010706020507" pitchFamily="18" charset="2"/>
                    </a:rPr>
                    <a:t>s</a:t>
                  </a:r>
                  <a:r>
                    <a:rPr lang="en-US" altLang="en-US" sz="1800"/>
                    <a:t>*</a:t>
                  </a:r>
                  <a:r>
                    <a:rPr lang="en-US" altLang="en-US" sz="2000" b="1" baseline="-25000"/>
                    <a:t>1</a:t>
                  </a:r>
                  <a:r>
                    <a:rPr lang="en-US" altLang="en-US" sz="2000" b="1" i="1" baseline="-25000"/>
                    <a:t>s</a:t>
                  </a:r>
                  <a:endParaRPr lang="en-US" altLang="en-US" sz="2000" b="1"/>
                </a:p>
              </p:txBody>
            </p:sp>
            <p:sp>
              <p:nvSpPr>
                <p:cNvPr id="346192" name="Text Box 17">
                  <a:extLst>
                    <a:ext uri="{FF2B5EF4-FFF2-40B4-BE49-F238E27FC236}">
                      <a16:creationId xmlns:a16="http://schemas.microsoft.com/office/drawing/2014/main" id="{755EA274-D110-5F48-5939-2CF4A247010F}"/>
                    </a:ext>
                  </a:extLst>
                </p:cNvPr>
                <p:cNvSpPr txBox="1">
                  <a:spLocks noChangeArrowheads="1"/>
                </p:cNvSpPr>
                <p:nvPr/>
              </p:nvSpPr>
              <p:spPr bwMode="auto">
                <a:xfrm>
                  <a:off x="1488" y="3840"/>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a:latin typeface="Symbol" panose="05050102010706020507" pitchFamily="18" charset="2"/>
                    </a:rPr>
                    <a:t>s</a:t>
                  </a:r>
                  <a:r>
                    <a:rPr lang="en-US" altLang="en-US" sz="2000" b="1" baseline="-25000"/>
                    <a:t>1</a:t>
                  </a:r>
                  <a:r>
                    <a:rPr lang="en-US" altLang="en-US" sz="2000" b="1" i="1" baseline="-25000"/>
                    <a:t>s</a:t>
                  </a:r>
                  <a:endParaRPr lang="en-US" altLang="en-US" sz="1800"/>
                </a:p>
              </p:txBody>
            </p:sp>
            <p:sp>
              <p:nvSpPr>
                <p:cNvPr id="346193" name="Text Box 18">
                  <a:extLst>
                    <a:ext uri="{FF2B5EF4-FFF2-40B4-BE49-F238E27FC236}">
                      <a16:creationId xmlns:a16="http://schemas.microsoft.com/office/drawing/2014/main" id="{C42B8302-7BB4-EF9F-A3F7-2239C12392DE}"/>
                    </a:ext>
                  </a:extLst>
                </p:cNvPr>
                <p:cNvSpPr txBox="1">
                  <a:spLocks noChangeArrowheads="1"/>
                </p:cNvSpPr>
                <p:nvPr/>
              </p:nvSpPr>
              <p:spPr bwMode="auto">
                <a:xfrm>
                  <a:off x="2256" y="3168"/>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1</a:t>
                  </a:r>
                  <a:r>
                    <a:rPr lang="en-US" altLang="en-US" sz="1800" i="1"/>
                    <a:t>s</a:t>
                  </a:r>
                  <a:endParaRPr lang="en-US" altLang="en-US" sz="1800"/>
                </a:p>
              </p:txBody>
            </p:sp>
            <p:sp>
              <p:nvSpPr>
                <p:cNvPr id="346194" name="Line 20">
                  <a:extLst>
                    <a:ext uri="{FF2B5EF4-FFF2-40B4-BE49-F238E27FC236}">
                      <a16:creationId xmlns:a16="http://schemas.microsoft.com/office/drawing/2014/main" id="{2D6C19F4-2816-2516-A227-72EFF63773A8}"/>
                    </a:ext>
                  </a:extLst>
                </p:cNvPr>
                <p:cNvSpPr>
                  <a:spLocks noChangeShapeType="1"/>
                </p:cNvSpPr>
                <p:nvPr/>
              </p:nvSpPr>
              <p:spPr bwMode="auto">
                <a:xfrm>
                  <a:off x="1008" y="2928"/>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95" name="Line 21">
                  <a:extLst>
                    <a:ext uri="{FF2B5EF4-FFF2-40B4-BE49-F238E27FC236}">
                      <a16:creationId xmlns:a16="http://schemas.microsoft.com/office/drawing/2014/main" id="{217BFAEF-CA14-8C07-283B-C488E0E0CFAB}"/>
                    </a:ext>
                  </a:extLst>
                </p:cNvPr>
                <p:cNvSpPr>
                  <a:spLocks noChangeShapeType="1"/>
                </p:cNvSpPr>
                <p:nvPr/>
              </p:nvSpPr>
              <p:spPr bwMode="auto">
                <a:xfrm flipV="1">
                  <a:off x="1632" y="225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96" name="Line 40">
                  <a:extLst>
                    <a:ext uri="{FF2B5EF4-FFF2-40B4-BE49-F238E27FC236}">
                      <a16:creationId xmlns:a16="http://schemas.microsoft.com/office/drawing/2014/main" id="{EB47F71D-3BC8-3FE4-6F83-766412192C93}"/>
                    </a:ext>
                  </a:extLst>
                </p:cNvPr>
                <p:cNvSpPr>
                  <a:spLocks noChangeShapeType="1"/>
                </p:cNvSpPr>
                <p:nvPr/>
              </p:nvSpPr>
              <p:spPr bwMode="auto">
                <a:xfrm>
                  <a:off x="1728" y="225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97" name="Line 41">
                  <a:extLst>
                    <a:ext uri="{FF2B5EF4-FFF2-40B4-BE49-F238E27FC236}">
                      <a16:creationId xmlns:a16="http://schemas.microsoft.com/office/drawing/2014/main" id="{5B397ABA-BBAE-9B45-EF45-FE558096B5C0}"/>
                    </a:ext>
                  </a:extLst>
                </p:cNvPr>
                <p:cNvSpPr>
                  <a:spLocks noChangeShapeType="1"/>
                </p:cNvSpPr>
                <p:nvPr/>
              </p:nvSpPr>
              <p:spPr bwMode="auto">
                <a:xfrm>
                  <a:off x="2448" y="2880"/>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sp>
        <p:nvSpPr>
          <p:cNvPr id="346121" name="Line 42">
            <a:extLst>
              <a:ext uri="{FF2B5EF4-FFF2-40B4-BE49-F238E27FC236}">
                <a16:creationId xmlns:a16="http://schemas.microsoft.com/office/drawing/2014/main" id="{A9D7E4BF-1600-514B-3661-CB0A053CD67D}"/>
              </a:ext>
            </a:extLst>
          </p:cNvPr>
          <p:cNvSpPr>
            <a:spLocks noChangeShapeType="1"/>
          </p:cNvSpPr>
          <p:nvPr/>
        </p:nvSpPr>
        <p:spPr bwMode="auto">
          <a:xfrm flipV="1">
            <a:off x="914400" y="1066800"/>
            <a:ext cx="0" cy="5105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22" name="Text Box 43">
            <a:extLst>
              <a:ext uri="{FF2B5EF4-FFF2-40B4-BE49-F238E27FC236}">
                <a16:creationId xmlns:a16="http://schemas.microsoft.com/office/drawing/2014/main" id="{939A8ADF-6D8B-F05E-8408-484FB1E9920F}"/>
              </a:ext>
            </a:extLst>
          </p:cNvPr>
          <p:cNvSpPr txBox="1">
            <a:spLocks noChangeArrowheads="1"/>
          </p:cNvSpPr>
          <p:nvPr/>
        </p:nvSpPr>
        <p:spPr bwMode="auto">
          <a:xfrm>
            <a:off x="228600" y="228600"/>
            <a:ext cx="1676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800">
                <a:solidFill>
                  <a:srgbClr val="FF0000"/>
                </a:solidFill>
              </a:rPr>
              <a:t>Figure 11.17</a:t>
            </a:r>
          </a:p>
        </p:txBody>
      </p:sp>
      <p:grpSp>
        <p:nvGrpSpPr>
          <p:cNvPr id="346123" name="Group 102">
            <a:extLst>
              <a:ext uri="{FF2B5EF4-FFF2-40B4-BE49-F238E27FC236}">
                <a16:creationId xmlns:a16="http://schemas.microsoft.com/office/drawing/2014/main" id="{0CCE4504-BBA5-2295-A4CA-A309D935150E}"/>
              </a:ext>
            </a:extLst>
          </p:cNvPr>
          <p:cNvGrpSpPr>
            <a:grpSpLocks/>
          </p:cNvGrpSpPr>
          <p:nvPr/>
        </p:nvGrpSpPr>
        <p:grpSpPr bwMode="auto">
          <a:xfrm>
            <a:off x="5638800" y="571500"/>
            <a:ext cx="1676400" cy="1905000"/>
            <a:chOff x="3552" y="360"/>
            <a:chExt cx="1056" cy="1200"/>
          </a:xfrm>
        </p:grpSpPr>
        <p:sp>
          <p:nvSpPr>
            <p:cNvPr id="346172" name="Line 70">
              <a:extLst>
                <a:ext uri="{FF2B5EF4-FFF2-40B4-BE49-F238E27FC236}">
                  <a16:creationId xmlns:a16="http://schemas.microsoft.com/office/drawing/2014/main" id="{E6EFAE72-FADA-BDF1-E7AD-63BEE49BC831}"/>
                </a:ext>
              </a:extLst>
            </p:cNvPr>
            <p:cNvSpPr>
              <a:spLocks noChangeShapeType="1"/>
            </p:cNvSpPr>
            <p:nvPr/>
          </p:nvSpPr>
          <p:spPr bwMode="auto">
            <a:xfrm flipV="1">
              <a:off x="3565" y="360"/>
              <a:ext cx="323" cy="60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73" name="Line 71">
              <a:extLst>
                <a:ext uri="{FF2B5EF4-FFF2-40B4-BE49-F238E27FC236}">
                  <a16:creationId xmlns:a16="http://schemas.microsoft.com/office/drawing/2014/main" id="{9AC5642B-49E7-769F-CAA5-F667513DAC16}"/>
                </a:ext>
              </a:extLst>
            </p:cNvPr>
            <p:cNvSpPr>
              <a:spLocks noChangeShapeType="1"/>
            </p:cNvSpPr>
            <p:nvPr/>
          </p:nvSpPr>
          <p:spPr bwMode="auto">
            <a:xfrm>
              <a:off x="3552" y="984"/>
              <a:ext cx="336" cy="576"/>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74" name="Line 72">
              <a:extLst>
                <a:ext uri="{FF2B5EF4-FFF2-40B4-BE49-F238E27FC236}">
                  <a16:creationId xmlns:a16="http://schemas.microsoft.com/office/drawing/2014/main" id="{75FC6C67-6D67-B882-B050-8A80F6652095}"/>
                </a:ext>
              </a:extLst>
            </p:cNvPr>
            <p:cNvSpPr>
              <a:spLocks noChangeShapeType="1"/>
            </p:cNvSpPr>
            <p:nvPr/>
          </p:nvSpPr>
          <p:spPr bwMode="auto">
            <a:xfrm flipV="1">
              <a:off x="4272" y="984"/>
              <a:ext cx="336" cy="576"/>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75" name="Line 73">
              <a:extLst>
                <a:ext uri="{FF2B5EF4-FFF2-40B4-BE49-F238E27FC236}">
                  <a16:creationId xmlns:a16="http://schemas.microsoft.com/office/drawing/2014/main" id="{CF514FDD-4557-7369-17AD-E24689243DD5}"/>
                </a:ext>
              </a:extLst>
            </p:cNvPr>
            <p:cNvSpPr>
              <a:spLocks noChangeShapeType="1"/>
            </p:cNvSpPr>
            <p:nvPr/>
          </p:nvSpPr>
          <p:spPr bwMode="auto">
            <a:xfrm flipH="1" flipV="1">
              <a:off x="4272" y="360"/>
              <a:ext cx="336" cy="62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46124" name="Group 104">
            <a:extLst>
              <a:ext uri="{FF2B5EF4-FFF2-40B4-BE49-F238E27FC236}">
                <a16:creationId xmlns:a16="http://schemas.microsoft.com/office/drawing/2014/main" id="{C2CE7D5E-165B-0331-52DE-E26D9360256A}"/>
              </a:ext>
            </a:extLst>
          </p:cNvPr>
          <p:cNvGrpSpPr>
            <a:grpSpLocks/>
          </p:cNvGrpSpPr>
          <p:nvPr/>
        </p:nvGrpSpPr>
        <p:grpSpPr bwMode="auto">
          <a:xfrm>
            <a:off x="5029200" y="3467100"/>
            <a:ext cx="2895600" cy="2957513"/>
            <a:chOff x="3168" y="2184"/>
            <a:chExt cx="1824" cy="1863"/>
          </a:xfrm>
        </p:grpSpPr>
        <p:sp>
          <p:nvSpPr>
            <p:cNvPr id="346151" name="Text Box 58">
              <a:extLst>
                <a:ext uri="{FF2B5EF4-FFF2-40B4-BE49-F238E27FC236}">
                  <a16:creationId xmlns:a16="http://schemas.microsoft.com/office/drawing/2014/main" id="{769721A4-8599-9E7F-F33A-0DBC0C9F62F9}"/>
                </a:ext>
              </a:extLst>
            </p:cNvPr>
            <p:cNvSpPr txBox="1">
              <a:spLocks noChangeArrowheads="1"/>
            </p:cNvSpPr>
            <p:nvPr/>
          </p:nvSpPr>
          <p:spPr bwMode="auto">
            <a:xfrm>
              <a:off x="4656" y="3144"/>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1</a:t>
              </a:r>
              <a:r>
                <a:rPr lang="en-US" altLang="en-US" sz="1800" i="1"/>
                <a:t>s</a:t>
              </a:r>
              <a:endParaRPr lang="en-US" altLang="en-US" sz="1800"/>
            </a:p>
          </p:txBody>
        </p:sp>
        <p:grpSp>
          <p:nvGrpSpPr>
            <p:cNvPr id="346152" name="Group 98">
              <a:extLst>
                <a:ext uri="{FF2B5EF4-FFF2-40B4-BE49-F238E27FC236}">
                  <a16:creationId xmlns:a16="http://schemas.microsoft.com/office/drawing/2014/main" id="{9E1C88A9-8F0C-E828-5E1C-F2E009667A36}"/>
                </a:ext>
              </a:extLst>
            </p:cNvPr>
            <p:cNvGrpSpPr>
              <a:grpSpLocks/>
            </p:cNvGrpSpPr>
            <p:nvPr/>
          </p:nvGrpSpPr>
          <p:grpSpPr bwMode="auto">
            <a:xfrm>
              <a:off x="3168" y="2184"/>
              <a:ext cx="1824" cy="1863"/>
              <a:chOff x="3168" y="2184"/>
              <a:chExt cx="1824" cy="1863"/>
            </a:xfrm>
          </p:grpSpPr>
          <p:sp>
            <p:nvSpPr>
              <p:cNvPr id="346153" name="Rectangle 44">
                <a:extLst>
                  <a:ext uri="{FF2B5EF4-FFF2-40B4-BE49-F238E27FC236}">
                    <a16:creationId xmlns:a16="http://schemas.microsoft.com/office/drawing/2014/main" id="{7A82C6F6-351F-F05A-928D-4E4F5014E591}"/>
                  </a:ext>
                </a:extLst>
              </p:cNvPr>
              <p:cNvSpPr>
                <a:spLocks noChangeArrowheads="1"/>
              </p:cNvSpPr>
              <p:nvPr/>
            </p:nvSpPr>
            <p:spPr bwMode="auto">
              <a:xfrm>
                <a:off x="3888" y="3432"/>
                <a:ext cx="384" cy="336"/>
              </a:xfrm>
              <a:prstGeom prst="rect">
                <a:avLst/>
              </a:prstGeom>
              <a:solidFill>
                <a:srgbClr val="00808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6154" name="Rectangle 45">
                <a:extLst>
                  <a:ext uri="{FF2B5EF4-FFF2-40B4-BE49-F238E27FC236}">
                    <a16:creationId xmlns:a16="http://schemas.microsoft.com/office/drawing/2014/main" id="{971D889C-2266-E090-43B7-BBEB4AD0305E}"/>
                  </a:ext>
                </a:extLst>
              </p:cNvPr>
              <p:cNvSpPr>
                <a:spLocks noChangeArrowheads="1"/>
              </p:cNvSpPr>
              <p:nvPr/>
            </p:nvSpPr>
            <p:spPr bwMode="auto">
              <a:xfrm>
                <a:off x="3168" y="2832"/>
                <a:ext cx="384" cy="336"/>
              </a:xfrm>
              <a:prstGeom prst="rect">
                <a:avLst/>
              </a:prstGeom>
              <a:solidFill>
                <a:srgbClr val="00808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6155" name="Rectangle 46">
                <a:extLst>
                  <a:ext uri="{FF2B5EF4-FFF2-40B4-BE49-F238E27FC236}">
                    <a16:creationId xmlns:a16="http://schemas.microsoft.com/office/drawing/2014/main" id="{1F758B13-29BC-5CD0-84A0-B3CF0CE4C733}"/>
                  </a:ext>
                </a:extLst>
              </p:cNvPr>
              <p:cNvSpPr>
                <a:spLocks noChangeArrowheads="1"/>
              </p:cNvSpPr>
              <p:nvPr/>
            </p:nvSpPr>
            <p:spPr bwMode="auto">
              <a:xfrm>
                <a:off x="4608" y="2808"/>
                <a:ext cx="384" cy="336"/>
              </a:xfrm>
              <a:prstGeom prst="rect">
                <a:avLst/>
              </a:prstGeom>
              <a:solidFill>
                <a:srgbClr val="00808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6156" name="Rectangle 47">
                <a:extLst>
                  <a:ext uri="{FF2B5EF4-FFF2-40B4-BE49-F238E27FC236}">
                    <a16:creationId xmlns:a16="http://schemas.microsoft.com/office/drawing/2014/main" id="{E2D15DE0-E566-6754-A54C-41A5F09C9926}"/>
                  </a:ext>
                </a:extLst>
              </p:cNvPr>
              <p:cNvSpPr>
                <a:spLocks noChangeArrowheads="1"/>
              </p:cNvSpPr>
              <p:nvPr/>
            </p:nvSpPr>
            <p:spPr bwMode="auto">
              <a:xfrm>
                <a:off x="3888" y="2184"/>
                <a:ext cx="384" cy="336"/>
              </a:xfrm>
              <a:prstGeom prst="rect">
                <a:avLst/>
              </a:prstGeom>
              <a:solidFill>
                <a:srgbClr val="00808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6157" name="Line 48">
                <a:extLst>
                  <a:ext uri="{FF2B5EF4-FFF2-40B4-BE49-F238E27FC236}">
                    <a16:creationId xmlns:a16="http://schemas.microsoft.com/office/drawing/2014/main" id="{3EB3EFA7-94B6-2FB7-C0F5-DCF24AE66673}"/>
                  </a:ext>
                </a:extLst>
              </p:cNvPr>
              <p:cNvSpPr>
                <a:spLocks noChangeShapeType="1"/>
              </p:cNvSpPr>
              <p:nvPr/>
            </p:nvSpPr>
            <p:spPr bwMode="auto">
              <a:xfrm flipV="1">
                <a:off x="4704" y="285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58" name="Line 49">
                <a:extLst>
                  <a:ext uri="{FF2B5EF4-FFF2-40B4-BE49-F238E27FC236}">
                    <a16:creationId xmlns:a16="http://schemas.microsoft.com/office/drawing/2014/main" id="{639C66B5-44FB-E53F-C3DE-FD2269664169}"/>
                  </a:ext>
                </a:extLst>
              </p:cNvPr>
              <p:cNvSpPr>
                <a:spLocks noChangeShapeType="1"/>
              </p:cNvSpPr>
              <p:nvPr/>
            </p:nvSpPr>
            <p:spPr bwMode="auto">
              <a:xfrm flipV="1">
                <a:off x="3312" y="2880"/>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59" name="Line 50">
                <a:extLst>
                  <a:ext uri="{FF2B5EF4-FFF2-40B4-BE49-F238E27FC236}">
                    <a16:creationId xmlns:a16="http://schemas.microsoft.com/office/drawing/2014/main" id="{25C1E387-65A2-AD97-0E18-7FD38E81ACB3}"/>
                  </a:ext>
                </a:extLst>
              </p:cNvPr>
              <p:cNvSpPr>
                <a:spLocks noChangeShapeType="1"/>
              </p:cNvSpPr>
              <p:nvPr/>
            </p:nvSpPr>
            <p:spPr bwMode="auto">
              <a:xfrm flipV="1">
                <a:off x="4008" y="3480"/>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60" name="Line 51">
                <a:extLst>
                  <a:ext uri="{FF2B5EF4-FFF2-40B4-BE49-F238E27FC236}">
                    <a16:creationId xmlns:a16="http://schemas.microsoft.com/office/drawing/2014/main" id="{F392BEFD-B545-8CDD-6A1E-3A11550B8A93}"/>
                  </a:ext>
                </a:extLst>
              </p:cNvPr>
              <p:cNvSpPr>
                <a:spLocks noChangeShapeType="1"/>
              </p:cNvSpPr>
              <p:nvPr/>
            </p:nvSpPr>
            <p:spPr bwMode="auto">
              <a:xfrm>
                <a:off x="4104" y="3480"/>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61" name="Line 52">
                <a:extLst>
                  <a:ext uri="{FF2B5EF4-FFF2-40B4-BE49-F238E27FC236}">
                    <a16:creationId xmlns:a16="http://schemas.microsoft.com/office/drawing/2014/main" id="{038FB1BD-B737-3A3A-02FD-D6BE2469ABED}"/>
                  </a:ext>
                </a:extLst>
              </p:cNvPr>
              <p:cNvSpPr>
                <a:spLocks noChangeShapeType="1"/>
              </p:cNvSpPr>
              <p:nvPr/>
            </p:nvSpPr>
            <p:spPr bwMode="auto">
              <a:xfrm flipV="1">
                <a:off x="3552" y="2376"/>
                <a:ext cx="336" cy="62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62" name="Line 53">
                <a:extLst>
                  <a:ext uri="{FF2B5EF4-FFF2-40B4-BE49-F238E27FC236}">
                    <a16:creationId xmlns:a16="http://schemas.microsoft.com/office/drawing/2014/main" id="{FC5F1709-5DD5-AB08-3772-EBF87C8EB671}"/>
                  </a:ext>
                </a:extLst>
              </p:cNvPr>
              <p:cNvSpPr>
                <a:spLocks noChangeShapeType="1"/>
              </p:cNvSpPr>
              <p:nvPr/>
            </p:nvSpPr>
            <p:spPr bwMode="auto">
              <a:xfrm>
                <a:off x="3552" y="3000"/>
                <a:ext cx="336" cy="576"/>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63" name="Line 54">
                <a:extLst>
                  <a:ext uri="{FF2B5EF4-FFF2-40B4-BE49-F238E27FC236}">
                    <a16:creationId xmlns:a16="http://schemas.microsoft.com/office/drawing/2014/main" id="{81D155B7-B6CE-09E2-586B-6EFCF808538B}"/>
                  </a:ext>
                </a:extLst>
              </p:cNvPr>
              <p:cNvSpPr>
                <a:spLocks noChangeShapeType="1"/>
              </p:cNvSpPr>
              <p:nvPr/>
            </p:nvSpPr>
            <p:spPr bwMode="auto">
              <a:xfrm flipV="1">
                <a:off x="4272" y="3000"/>
                <a:ext cx="336" cy="576"/>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64" name="Line 55">
                <a:extLst>
                  <a:ext uri="{FF2B5EF4-FFF2-40B4-BE49-F238E27FC236}">
                    <a16:creationId xmlns:a16="http://schemas.microsoft.com/office/drawing/2014/main" id="{A9C50240-3DF4-6121-5F10-BDE9806F5A5E}"/>
                  </a:ext>
                </a:extLst>
              </p:cNvPr>
              <p:cNvSpPr>
                <a:spLocks noChangeShapeType="1"/>
              </p:cNvSpPr>
              <p:nvPr/>
            </p:nvSpPr>
            <p:spPr bwMode="auto">
              <a:xfrm flipH="1" flipV="1">
                <a:off x="4272" y="2376"/>
                <a:ext cx="336" cy="62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65" name="Text Box 56">
                <a:extLst>
                  <a:ext uri="{FF2B5EF4-FFF2-40B4-BE49-F238E27FC236}">
                    <a16:creationId xmlns:a16="http://schemas.microsoft.com/office/drawing/2014/main" id="{9DF23C10-D8B1-D16B-23B4-B7FC6B79A5C6}"/>
                  </a:ext>
                </a:extLst>
              </p:cNvPr>
              <p:cNvSpPr txBox="1">
                <a:spLocks noChangeArrowheads="1"/>
              </p:cNvSpPr>
              <p:nvPr/>
            </p:nvSpPr>
            <p:spPr bwMode="auto">
              <a:xfrm>
                <a:off x="3888" y="256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a:latin typeface="Symbol" panose="05050102010706020507" pitchFamily="18" charset="2"/>
                  </a:rPr>
                  <a:t>s</a:t>
                </a:r>
                <a:r>
                  <a:rPr lang="en-US" altLang="en-US" sz="1800"/>
                  <a:t>*</a:t>
                </a:r>
                <a:r>
                  <a:rPr lang="en-US" altLang="en-US" sz="2000" b="1" baseline="-25000"/>
                  <a:t>1</a:t>
                </a:r>
                <a:r>
                  <a:rPr lang="en-US" altLang="en-US" sz="2000" b="1" i="1" baseline="-25000"/>
                  <a:t>s</a:t>
                </a:r>
                <a:endParaRPr lang="en-US" altLang="en-US" sz="2000"/>
              </a:p>
            </p:txBody>
          </p:sp>
          <p:sp>
            <p:nvSpPr>
              <p:cNvPr id="346166" name="Text Box 57">
                <a:extLst>
                  <a:ext uri="{FF2B5EF4-FFF2-40B4-BE49-F238E27FC236}">
                    <a16:creationId xmlns:a16="http://schemas.microsoft.com/office/drawing/2014/main" id="{01C2668B-7273-8A29-DF19-6AB00D775A14}"/>
                  </a:ext>
                </a:extLst>
              </p:cNvPr>
              <p:cNvSpPr txBox="1">
                <a:spLocks noChangeArrowheads="1"/>
              </p:cNvSpPr>
              <p:nvPr/>
            </p:nvSpPr>
            <p:spPr bwMode="auto">
              <a:xfrm>
                <a:off x="3888" y="3816"/>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a:latin typeface="Symbol" panose="05050102010706020507" pitchFamily="18" charset="2"/>
                  </a:rPr>
                  <a:t>s</a:t>
                </a:r>
                <a:r>
                  <a:rPr lang="en-US" altLang="en-US" sz="2000" b="1" baseline="-25000"/>
                  <a:t>1</a:t>
                </a:r>
                <a:r>
                  <a:rPr lang="en-US" altLang="en-US" sz="2000" b="1" i="1" baseline="-25000"/>
                  <a:t>s</a:t>
                </a:r>
                <a:endParaRPr lang="en-US" altLang="en-US" sz="1800"/>
              </a:p>
            </p:txBody>
          </p:sp>
          <p:sp>
            <p:nvSpPr>
              <p:cNvPr id="346167" name="Text Box 59">
                <a:extLst>
                  <a:ext uri="{FF2B5EF4-FFF2-40B4-BE49-F238E27FC236}">
                    <a16:creationId xmlns:a16="http://schemas.microsoft.com/office/drawing/2014/main" id="{EB326CC6-9165-6F27-3E6F-A05F985BCB07}"/>
                  </a:ext>
                </a:extLst>
              </p:cNvPr>
              <p:cNvSpPr txBox="1">
                <a:spLocks noChangeArrowheads="1"/>
              </p:cNvSpPr>
              <p:nvPr/>
            </p:nvSpPr>
            <p:spPr bwMode="auto">
              <a:xfrm>
                <a:off x="3168" y="319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1</a:t>
                </a:r>
                <a:r>
                  <a:rPr lang="en-US" altLang="en-US" sz="1800" i="1"/>
                  <a:t>s</a:t>
                </a:r>
                <a:endParaRPr lang="en-US" altLang="en-US" sz="1800"/>
              </a:p>
            </p:txBody>
          </p:sp>
          <p:sp>
            <p:nvSpPr>
              <p:cNvPr id="346168" name="Line 60">
                <a:extLst>
                  <a:ext uri="{FF2B5EF4-FFF2-40B4-BE49-F238E27FC236}">
                    <a16:creationId xmlns:a16="http://schemas.microsoft.com/office/drawing/2014/main" id="{BB6DA07D-6D6A-B319-777D-938A684E640F}"/>
                  </a:ext>
                </a:extLst>
              </p:cNvPr>
              <p:cNvSpPr>
                <a:spLocks noChangeShapeType="1"/>
              </p:cNvSpPr>
              <p:nvPr/>
            </p:nvSpPr>
            <p:spPr bwMode="auto">
              <a:xfrm>
                <a:off x="3408" y="2904"/>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69" name="Line 61">
                <a:extLst>
                  <a:ext uri="{FF2B5EF4-FFF2-40B4-BE49-F238E27FC236}">
                    <a16:creationId xmlns:a16="http://schemas.microsoft.com/office/drawing/2014/main" id="{A77B36BB-3F0C-E1E4-F016-F157960B80C4}"/>
                  </a:ext>
                </a:extLst>
              </p:cNvPr>
              <p:cNvSpPr>
                <a:spLocks noChangeShapeType="1"/>
              </p:cNvSpPr>
              <p:nvPr/>
            </p:nvSpPr>
            <p:spPr bwMode="auto">
              <a:xfrm flipV="1">
                <a:off x="4032" y="223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70" name="Line 78">
                <a:extLst>
                  <a:ext uri="{FF2B5EF4-FFF2-40B4-BE49-F238E27FC236}">
                    <a16:creationId xmlns:a16="http://schemas.microsoft.com/office/drawing/2014/main" id="{2EA51831-FD78-541C-3AA4-939BEB02A177}"/>
                  </a:ext>
                </a:extLst>
              </p:cNvPr>
              <p:cNvSpPr>
                <a:spLocks noChangeShapeType="1"/>
              </p:cNvSpPr>
              <p:nvPr/>
            </p:nvSpPr>
            <p:spPr bwMode="auto">
              <a:xfrm>
                <a:off x="4128" y="223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71" name="Line 79">
                <a:extLst>
                  <a:ext uri="{FF2B5EF4-FFF2-40B4-BE49-F238E27FC236}">
                    <a16:creationId xmlns:a16="http://schemas.microsoft.com/office/drawing/2014/main" id="{E2B2DE2F-2FD1-C683-6D35-6271F18292E0}"/>
                  </a:ext>
                </a:extLst>
              </p:cNvPr>
              <p:cNvSpPr>
                <a:spLocks noChangeShapeType="1"/>
              </p:cNvSpPr>
              <p:nvPr/>
            </p:nvSpPr>
            <p:spPr bwMode="auto">
              <a:xfrm>
                <a:off x="4800" y="285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46125" name="Group 101">
            <a:extLst>
              <a:ext uri="{FF2B5EF4-FFF2-40B4-BE49-F238E27FC236}">
                <a16:creationId xmlns:a16="http://schemas.microsoft.com/office/drawing/2014/main" id="{FFE5FA49-0095-B9C1-65A4-5F11123444C6}"/>
              </a:ext>
            </a:extLst>
          </p:cNvPr>
          <p:cNvGrpSpPr>
            <a:grpSpLocks/>
          </p:cNvGrpSpPr>
          <p:nvPr/>
        </p:nvGrpSpPr>
        <p:grpSpPr bwMode="auto">
          <a:xfrm>
            <a:off x="5029200" y="1257300"/>
            <a:ext cx="2895600" cy="976313"/>
            <a:chOff x="3168" y="792"/>
            <a:chExt cx="1824" cy="615"/>
          </a:xfrm>
        </p:grpSpPr>
        <p:grpSp>
          <p:nvGrpSpPr>
            <p:cNvPr id="346141" name="Group 99">
              <a:extLst>
                <a:ext uri="{FF2B5EF4-FFF2-40B4-BE49-F238E27FC236}">
                  <a16:creationId xmlns:a16="http://schemas.microsoft.com/office/drawing/2014/main" id="{B87D123A-3AD8-7788-0ADB-201699EFB712}"/>
                </a:ext>
              </a:extLst>
            </p:cNvPr>
            <p:cNvGrpSpPr>
              <a:grpSpLocks/>
            </p:cNvGrpSpPr>
            <p:nvPr/>
          </p:nvGrpSpPr>
          <p:grpSpPr bwMode="auto">
            <a:xfrm>
              <a:off x="3168" y="816"/>
              <a:ext cx="384" cy="591"/>
              <a:chOff x="3168" y="816"/>
              <a:chExt cx="384" cy="591"/>
            </a:xfrm>
          </p:grpSpPr>
          <p:sp>
            <p:nvSpPr>
              <p:cNvPr id="346147" name="Rectangle 63">
                <a:extLst>
                  <a:ext uri="{FF2B5EF4-FFF2-40B4-BE49-F238E27FC236}">
                    <a16:creationId xmlns:a16="http://schemas.microsoft.com/office/drawing/2014/main" id="{53F397F4-7071-4573-1572-1FCCF787F0C7}"/>
                  </a:ext>
                </a:extLst>
              </p:cNvPr>
              <p:cNvSpPr>
                <a:spLocks noChangeArrowheads="1"/>
              </p:cNvSpPr>
              <p:nvPr/>
            </p:nvSpPr>
            <p:spPr bwMode="auto">
              <a:xfrm>
                <a:off x="3168" y="816"/>
                <a:ext cx="384" cy="336"/>
              </a:xfrm>
              <a:prstGeom prst="rect">
                <a:avLst/>
              </a:prstGeom>
              <a:solidFill>
                <a:srgbClr val="00808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6148" name="Line 67">
                <a:extLst>
                  <a:ext uri="{FF2B5EF4-FFF2-40B4-BE49-F238E27FC236}">
                    <a16:creationId xmlns:a16="http://schemas.microsoft.com/office/drawing/2014/main" id="{9CB3190D-65C9-0B5A-F625-FA6A970F5423}"/>
                  </a:ext>
                </a:extLst>
              </p:cNvPr>
              <p:cNvSpPr>
                <a:spLocks noChangeShapeType="1"/>
              </p:cNvSpPr>
              <p:nvPr/>
            </p:nvSpPr>
            <p:spPr bwMode="auto">
              <a:xfrm flipV="1">
                <a:off x="3312" y="864"/>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49" name="Text Box 77">
                <a:extLst>
                  <a:ext uri="{FF2B5EF4-FFF2-40B4-BE49-F238E27FC236}">
                    <a16:creationId xmlns:a16="http://schemas.microsoft.com/office/drawing/2014/main" id="{BB88383C-B192-CC78-0322-09859EDBC36C}"/>
                  </a:ext>
                </a:extLst>
              </p:cNvPr>
              <p:cNvSpPr txBox="1">
                <a:spLocks noChangeArrowheads="1"/>
              </p:cNvSpPr>
              <p:nvPr/>
            </p:nvSpPr>
            <p:spPr bwMode="auto">
              <a:xfrm>
                <a:off x="3168" y="1176"/>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a:t>2</a:t>
                </a:r>
                <a:r>
                  <a:rPr lang="en-US" altLang="en-US" sz="1800" i="1"/>
                  <a:t>s</a:t>
                </a:r>
                <a:endParaRPr lang="en-US" altLang="en-US" sz="1800"/>
              </a:p>
            </p:txBody>
          </p:sp>
          <p:sp>
            <p:nvSpPr>
              <p:cNvPr id="346150" name="Line 80">
                <a:extLst>
                  <a:ext uri="{FF2B5EF4-FFF2-40B4-BE49-F238E27FC236}">
                    <a16:creationId xmlns:a16="http://schemas.microsoft.com/office/drawing/2014/main" id="{8DBE00FB-D759-93F5-7F5C-388DF631CE66}"/>
                  </a:ext>
                </a:extLst>
              </p:cNvPr>
              <p:cNvSpPr>
                <a:spLocks noChangeShapeType="1"/>
              </p:cNvSpPr>
              <p:nvPr/>
            </p:nvSpPr>
            <p:spPr bwMode="auto">
              <a:xfrm>
                <a:off x="3408" y="864"/>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46142" name="Group 100">
              <a:extLst>
                <a:ext uri="{FF2B5EF4-FFF2-40B4-BE49-F238E27FC236}">
                  <a16:creationId xmlns:a16="http://schemas.microsoft.com/office/drawing/2014/main" id="{11F3DD71-28D9-9652-A6EA-EB63721124B4}"/>
                </a:ext>
              </a:extLst>
            </p:cNvPr>
            <p:cNvGrpSpPr>
              <a:grpSpLocks/>
            </p:cNvGrpSpPr>
            <p:nvPr/>
          </p:nvGrpSpPr>
          <p:grpSpPr bwMode="auto">
            <a:xfrm>
              <a:off x="4608" y="792"/>
              <a:ext cx="384" cy="567"/>
              <a:chOff x="4608" y="792"/>
              <a:chExt cx="384" cy="567"/>
            </a:xfrm>
          </p:grpSpPr>
          <p:sp>
            <p:nvSpPr>
              <p:cNvPr id="346143" name="Rectangle 64">
                <a:extLst>
                  <a:ext uri="{FF2B5EF4-FFF2-40B4-BE49-F238E27FC236}">
                    <a16:creationId xmlns:a16="http://schemas.microsoft.com/office/drawing/2014/main" id="{4FF9CF1C-9666-60E1-582F-4EAAECCEA240}"/>
                  </a:ext>
                </a:extLst>
              </p:cNvPr>
              <p:cNvSpPr>
                <a:spLocks noChangeArrowheads="1"/>
              </p:cNvSpPr>
              <p:nvPr/>
            </p:nvSpPr>
            <p:spPr bwMode="auto">
              <a:xfrm>
                <a:off x="4608" y="792"/>
                <a:ext cx="384" cy="336"/>
              </a:xfrm>
              <a:prstGeom prst="rect">
                <a:avLst/>
              </a:prstGeom>
              <a:solidFill>
                <a:srgbClr val="00808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6144" name="Line 66">
                <a:extLst>
                  <a:ext uri="{FF2B5EF4-FFF2-40B4-BE49-F238E27FC236}">
                    <a16:creationId xmlns:a16="http://schemas.microsoft.com/office/drawing/2014/main" id="{219D259F-352D-9E6C-105B-14C39AB4A784}"/>
                  </a:ext>
                </a:extLst>
              </p:cNvPr>
              <p:cNvSpPr>
                <a:spLocks noChangeShapeType="1"/>
              </p:cNvSpPr>
              <p:nvPr/>
            </p:nvSpPr>
            <p:spPr bwMode="auto">
              <a:xfrm flipV="1">
                <a:off x="4704" y="840"/>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45" name="Text Box 76">
                <a:extLst>
                  <a:ext uri="{FF2B5EF4-FFF2-40B4-BE49-F238E27FC236}">
                    <a16:creationId xmlns:a16="http://schemas.microsoft.com/office/drawing/2014/main" id="{EA21B54A-2024-72E3-261B-4432A706DE11}"/>
                  </a:ext>
                </a:extLst>
              </p:cNvPr>
              <p:cNvSpPr txBox="1">
                <a:spLocks noChangeArrowheads="1"/>
              </p:cNvSpPr>
              <p:nvPr/>
            </p:nvSpPr>
            <p:spPr bwMode="auto">
              <a:xfrm>
                <a:off x="4656" y="1128"/>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2</a:t>
                </a:r>
                <a:r>
                  <a:rPr lang="en-US" altLang="en-US" sz="1800" i="1"/>
                  <a:t>s</a:t>
                </a:r>
                <a:endParaRPr lang="en-US" altLang="en-US" sz="1800"/>
              </a:p>
            </p:txBody>
          </p:sp>
          <p:sp>
            <p:nvSpPr>
              <p:cNvPr id="346146" name="Line 81">
                <a:extLst>
                  <a:ext uri="{FF2B5EF4-FFF2-40B4-BE49-F238E27FC236}">
                    <a16:creationId xmlns:a16="http://schemas.microsoft.com/office/drawing/2014/main" id="{94501FCC-1927-CDCB-DE02-BEC03A087CDE}"/>
                  </a:ext>
                </a:extLst>
              </p:cNvPr>
              <p:cNvSpPr>
                <a:spLocks noChangeShapeType="1"/>
              </p:cNvSpPr>
              <p:nvPr/>
            </p:nvSpPr>
            <p:spPr bwMode="auto">
              <a:xfrm>
                <a:off x="4816" y="848"/>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46126" name="Group 103">
            <a:extLst>
              <a:ext uri="{FF2B5EF4-FFF2-40B4-BE49-F238E27FC236}">
                <a16:creationId xmlns:a16="http://schemas.microsoft.com/office/drawing/2014/main" id="{DDCE1543-50A7-804E-3744-6D487BF96A12}"/>
              </a:ext>
            </a:extLst>
          </p:cNvPr>
          <p:cNvGrpSpPr>
            <a:grpSpLocks/>
          </p:cNvGrpSpPr>
          <p:nvPr/>
        </p:nvGrpSpPr>
        <p:grpSpPr bwMode="auto">
          <a:xfrm>
            <a:off x="6172200" y="266700"/>
            <a:ext cx="609600" cy="2957513"/>
            <a:chOff x="3888" y="168"/>
            <a:chExt cx="384" cy="1863"/>
          </a:xfrm>
        </p:grpSpPr>
        <p:sp>
          <p:nvSpPr>
            <p:cNvPr id="346133" name="Rectangle 62">
              <a:extLst>
                <a:ext uri="{FF2B5EF4-FFF2-40B4-BE49-F238E27FC236}">
                  <a16:creationId xmlns:a16="http://schemas.microsoft.com/office/drawing/2014/main" id="{02A64B5A-CC0E-4B08-087B-1057502FFFC8}"/>
                </a:ext>
              </a:extLst>
            </p:cNvPr>
            <p:cNvSpPr>
              <a:spLocks noChangeArrowheads="1"/>
            </p:cNvSpPr>
            <p:nvPr/>
          </p:nvSpPr>
          <p:spPr bwMode="auto">
            <a:xfrm>
              <a:off x="3888" y="1416"/>
              <a:ext cx="384" cy="336"/>
            </a:xfrm>
            <a:prstGeom prst="rect">
              <a:avLst/>
            </a:prstGeom>
            <a:solidFill>
              <a:srgbClr val="00808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6134" name="Rectangle 65">
              <a:extLst>
                <a:ext uri="{FF2B5EF4-FFF2-40B4-BE49-F238E27FC236}">
                  <a16:creationId xmlns:a16="http://schemas.microsoft.com/office/drawing/2014/main" id="{51F32FE6-3684-3595-6C8C-CCA54B46A425}"/>
                </a:ext>
              </a:extLst>
            </p:cNvPr>
            <p:cNvSpPr>
              <a:spLocks noChangeArrowheads="1"/>
            </p:cNvSpPr>
            <p:nvPr/>
          </p:nvSpPr>
          <p:spPr bwMode="auto">
            <a:xfrm>
              <a:off x="3888" y="168"/>
              <a:ext cx="384" cy="336"/>
            </a:xfrm>
            <a:prstGeom prst="rect">
              <a:avLst/>
            </a:prstGeom>
            <a:solidFill>
              <a:srgbClr val="00808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46135" name="Line 68">
              <a:extLst>
                <a:ext uri="{FF2B5EF4-FFF2-40B4-BE49-F238E27FC236}">
                  <a16:creationId xmlns:a16="http://schemas.microsoft.com/office/drawing/2014/main" id="{0C96FD14-1022-C984-EB95-BA0947450AAA}"/>
                </a:ext>
              </a:extLst>
            </p:cNvPr>
            <p:cNvSpPr>
              <a:spLocks noChangeShapeType="1"/>
            </p:cNvSpPr>
            <p:nvPr/>
          </p:nvSpPr>
          <p:spPr bwMode="auto">
            <a:xfrm flipV="1">
              <a:off x="4008" y="1464"/>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36" name="Line 69">
              <a:extLst>
                <a:ext uri="{FF2B5EF4-FFF2-40B4-BE49-F238E27FC236}">
                  <a16:creationId xmlns:a16="http://schemas.microsoft.com/office/drawing/2014/main" id="{D5CE4E19-BD49-4E33-67EE-A8ECA2883DE3}"/>
                </a:ext>
              </a:extLst>
            </p:cNvPr>
            <p:cNvSpPr>
              <a:spLocks noChangeShapeType="1"/>
            </p:cNvSpPr>
            <p:nvPr/>
          </p:nvSpPr>
          <p:spPr bwMode="auto">
            <a:xfrm>
              <a:off x="4104" y="1464"/>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37" name="Text Box 74">
              <a:extLst>
                <a:ext uri="{FF2B5EF4-FFF2-40B4-BE49-F238E27FC236}">
                  <a16:creationId xmlns:a16="http://schemas.microsoft.com/office/drawing/2014/main" id="{9EAB3407-FECF-70F7-08BB-BFAB164229DB}"/>
                </a:ext>
              </a:extLst>
            </p:cNvPr>
            <p:cNvSpPr txBox="1">
              <a:spLocks noChangeArrowheads="1"/>
            </p:cNvSpPr>
            <p:nvPr/>
          </p:nvSpPr>
          <p:spPr bwMode="auto">
            <a:xfrm>
              <a:off x="3888" y="55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a:latin typeface="Symbol" panose="05050102010706020507" pitchFamily="18" charset="2"/>
                </a:rPr>
                <a:t>s</a:t>
              </a:r>
              <a:r>
                <a:rPr lang="en-US" altLang="en-US" sz="1800"/>
                <a:t>*</a:t>
              </a:r>
              <a:r>
                <a:rPr lang="en-US" altLang="en-US" sz="2000" b="1" baseline="-25000"/>
                <a:t>2</a:t>
              </a:r>
              <a:r>
                <a:rPr lang="en-US" altLang="en-US" sz="2000" b="1" i="1" baseline="-25000"/>
                <a:t>s</a:t>
              </a:r>
              <a:endParaRPr lang="en-US" altLang="en-US" sz="1800"/>
            </a:p>
          </p:txBody>
        </p:sp>
        <p:sp>
          <p:nvSpPr>
            <p:cNvPr id="346138" name="Text Box 75">
              <a:extLst>
                <a:ext uri="{FF2B5EF4-FFF2-40B4-BE49-F238E27FC236}">
                  <a16:creationId xmlns:a16="http://schemas.microsoft.com/office/drawing/2014/main" id="{B77CD4CB-7C5E-74AC-338F-70179203F0FB}"/>
                </a:ext>
              </a:extLst>
            </p:cNvPr>
            <p:cNvSpPr txBox="1">
              <a:spLocks noChangeArrowheads="1"/>
            </p:cNvSpPr>
            <p:nvPr/>
          </p:nvSpPr>
          <p:spPr bwMode="auto">
            <a:xfrm>
              <a:off x="3888" y="1800"/>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a:latin typeface="Symbol" panose="05050102010706020507" pitchFamily="18" charset="2"/>
                </a:rPr>
                <a:t>s</a:t>
              </a:r>
              <a:r>
                <a:rPr lang="en-US" altLang="en-US" sz="2000" b="1" baseline="-25000"/>
                <a:t>2</a:t>
              </a:r>
              <a:r>
                <a:rPr lang="en-US" altLang="en-US" sz="2000" b="1" i="1" baseline="-25000"/>
                <a:t>s</a:t>
              </a:r>
              <a:endParaRPr lang="en-US" altLang="en-US" sz="1800"/>
            </a:p>
          </p:txBody>
        </p:sp>
        <p:sp>
          <p:nvSpPr>
            <p:cNvPr id="346139" name="Line 82">
              <a:extLst>
                <a:ext uri="{FF2B5EF4-FFF2-40B4-BE49-F238E27FC236}">
                  <a16:creationId xmlns:a16="http://schemas.microsoft.com/office/drawing/2014/main" id="{4B07D550-4043-AFE8-4C4C-18F97A30727A}"/>
                </a:ext>
              </a:extLst>
            </p:cNvPr>
            <p:cNvSpPr>
              <a:spLocks noChangeShapeType="1"/>
            </p:cNvSpPr>
            <p:nvPr/>
          </p:nvSpPr>
          <p:spPr bwMode="auto">
            <a:xfrm flipV="1">
              <a:off x="4032" y="224"/>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6140" name="Line 83">
              <a:extLst>
                <a:ext uri="{FF2B5EF4-FFF2-40B4-BE49-F238E27FC236}">
                  <a16:creationId xmlns:a16="http://schemas.microsoft.com/office/drawing/2014/main" id="{C88D838A-37E7-86E9-78AF-6252D01203CA}"/>
                </a:ext>
              </a:extLst>
            </p:cNvPr>
            <p:cNvSpPr>
              <a:spLocks noChangeShapeType="1"/>
            </p:cNvSpPr>
            <p:nvPr/>
          </p:nvSpPr>
          <p:spPr bwMode="auto">
            <a:xfrm>
              <a:off x="4128" y="224"/>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46127" name="Text Box 84">
            <a:extLst>
              <a:ext uri="{FF2B5EF4-FFF2-40B4-BE49-F238E27FC236}">
                <a16:creationId xmlns:a16="http://schemas.microsoft.com/office/drawing/2014/main" id="{84D793B6-B93C-24E0-0EB5-B2C4CF60120E}"/>
              </a:ext>
            </a:extLst>
          </p:cNvPr>
          <p:cNvSpPr txBox="1">
            <a:spLocks noChangeArrowheads="1"/>
          </p:cNvSpPr>
          <p:nvPr/>
        </p:nvSpPr>
        <p:spPr bwMode="auto">
          <a:xfrm>
            <a:off x="1600200" y="6491288"/>
            <a:ext cx="2057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b="1">
                <a:solidFill>
                  <a:srgbClr val="FF0000"/>
                </a:solidFill>
              </a:rPr>
              <a:t>Li</a:t>
            </a:r>
            <a:r>
              <a:rPr lang="en-US" altLang="en-US" sz="2000" b="1" baseline="-25000">
                <a:solidFill>
                  <a:srgbClr val="FF0000"/>
                </a:solidFill>
              </a:rPr>
              <a:t>2</a:t>
            </a:r>
            <a:r>
              <a:rPr lang="en-US" altLang="en-US" sz="1800" b="1">
                <a:solidFill>
                  <a:srgbClr val="FF0000"/>
                </a:solidFill>
              </a:rPr>
              <a:t> bond order = 1</a:t>
            </a:r>
          </a:p>
        </p:txBody>
      </p:sp>
      <p:sp>
        <p:nvSpPr>
          <p:cNvPr id="346128" name="Text Box 85">
            <a:extLst>
              <a:ext uri="{FF2B5EF4-FFF2-40B4-BE49-F238E27FC236}">
                <a16:creationId xmlns:a16="http://schemas.microsoft.com/office/drawing/2014/main" id="{0F783D5F-8D81-84FD-32BD-5FBBCED6A809}"/>
              </a:ext>
            </a:extLst>
          </p:cNvPr>
          <p:cNvSpPr txBox="1">
            <a:spLocks noChangeArrowheads="1"/>
          </p:cNvSpPr>
          <p:nvPr/>
        </p:nvSpPr>
        <p:spPr bwMode="auto">
          <a:xfrm>
            <a:off x="5562600" y="6491288"/>
            <a:ext cx="2057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b="1">
                <a:solidFill>
                  <a:srgbClr val="FF0000"/>
                </a:solidFill>
              </a:rPr>
              <a:t>Be</a:t>
            </a:r>
            <a:r>
              <a:rPr lang="en-US" altLang="en-US" sz="2000" b="1" baseline="-22000">
                <a:solidFill>
                  <a:srgbClr val="FF0000"/>
                </a:solidFill>
              </a:rPr>
              <a:t>2</a:t>
            </a:r>
            <a:r>
              <a:rPr lang="en-US" altLang="en-US" sz="1800" b="1">
                <a:solidFill>
                  <a:srgbClr val="FF0000"/>
                </a:solidFill>
              </a:rPr>
              <a:t> bond order = 0</a:t>
            </a:r>
            <a:endParaRPr lang="en-US" altLang="en-US" sz="1800" b="1"/>
          </a:p>
        </p:txBody>
      </p:sp>
      <p:sp>
        <p:nvSpPr>
          <p:cNvPr id="346129" name="Text Box 86">
            <a:extLst>
              <a:ext uri="{FF2B5EF4-FFF2-40B4-BE49-F238E27FC236}">
                <a16:creationId xmlns:a16="http://schemas.microsoft.com/office/drawing/2014/main" id="{3A88FAF2-6606-FFE6-FC40-1EA9E35126E2}"/>
              </a:ext>
            </a:extLst>
          </p:cNvPr>
          <p:cNvSpPr txBox="1">
            <a:spLocks noChangeArrowheads="1"/>
          </p:cNvSpPr>
          <p:nvPr/>
        </p:nvSpPr>
        <p:spPr bwMode="auto">
          <a:xfrm>
            <a:off x="3429000" y="2590800"/>
            <a:ext cx="2362200" cy="1006475"/>
          </a:xfrm>
          <a:prstGeom prst="rect">
            <a:avLst/>
          </a:prstGeom>
          <a:blipFill dpi="0" rotWithShape="0">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b="1">
                <a:solidFill>
                  <a:srgbClr val="1822CD"/>
                </a:solidFill>
              </a:rPr>
              <a:t>Bonding in </a:t>
            </a:r>
            <a:r>
              <a:rPr lang="en-US" altLang="en-US" sz="2000" b="1" i="1">
                <a:solidFill>
                  <a:srgbClr val="1822CD"/>
                </a:solidFill>
              </a:rPr>
              <a:t>s</a:t>
            </a:r>
            <a:r>
              <a:rPr lang="en-US" altLang="en-US" sz="2000" b="1">
                <a:solidFill>
                  <a:srgbClr val="1822CD"/>
                </a:solidFill>
              </a:rPr>
              <a:t>-block homonuclear diatomic molecules</a:t>
            </a:r>
            <a:endParaRPr lang="en-US" altLang="en-US" sz="2000" b="1"/>
          </a:p>
        </p:txBody>
      </p:sp>
      <p:sp>
        <p:nvSpPr>
          <p:cNvPr id="346130" name="Text Box 87">
            <a:extLst>
              <a:ext uri="{FF2B5EF4-FFF2-40B4-BE49-F238E27FC236}">
                <a16:creationId xmlns:a16="http://schemas.microsoft.com/office/drawing/2014/main" id="{A5A3F162-9AB4-586E-1D18-323FBB159FA7}"/>
              </a:ext>
            </a:extLst>
          </p:cNvPr>
          <p:cNvSpPr txBox="1">
            <a:spLocks noChangeArrowheads="1"/>
          </p:cNvSpPr>
          <p:nvPr/>
        </p:nvSpPr>
        <p:spPr bwMode="auto">
          <a:xfrm rot="-5400000">
            <a:off x="8731" y="2801144"/>
            <a:ext cx="989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a:t>Energy</a:t>
            </a:r>
          </a:p>
        </p:txBody>
      </p:sp>
      <p:sp>
        <p:nvSpPr>
          <p:cNvPr id="346131" name="Text Box 88">
            <a:extLst>
              <a:ext uri="{FF2B5EF4-FFF2-40B4-BE49-F238E27FC236}">
                <a16:creationId xmlns:a16="http://schemas.microsoft.com/office/drawing/2014/main" id="{B12F7CB8-5548-7BED-D31B-60146102F87C}"/>
              </a:ext>
            </a:extLst>
          </p:cNvPr>
          <p:cNvSpPr txBox="1">
            <a:spLocks noChangeArrowheads="1"/>
          </p:cNvSpPr>
          <p:nvPr/>
        </p:nvSpPr>
        <p:spPr bwMode="auto">
          <a:xfrm>
            <a:off x="1219200" y="27432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b="1"/>
              <a:t>Li</a:t>
            </a:r>
            <a:r>
              <a:rPr lang="en-US" altLang="en-US" b="1" baseline="-25000"/>
              <a:t>2</a:t>
            </a:r>
            <a:endParaRPr lang="en-US" altLang="en-US" b="1"/>
          </a:p>
        </p:txBody>
      </p:sp>
      <p:sp>
        <p:nvSpPr>
          <p:cNvPr id="346132" name="Text Box 89">
            <a:extLst>
              <a:ext uri="{FF2B5EF4-FFF2-40B4-BE49-F238E27FC236}">
                <a16:creationId xmlns:a16="http://schemas.microsoft.com/office/drawing/2014/main" id="{918F41EE-8C2A-E486-120C-5E05ACE896A9}"/>
              </a:ext>
            </a:extLst>
          </p:cNvPr>
          <p:cNvSpPr txBox="1">
            <a:spLocks noChangeArrowheads="1"/>
          </p:cNvSpPr>
          <p:nvPr/>
        </p:nvSpPr>
        <p:spPr bwMode="auto">
          <a:xfrm>
            <a:off x="7467600" y="25908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b="1"/>
              <a:t>Be</a:t>
            </a:r>
            <a:r>
              <a:rPr lang="en-US" altLang="en-US" b="1" baseline="-25000"/>
              <a:t>2</a:t>
            </a:r>
            <a:endParaRPr lang="en-US" altLang="en-US" b="1"/>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Text Box 2">
            <a:extLst>
              <a:ext uri="{FF2B5EF4-FFF2-40B4-BE49-F238E27FC236}">
                <a16:creationId xmlns:a16="http://schemas.microsoft.com/office/drawing/2014/main" id="{0EF860C1-4BDC-3E9D-C81F-C4872983AD13}"/>
              </a:ext>
            </a:extLst>
          </p:cNvPr>
          <p:cNvSpPr txBox="1">
            <a:spLocks noChangeArrowheads="1"/>
          </p:cNvSpPr>
          <p:nvPr/>
        </p:nvSpPr>
        <p:spPr bwMode="auto">
          <a:xfrm>
            <a:off x="1066800" y="1828800"/>
            <a:ext cx="7026275" cy="831850"/>
          </a:xfrm>
          <a:prstGeom prst="rect">
            <a:avLst/>
          </a:prstGeom>
          <a:solidFill>
            <a:srgbClr val="CCFFFF"/>
          </a:solidFill>
          <a:ln w="9525">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a:t>Bonding and antibonding MOs for core</a:t>
            </a:r>
          </a:p>
          <a:p>
            <a:pPr algn="ctr"/>
            <a:r>
              <a:rPr lang="en-US" altLang="en-US"/>
              <a:t>electrons cancel = no net contribution to bonding</a:t>
            </a:r>
          </a:p>
        </p:txBody>
      </p:sp>
      <p:sp>
        <p:nvSpPr>
          <p:cNvPr id="347139" name="Text Box 3">
            <a:extLst>
              <a:ext uri="{FF2B5EF4-FFF2-40B4-BE49-F238E27FC236}">
                <a16:creationId xmlns:a16="http://schemas.microsoft.com/office/drawing/2014/main" id="{A0CB897A-0A47-184B-5158-A72E82529C79}"/>
              </a:ext>
            </a:extLst>
          </p:cNvPr>
          <p:cNvSpPr txBox="1">
            <a:spLocks noChangeArrowheads="1"/>
          </p:cNvSpPr>
          <p:nvPr/>
        </p:nvSpPr>
        <p:spPr bwMode="auto">
          <a:xfrm>
            <a:off x="1066800" y="3124200"/>
            <a:ext cx="7026275" cy="831850"/>
          </a:xfrm>
          <a:prstGeom prst="rect">
            <a:avLst/>
          </a:prstGeom>
          <a:blipFill dpi="0" rotWithShape="0">
            <a:blip r:embed="rId2"/>
            <a:srcRect/>
            <a:tile tx="0" ty="0" sx="100000" sy="100000" flip="none" algn="tl"/>
          </a:blip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t>Only MO diagrams showing MOs created by</a:t>
            </a:r>
          </a:p>
          <a:p>
            <a:r>
              <a:rPr lang="en-US" altLang="en-US"/>
              <a:t>combining valence-electron AOs are important.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713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47139"/>
                                        </p:tgtEl>
                                        <p:attrNameLst>
                                          <p:attrName>style.visibility</p:attrName>
                                        </p:attrNameLst>
                                      </p:cBhvr>
                                      <p:to>
                                        <p:strVal val="visible"/>
                                      </p:to>
                                    </p:set>
                                    <p:animEffect transition="in" filter="fade">
                                      <p:cBhvr>
                                        <p:cTn id="11" dur="500"/>
                                        <p:tgtEl>
                                          <p:spTgt spid="347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38" grpId="0" animBg="1"/>
      <p:bldP spid="347139" grpId="0" animBg="1"/>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Text Box 5">
            <a:extLst>
              <a:ext uri="{FF2B5EF4-FFF2-40B4-BE49-F238E27FC236}">
                <a16:creationId xmlns:a16="http://schemas.microsoft.com/office/drawing/2014/main" id="{3CD5EAE5-F35C-BC65-697A-BC357EA6EBB1}"/>
              </a:ext>
            </a:extLst>
          </p:cNvPr>
          <p:cNvSpPr txBox="1">
            <a:spLocks noChangeArrowheads="1"/>
          </p:cNvSpPr>
          <p:nvPr/>
        </p:nvSpPr>
        <p:spPr bwMode="auto">
          <a:xfrm>
            <a:off x="23813" y="358775"/>
            <a:ext cx="91408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b="1"/>
              <a:t>Two Possible Interactions Between Two Equivalent </a:t>
            </a:r>
            <a:r>
              <a:rPr lang="en-US" altLang="en-US" b="1" i="1"/>
              <a:t>p</a:t>
            </a:r>
            <a:r>
              <a:rPr lang="en-US" altLang="en-US" b="1"/>
              <a:t> Orbitals</a:t>
            </a:r>
          </a:p>
        </p:txBody>
      </p:sp>
      <p:pic>
        <p:nvPicPr>
          <p:cNvPr id="5" name="Picture 4">
            <a:extLst>
              <a:ext uri="{FF2B5EF4-FFF2-40B4-BE49-F238E27FC236}">
                <a16:creationId xmlns:a16="http://schemas.microsoft.com/office/drawing/2014/main" id="{D55FEC8B-8ECF-BE23-41E8-267D25B374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775" y="1019175"/>
            <a:ext cx="8378825" cy="229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A2496ABC-6515-B564-6488-1AE828FA9D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543300"/>
            <a:ext cx="8050213" cy="281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4"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down)">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Text Box 3">
            <a:extLst>
              <a:ext uri="{FF2B5EF4-FFF2-40B4-BE49-F238E27FC236}">
                <a16:creationId xmlns:a16="http://schemas.microsoft.com/office/drawing/2014/main" id="{5D99EAFB-4320-C3D9-AF83-AB264AD9E150}"/>
              </a:ext>
            </a:extLst>
          </p:cNvPr>
          <p:cNvSpPr txBox="1">
            <a:spLocks noChangeArrowheads="1"/>
          </p:cNvSpPr>
          <p:nvPr/>
        </p:nvSpPr>
        <p:spPr bwMode="auto">
          <a:xfrm>
            <a:off x="152400" y="5943600"/>
            <a:ext cx="16922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800">
                <a:solidFill>
                  <a:srgbClr val="FF0000"/>
                </a:solidFill>
              </a:rPr>
              <a:t>Figure 11.18</a:t>
            </a:r>
            <a:endParaRPr lang="en-US" altLang="en-US" sz="1800">
              <a:latin typeface="Times" panose="02020603050405020304" pitchFamily="18" charset="0"/>
            </a:endParaRPr>
          </a:p>
        </p:txBody>
      </p:sp>
      <p:sp>
        <p:nvSpPr>
          <p:cNvPr id="349187" name="Text Box 8">
            <a:extLst>
              <a:ext uri="{FF2B5EF4-FFF2-40B4-BE49-F238E27FC236}">
                <a16:creationId xmlns:a16="http://schemas.microsoft.com/office/drawing/2014/main" id="{7A2FCD46-D40A-79C5-6092-C0173163EEC8}"/>
              </a:ext>
            </a:extLst>
          </p:cNvPr>
          <p:cNvSpPr txBox="1">
            <a:spLocks noChangeArrowheads="1"/>
          </p:cNvSpPr>
          <p:nvPr/>
        </p:nvSpPr>
        <p:spPr bwMode="auto">
          <a:xfrm>
            <a:off x="1600200" y="304800"/>
            <a:ext cx="6172200" cy="701675"/>
          </a:xfrm>
          <a:prstGeom prst="rect">
            <a:avLst/>
          </a:prstGeom>
          <a:blipFill dpi="0" rotWithShape="0">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b="1">
                <a:solidFill>
                  <a:srgbClr val="00FFFF"/>
                </a:solidFill>
              </a:rPr>
              <a:t>Contours and energies of </a:t>
            </a:r>
            <a:r>
              <a:rPr lang="en-US" altLang="en-US" sz="2000" b="1">
                <a:solidFill>
                  <a:srgbClr val="00FFFF"/>
                </a:solidFill>
                <a:latin typeface="Symbol" panose="05050102010706020507" pitchFamily="18" charset="2"/>
              </a:rPr>
              <a:t>s</a:t>
            </a:r>
            <a:r>
              <a:rPr lang="en-US" altLang="en-US" sz="2000" b="1">
                <a:solidFill>
                  <a:srgbClr val="00FFFF"/>
                </a:solidFill>
              </a:rPr>
              <a:t> and </a:t>
            </a:r>
            <a:r>
              <a:rPr lang="en-US" altLang="en-US" sz="1800">
                <a:solidFill>
                  <a:srgbClr val="00FFFF"/>
                </a:solidFill>
              </a:rPr>
              <a:t> </a:t>
            </a:r>
            <a:r>
              <a:rPr lang="en-US" altLang="en-US" sz="2000" b="1">
                <a:solidFill>
                  <a:srgbClr val="00FFFF"/>
                </a:solidFill>
                <a:latin typeface="Symbol" panose="05050102010706020507" pitchFamily="18" charset="2"/>
              </a:rPr>
              <a:t></a:t>
            </a:r>
            <a:r>
              <a:rPr lang="en-US" altLang="en-US" sz="2000" b="1">
                <a:solidFill>
                  <a:srgbClr val="00FFFF"/>
                </a:solidFill>
              </a:rPr>
              <a:t> MOs through combinations of 2</a:t>
            </a:r>
            <a:r>
              <a:rPr lang="en-US" altLang="en-US" sz="2000" b="1" i="1">
                <a:solidFill>
                  <a:srgbClr val="00FFFF"/>
                </a:solidFill>
              </a:rPr>
              <a:t>p</a:t>
            </a:r>
            <a:r>
              <a:rPr lang="en-US" altLang="en-US" sz="2000" b="1">
                <a:solidFill>
                  <a:srgbClr val="00FFFF"/>
                </a:solidFill>
              </a:rPr>
              <a:t> atomic orbitals</a:t>
            </a:r>
          </a:p>
        </p:txBody>
      </p:sp>
      <p:pic>
        <p:nvPicPr>
          <p:cNvPr id="20491" name="Picture 11">
            <a:extLst>
              <a:ext uri="{FF2B5EF4-FFF2-40B4-BE49-F238E27FC236}">
                <a16:creationId xmlns:a16="http://schemas.microsoft.com/office/drawing/2014/main" id="{AC965288-8D38-4509-92DF-06CCD0D9A3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2313" y="1365250"/>
            <a:ext cx="6858000" cy="494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189" name="Text Box 12">
            <a:extLst>
              <a:ext uri="{FF2B5EF4-FFF2-40B4-BE49-F238E27FC236}">
                <a16:creationId xmlns:a16="http://schemas.microsoft.com/office/drawing/2014/main" id="{C09422EB-512B-431E-4859-76C2E405780F}"/>
              </a:ext>
            </a:extLst>
          </p:cNvPr>
          <p:cNvSpPr txBox="1">
            <a:spLocks noChangeArrowheads="1"/>
          </p:cNvSpPr>
          <p:nvPr/>
        </p:nvSpPr>
        <p:spPr bwMode="auto">
          <a:xfrm>
            <a:off x="304800" y="2057400"/>
            <a:ext cx="14112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a:solidFill>
                  <a:srgbClr val="FF0000"/>
                </a:solidFill>
                <a:latin typeface="Helvetica" panose="020B0604020202020204" pitchFamily="34" charset="0"/>
              </a:rPr>
              <a:t>end-to-end</a:t>
            </a:r>
          </a:p>
          <a:p>
            <a:pPr algn="ctr"/>
            <a:r>
              <a:rPr lang="en-US" altLang="en-US" sz="2000">
                <a:solidFill>
                  <a:srgbClr val="FF0000"/>
                </a:solidFill>
                <a:latin typeface="Helvetica" panose="020B0604020202020204" pitchFamily="34" charset="0"/>
              </a:rPr>
              <a:t>overlap</a:t>
            </a:r>
            <a:endParaRPr lang="en-US" altLang="en-US"/>
          </a:p>
        </p:txBody>
      </p:sp>
      <p:sp>
        <p:nvSpPr>
          <p:cNvPr id="349190" name="Text Box 13">
            <a:extLst>
              <a:ext uri="{FF2B5EF4-FFF2-40B4-BE49-F238E27FC236}">
                <a16:creationId xmlns:a16="http://schemas.microsoft.com/office/drawing/2014/main" id="{BE6DD652-B662-0F99-0233-79ADAB90F2A6}"/>
              </a:ext>
            </a:extLst>
          </p:cNvPr>
          <p:cNvSpPr txBox="1">
            <a:spLocks noChangeArrowheads="1"/>
          </p:cNvSpPr>
          <p:nvPr/>
        </p:nvSpPr>
        <p:spPr bwMode="auto">
          <a:xfrm>
            <a:off x="228600" y="4572000"/>
            <a:ext cx="14970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a:solidFill>
                  <a:srgbClr val="FF0000"/>
                </a:solidFill>
                <a:latin typeface="Helvetica" panose="020B0604020202020204" pitchFamily="34" charset="0"/>
              </a:rPr>
              <a:t>side-to-side</a:t>
            </a:r>
          </a:p>
          <a:p>
            <a:pPr algn="ctr"/>
            <a:r>
              <a:rPr lang="en-US" altLang="en-US" sz="2000">
                <a:solidFill>
                  <a:srgbClr val="FF0000"/>
                </a:solidFill>
                <a:latin typeface="Helvetica" panose="020B0604020202020204" pitchFamily="34" charset="0"/>
              </a:rPr>
              <a:t>overlap</a:t>
            </a:r>
            <a:endParaRPr lang="en-US" altLang="en-US">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20491"/>
                                        </p:tgtEl>
                                        <p:attrNameLst>
                                          <p:attrName>style.visibility</p:attrName>
                                        </p:attrNameLst>
                                      </p:cBhvr>
                                      <p:to>
                                        <p:strVal val="visible"/>
                                      </p:to>
                                    </p:set>
                                    <p:anim calcmode="lin" valueType="num">
                                      <p:cBhvr additive="base">
                                        <p:cTn id="7" dur="500"/>
                                        <p:tgtEl>
                                          <p:spTgt spid="20491"/>
                                        </p:tgtEl>
                                        <p:attrNameLst>
                                          <p:attrName>ppt_y</p:attrName>
                                        </p:attrNameLst>
                                      </p:cBhvr>
                                      <p:tavLst>
                                        <p:tav tm="0">
                                          <p:val>
                                            <p:strVal val="#ppt_y+#ppt_h*1.125000"/>
                                          </p:val>
                                        </p:tav>
                                        <p:tav tm="100000">
                                          <p:val>
                                            <p:strVal val="#ppt_y"/>
                                          </p:val>
                                        </p:tav>
                                      </p:tavLst>
                                    </p:anim>
                                    <p:animEffect transition="in" filter="wipe(up)">
                                      <p:cBhvr>
                                        <p:cTn id="8" dur="500"/>
                                        <p:tgtEl>
                                          <p:spTgt spid="204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Text Box 2">
            <a:extLst>
              <a:ext uri="{FF2B5EF4-FFF2-40B4-BE49-F238E27FC236}">
                <a16:creationId xmlns:a16="http://schemas.microsoft.com/office/drawing/2014/main" id="{85E8FA34-6FAF-136C-D15A-214E31DBD4D4}"/>
              </a:ext>
            </a:extLst>
          </p:cNvPr>
          <p:cNvSpPr txBox="1">
            <a:spLocks noChangeArrowheads="1"/>
          </p:cNvSpPr>
          <p:nvPr/>
        </p:nvSpPr>
        <p:spPr bwMode="auto">
          <a:xfrm>
            <a:off x="3124200" y="1905000"/>
            <a:ext cx="2692400" cy="457200"/>
          </a:xfrm>
          <a:prstGeom prst="rect">
            <a:avLst/>
          </a:prstGeom>
          <a:blipFill dpi="0" rotWithShape="0">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b="1">
                <a:solidFill>
                  <a:srgbClr val="00FFFF"/>
                </a:solidFill>
              </a:rPr>
              <a:t>Relative energies</a:t>
            </a:r>
            <a:endParaRPr lang="en-US" altLang="en-US"/>
          </a:p>
        </p:txBody>
      </p:sp>
      <p:sp>
        <p:nvSpPr>
          <p:cNvPr id="350211" name="Text Box 3">
            <a:extLst>
              <a:ext uri="{FF2B5EF4-FFF2-40B4-BE49-F238E27FC236}">
                <a16:creationId xmlns:a16="http://schemas.microsoft.com/office/drawing/2014/main" id="{2E47BC99-8AC2-7D01-E6BF-FEFC18540774}"/>
              </a:ext>
            </a:extLst>
          </p:cNvPr>
          <p:cNvSpPr txBox="1">
            <a:spLocks noChangeArrowheads="1"/>
          </p:cNvSpPr>
          <p:nvPr/>
        </p:nvSpPr>
        <p:spPr bwMode="auto">
          <a:xfrm>
            <a:off x="2667000" y="2667000"/>
            <a:ext cx="3754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latin typeface="Symbol" panose="05050102010706020507" pitchFamily="18" charset="2"/>
              </a:rPr>
              <a:t>s</a:t>
            </a:r>
            <a:r>
              <a:rPr lang="en-US" altLang="en-US" b="1" baseline="-22000"/>
              <a:t>2</a:t>
            </a:r>
            <a:r>
              <a:rPr lang="en-US" altLang="en-US" b="1" i="1" baseline="-22000"/>
              <a:t>p</a:t>
            </a:r>
            <a:r>
              <a:rPr lang="en-US" altLang="en-US"/>
              <a:t>  &lt;  </a:t>
            </a:r>
            <a:r>
              <a:rPr lang="en-US" altLang="en-US">
                <a:latin typeface="Symbol" panose="05050102010706020507" pitchFamily="18" charset="2"/>
              </a:rPr>
              <a:t>p</a:t>
            </a:r>
            <a:r>
              <a:rPr lang="en-US" altLang="en-US" b="1" baseline="-22000"/>
              <a:t>2</a:t>
            </a:r>
            <a:r>
              <a:rPr lang="en-US" altLang="en-US" b="1" i="1" baseline="-22000"/>
              <a:t>p</a:t>
            </a:r>
            <a:r>
              <a:rPr lang="en-US" altLang="en-US"/>
              <a:t>  &lt;   </a:t>
            </a:r>
            <a:r>
              <a:rPr lang="en-US" altLang="en-US">
                <a:latin typeface="Symbol" panose="05050102010706020507" pitchFamily="18" charset="2"/>
              </a:rPr>
              <a:t>p</a:t>
            </a:r>
            <a:r>
              <a:rPr lang="en-US" altLang="en-US"/>
              <a:t>*</a:t>
            </a:r>
            <a:r>
              <a:rPr lang="en-US" altLang="en-US" b="1" baseline="-22000"/>
              <a:t>2</a:t>
            </a:r>
            <a:r>
              <a:rPr lang="en-US" altLang="en-US" b="1" i="1" baseline="-22000"/>
              <a:t>p </a:t>
            </a:r>
            <a:r>
              <a:rPr lang="en-US" altLang="en-US"/>
              <a:t> &lt;   </a:t>
            </a:r>
            <a:r>
              <a:rPr lang="en-US" altLang="en-US">
                <a:latin typeface="Symbol" panose="05050102010706020507" pitchFamily="18" charset="2"/>
              </a:rPr>
              <a:t>s</a:t>
            </a:r>
            <a:r>
              <a:rPr lang="en-US" altLang="en-US"/>
              <a:t>*</a:t>
            </a:r>
            <a:r>
              <a:rPr lang="en-US" altLang="en-US" b="1" baseline="-22000"/>
              <a:t>2</a:t>
            </a:r>
            <a:r>
              <a:rPr lang="en-US" altLang="en-US" b="1" i="1" baseline="-22000"/>
              <a:t>p</a:t>
            </a:r>
            <a:endParaRPr lang="en-US" altLang="en-US"/>
          </a:p>
        </p:txBody>
      </p:sp>
      <p:sp>
        <p:nvSpPr>
          <p:cNvPr id="350212" name="Text Box 4">
            <a:extLst>
              <a:ext uri="{FF2B5EF4-FFF2-40B4-BE49-F238E27FC236}">
                <a16:creationId xmlns:a16="http://schemas.microsoft.com/office/drawing/2014/main" id="{D99D6DB7-F734-1FE0-D9E4-4DDF0B82C3FB}"/>
              </a:ext>
            </a:extLst>
          </p:cNvPr>
          <p:cNvSpPr txBox="1">
            <a:spLocks noChangeArrowheads="1"/>
          </p:cNvSpPr>
          <p:nvPr/>
        </p:nvSpPr>
        <p:spPr bwMode="auto">
          <a:xfrm>
            <a:off x="1905000" y="3581400"/>
            <a:ext cx="5399088" cy="831850"/>
          </a:xfrm>
          <a:prstGeom prst="rect">
            <a:avLst/>
          </a:prstGeom>
          <a:solidFill>
            <a:srgbClr val="CCFFFF"/>
          </a:solidFill>
          <a:ln w="9525">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a:t>More effective end-to-end interaction</a:t>
            </a:r>
          </a:p>
          <a:p>
            <a:pPr algn="ctr"/>
            <a:r>
              <a:rPr lang="en-US" altLang="en-US"/>
              <a:t>relative to side-to-side in bonding MOs</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1234" name="Picture 2">
            <a:extLst>
              <a:ext uri="{FF2B5EF4-FFF2-40B4-BE49-F238E27FC236}">
                <a16:creationId xmlns:a16="http://schemas.microsoft.com/office/drawing/2014/main" id="{BC87C7F3-3EC9-95D8-32E5-59C00E3B35FD}"/>
              </a:ext>
            </a:extLst>
          </p:cNvPr>
          <p:cNvPicPr>
            <a:picLocks noChangeArrowheads="1"/>
          </p:cNvPicPr>
          <p:nvPr/>
        </p:nvPicPr>
        <p:blipFill>
          <a:blip r:embed="rId2">
            <a:extLst>
              <a:ext uri="{28A0092B-C50C-407E-A947-70E740481C1C}">
                <a14:useLocalDpi xmlns:a14="http://schemas.microsoft.com/office/drawing/2010/main" val="0"/>
              </a:ext>
            </a:extLst>
          </a:blip>
          <a:srcRect t="4500"/>
          <a:stretch>
            <a:fillRect/>
          </a:stretch>
        </p:blipFill>
        <p:spPr bwMode="auto">
          <a:xfrm>
            <a:off x="4763" y="76200"/>
            <a:ext cx="9120187" cy="6503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1235" name="Text Box 3">
            <a:extLst>
              <a:ext uri="{FF2B5EF4-FFF2-40B4-BE49-F238E27FC236}">
                <a16:creationId xmlns:a16="http://schemas.microsoft.com/office/drawing/2014/main" id="{C3CEF8C3-2904-8AA0-E0BF-26198DF5C352}"/>
              </a:ext>
            </a:extLst>
          </p:cNvPr>
          <p:cNvSpPr txBox="1">
            <a:spLocks noChangeArrowheads="1"/>
          </p:cNvSpPr>
          <p:nvPr/>
        </p:nvSpPr>
        <p:spPr bwMode="auto">
          <a:xfrm>
            <a:off x="8389938" y="6384925"/>
            <a:ext cx="677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eaLnBrk="1" hangingPunct="1">
              <a:spcBef>
                <a:spcPct val="50000"/>
              </a:spcBef>
            </a:pPr>
            <a:r>
              <a:rPr lang="en-US" altLang="en-US" sz="2000"/>
              <a:t>10.6</a:t>
            </a:r>
          </a:p>
        </p:txBody>
      </p:sp>
    </p:spTree>
  </p:cSld>
  <p:clrMapOvr>
    <a:masterClrMapping/>
  </p:clrMapOvr>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9" name="Picture 5">
            <a:extLst>
              <a:ext uri="{FF2B5EF4-FFF2-40B4-BE49-F238E27FC236}">
                <a16:creationId xmlns:a16="http://schemas.microsoft.com/office/drawing/2014/main" id="{5BCA3E5A-1289-A450-8BB9-8F82E53B51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1175" y="1257300"/>
            <a:ext cx="2389188" cy="468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2259" name="Text Box 9">
            <a:extLst>
              <a:ext uri="{FF2B5EF4-FFF2-40B4-BE49-F238E27FC236}">
                <a16:creationId xmlns:a16="http://schemas.microsoft.com/office/drawing/2014/main" id="{FD3D9BC4-BC17-5E0F-5416-BA8EA916BE89}"/>
              </a:ext>
            </a:extLst>
          </p:cNvPr>
          <p:cNvSpPr txBox="1">
            <a:spLocks noChangeArrowheads="1"/>
          </p:cNvSpPr>
          <p:nvPr/>
        </p:nvSpPr>
        <p:spPr bwMode="auto">
          <a:xfrm>
            <a:off x="1392238" y="350838"/>
            <a:ext cx="6705600" cy="701675"/>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10000"/>
              </a:spcBef>
            </a:pPr>
            <a:r>
              <a:rPr lang="en-US" altLang="en-US" sz="2000" b="1">
                <a:solidFill>
                  <a:srgbClr val="00FFFF"/>
                </a:solidFill>
              </a:rPr>
              <a:t>Relative MO energy levels for Period 2 homonuclear diatomic molecules</a:t>
            </a:r>
            <a:endParaRPr lang="en-US" altLang="en-US" sz="2000" b="1"/>
          </a:p>
        </p:txBody>
      </p:sp>
      <p:sp>
        <p:nvSpPr>
          <p:cNvPr id="352262" name="Text Box 10">
            <a:extLst>
              <a:ext uri="{FF2B5EF4-FFF2-40B4-BE49-F238E27FC236}">
                <a16:creationId xmlns:a16="http://schemas.microsoft.com/office/drawing/2014/main" id="{7ABF5F18-36F3-37B4-E6ED-FDDF8ADC0937}"/>
              </a:ext>
            </a:extLst>
          </p:cNvPr>
          <p:cNvSpPr txBox="1">
            <a:spLocks noChangeArrowheads="1"/>
          </p:cNvSpPr>
          <p:nvPr/>
        </p:nvSpPr>
        <p:spPr bwMode="auto">
          <a:xfrm>
            <a:off x="681038" y="5773738"/>
            <a:ext cx="3962400" cy="400050"/>
          </a:xfrm>
          <a:prstGeom prst="rect">
            <a:avLst/>
          </a:prstGeom>
          <a:blipFill dpi="0" rotWithShape="0">
            <a:blip r:embed="rId4"/>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a:t>MO energy levels for O</a:t>
            </a:r>
            <a:r>
              <a:rPr lang="en-US" altLang="en-US" sz="2000" b="1" baseline="-22000"/>
              <a:t>2</a:t>
            </a:r>
            <a:r>
              <a:rPr lang="en-US" altLang="en-US" sz="1800"/>
              <a:t>, F</a:t>
            </a:r>
            <a:r>
              <a:rPr lang="en-US" altLang="en-US" sz="2000" b="1" baseline="-22000"/>
              <a:t>2</a:t>
            </a:r>
            <a:r>
              <a:rPr lang="en-US" altLang="en-US" sz="1800"/>
              <a:t> and Ne</a:t>
            </a:r>
            <a:r>
              <a:rPr lang="en-US" altLang="en-US" sz="2000" b="1" baseline="-22000"/>
              <a:t>2</a:t>
            </a:r>
            <a:endParaRPr lang="en-US" altLang="en-US" sz="1800"/>
          </a:p>
        </p:txBody>
      </p:sp>
      <p:sp>
        <p:nvSpPr>
          <p:cNvPr id="21515" name="Text Box 11">
            <a:extLst>
              <a:ext uri="{FF2B5EF4-FFF2-40B4-BE49-F238E27FC236}">
                <a16:creationId xmlns:a16="http://schemas.microsoft.com/office/drawing/2014/main" id="{74F263DD-A4EF-B4E4-6307-67B1D70BA2B6}"/>
              </a:ext>
            </a:extLst>
          </p:cNvPr>
          <p:cNvSpPr txBox="1">
            <a:spLocks noChangeArrowheads="1"/>
          </p:cNvSpPr>
          <p:nvPr/>
        </p:nvSpPr>
        <p:spPr bwMode="auto">
          <a:xfrm>
            <a:off x="5334000" y="5773738"/>
            <a:ext cx="3657600" cy="400050"/>
          </a:xfrm>
          <a:prstGeom prst="rect">
            <a:avLst/>
          </a:prstGeom>
          <a:blipFill dpi="0" rotWithShape="0">
            <a:blip r:embed="rId4"/>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a:t>MO energy levels for B</a:t>
            </a:r>
            <a:r>
              <a:rPr lang="en-US" altLang="en-US" sz="2000" b="1" baseline="-22000"/>
              <a:t>2</a:t>
            </a:r>
            <a:r>
              <a:rPr lang="en-US" altLang="en-US" sz="1800"/>
              <a:t>, C</a:t>
            </a:r>
            <a:r>
              <a:rPr lang="en-US" altLang="en-US" sz="2000" b="1" baseline="-22000"/>
              <a:t>2</a:t>
            </a:r>
            <a:r>
              <a:rPr lang="en-US" altLang="en-US" sz="1800"/>
              <a:t> and N</a:t>
            </a:r>
            <a:r>
              <a:rPr lang="en-US" altLang="en-US" sz="2000" b="1" baseline="-22000"/>
              <a:t>2</a:t>
            </a:r>
            <a:endParaRPr lang="en-US" altLang="en-US" sz="1800"/>
          </a:p>
        </p:txBody>
      </p:sp>
      <p:sp>
        <p:nvSpPr>
          <p:cNvPr id="21517" name="Text Box 13">
            <a:extLst>
              <a:ext uri="{FF2B5EF4-FFF2-40B4-BE49-F238E27FC236}">
                <a16:creationId xmlns:a16="http://schemas.microsoft.com/office/drawing/2014/main" id="{BCDED746-58F3-D1AE-CD86-09CC6E648708}"/>
              </a:ext>
            </a:extLst>
          </p:cNvPr>
          <p:cNvSpPr txBox="1">
            <a:spLocks noChangeArrowheads="1"/>
          </p:cNvSpPr>
          <p:nvPr/>
        </p:nvSpPr>
        <p:spPr bwMode="auto">
          <a:xfrm>
            <a:off x="5029200" y="3429000"/>
            <a:ext cx="1843088"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solidFill>
                  <a:srgbClr val="FF0000"/>
                </a:solidFill>
              </a:rPr>
              <a:t>with 2</a:t>
            </a:r>
            <a:r>
              <a:rPr lang="en-US" altLang="en-US" sz="1800" b="1" i="1">
                <a:solidFill>
                  <a:srgbClr val="FF0000"/>
                </a:solidFill>
              </a:rPr>
              <a:t>s</a:t>
            </a:r>
            <a:r>
              <a:rPr lang="en-US" altLang="en-US" sz="1800" b="1">
                <a:solidFill>
                  <a:srgbClr val="FF0000"/>
                </a:solidFill>
              </a:rPr>
              <a:t>-2</a:t>
            </a:r>
            <a:r>
              <a:rPr lang="en-US" altLang="en-US" sz="1800" b="1" i="1">
                <a:solidFill>
                  <a:srgbClr val="FF0000"/>
                </a:solidFill>
              </a:rPr>
              <a:t>p</a:t>
            </a:r>
            <a:r>
              <a:rPr lang="en-US" altLang="en-US" sz="1800" b="1">
                <a:solidFill>
                  <a:srgbClr val="FF0000"/>
                </a:solidFill>
              </a:rPr>
              <a:t> mixing</a:t>
            </a:r>
          </a:p>
        </p:txBody>
      </p:sp>
      <p:pic>
        <p:nvPicPr>
          <p:cNvPr id="3" name="Picture 2">
            <a:extLst>
              <a:ext uri="{FF2B5EF4-FFF2-40B4-BE49-F238E27FC236}">
                <a16:creationId xmlns:a16="http://schemas.microsoft.com/office/drawing/2014/main" id="{BF0E2F2C-8983-DE03-05FA-1F089B1898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7463" y="1181100"/>
            <a:ext cx="3248025" cy="457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12">
            <a:extLst>
              <a:ext uri="{FF2B5EF4-FFF2-40B4-BE49-F238E27FC236}">
                <a16:creationId xmlns:a16="http://schemas.microsoft.com/office/drawing/2014/main" id="{E26A6388-283A-9121-04EF-058556E6C1CB}"/>
              </a:ext>
            </a:extLst>
          </p:cNvPr>
          <p:cNvSpPr txBox="1">
            <a:spLocks noChangeArrowheads="1"/>
          </p:cNvSpPr>
          <p:nvPr/>
        </p:nvSpPr>
        <p:spPr bwMode="auto">
          <a:xfrm>
            <a:off x="230188" y="3470275"/>
            <a:ext cx="2438400"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solidFill>
                  <a:srgbClr val="FF0000"/>
                </a:solidFill>
              </a:rPr>
              <a:t>without 2</a:t>
            </a:r>
            <a:r>
              <a:rPr lang="en-US" altLang="en-US" sz="1800" b="1" i="1">
                <a:solidFill>
                  <a:srgbClr val="FF0000"/>
                </a:solidFill>
              </a:rPr>
              <a:t>s</a:t>
            </a:r>
            <a:r>
              <a:rPr lang="en-US" altLang="en-US" sz="1800" b="1">
                <a:solidFill>
                  <a:srgbClr val="FF0000"/>
                </a:solidFill>
              </a:rPr>
              <a:t>-2</a:t>
            </a:r>
            <a:r>
              <a:rPr lang="en-US" altLang="en-US" sz="1800" b="1" i="1">
                <a:solidFill>
                  <a:srgbClr val="FF0000"/>
                </a:solidFill>
              </a:rPr>
              <a:t>p</a:t>
            </a:r>
            <a:r>
              <a:rPr lang="en-US" altLang="en-US" sz="1800" b="1">
                <a:solidFill>
                  <a:srgbClr val="FF0000"/>
                </a:solidFill>
              </a:rPr>
              <a:t> mixing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nodeType="clickEffect">
                                  <p:stCondLst>
                                    <p:cond delay="0"/>
                                  </p:stCondLst>
                                  <p:childTnLst>
                                    <p:set>
                                      <p:cBhvr>
                                        <p:cTn id="10" dur="1" fill="hold">
                                          <p:stCondLst>
                                            <p:cond delay="0"/>
                                          </p:stCondLst>
                                        </p:cTn>
                                        <p:tgtEl>
                                          <p:spTgt spid="21509"/>
                                        </p:tgtEl>
                                        <p:attrNameLst>
                                          <p:attrName>style.visibility</p:attrName>
                                        </p:attrNameLst>
                                      </p:cBhvr>
                                      <p:to>
                                        <p:strVal val="visible"/>
                                      </p:to>
                                    </p:set>
                                    <p:animEffect transition="in" filter="fade">
                                      <p:cBhvr>
                                        <p:cTn id="11" dur="500"/>
                                        <p:tgtEl>
                                          <p:spTgt spid="2150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arn(inVertical)">
                                      <p:cBhvr>
                                        <p:cTn id="16" dur="500"/>
                                        <p:tgtEl>
                                          <p:spTgt spid="1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6" presetClass="entr" presetSubtype="0" fill="hold" grpId="0" nodeType="clickEffect">
                                  <p:stCondLst>
                                    <p:cond delay="0"/>
                                  </p:stCondLst>
                                  <p:childTnLst>
                                    <p:set>
                                      <p:cBhvr>
                                        <p:cTn id="20" dur="1" fill="hold">
                                          <p:stCondLst>
                                            <p:cond delay="0"/>
                                          </p:stCondLst>
                                        </p:cTn>
                                        <p:tgtEl>
                                          <p:spTgt spid="21517"/>
                                        </p:tgtEl>
                                        <p:attrNameLst>
                                          <p:attrName>style.visibility</p:attrName>
                                        </p:attrNameLst>
                                      </p:cBhvr>
                                      <p:to>
                                        <p:strVal val="visible"/>
                                      </p:to>
                                    </p:set>
                                    <p:animEffect transition="in" filter="wipe(down)">
                                      <p:cBhvr>
                                        <p:cTn id="21" dur="580">
                                          <p:stCondLst>
                                            <p:cond delay="0"/>
                                          </p:stCondLst>
                                        </p:cTn>
                                        <p:tgtEl>
                                          <p:spTgt spid="21517"/>
                                        </p:tgtEl>
                                      </p:cBhvr>
                                    </p:animEffect>
                                    <p:anim calcmode="lin" valueType="num">
                                      <p:cBhvr>
                                        <p:cTn id="22" dur="1822" tmFilter="0,0; 0.14,0.36; 0.43,0.73; 0.71,0.91; 1.0,1.0">
                                          <p:stCondLst>
                                            <p:cond delay="0"/>
                                          </p:stCondLst>
                                        </p:cTn>
                                        <p:tgtEl>
                                          <p:spTgt spid="21517"/>
                                        </p:tgtEl>
                                        <p:attrNameLst>
                                          <p:attrName>ppt_x</p:attrName>
                                        </p:attrNameLst>
                                      </p:cBhvr>
                                      <p:tavLst>
                                        <p:tav tm="0">
                                          <p:val>
                                            <p:strVal val="#ppt_x-0.25"/>
                                          </p:val>
                                        </p:tav>
                                        <p:tav tm="100000">
                                          <p:val>
                                            <p:strVal val="#ppt_x"/>
                                          </p:val>
                                        </p:tav>
                                      </p:tavLst>
                                    </p:anim>
                                    <p:anim calcmode="lin" valueType="num">
                                      <p:cBhvr>
                                        <p:cTn id="23" dur="664" tmFilter="0.0,0.0; 0.25,0.07; 0.50,0.2; 0.75,0.467; 1.0,1.0">
                                          <p:stCondLst>
                                            <p:cond delay="0"/>
                                          </p:stCondLst>
                                        </p:cTn>
                                        <p:tgtEl>
                                          <p:spTgt spid="21517"/>
                                        </p:tgtEl>
                                        <p:attrNameLst>
                                          <p:attrName>ppt_y</p:attrName>
                                        </p:attrNameLst>
                                      </p:cBhvr>
                                      <p:tavLst>
                                        <p:tav tm="0" fmla="#ppt_y-sin(pi*$)/3">
                                          <p:val>
                                            <p:fltVal val="0.5"/>
                                          </p:val>
                                        </p:tav>
                                        <p:tav tm="100000">
                                          <p:val>
                                            <p:fltVal val="1"/>
                                          </p:val>
                                        </p:tav>
                                      </p:tavLst>
                                    </p:anim>
                                    <p:anim calcmode="lin" valueType="num">
                                      <p:cBhvr>
                                        <p:cTn id="24" dur="664" tmFilter="0, 0; 0.125,0.2665; 0.25,0.4; 0.375,0.465; 0.5,0.5;  0.625,0.535; 0.75,0.6; 0.875,0.7335; 1,1">
                                          <p:stCondLst>
                                            <p:cond delay="664"/>
                                          </p:stCondLst>
                                        </p:cTn>
                                        <p:tgtEl>
                                          <p:spTgt spid="21517"/>
                                        </p:tgtEl>
                                        <p:attrNameLst>
                                          <p:attrName>ppt_y</p:attrName>
                                        </p:attrNameLst>
                                      </p:cBhvr>
                                      <p:tavLst>
                                        <p:tav tm="0" fmla="#ppt_y-sin(pi*$)/9">
                                          <p:val>
                                            <p:fltVal val="0"/>
                                          </p:val>
                                        </p:tav>
                                        <p:tav tm="100000">
                                          <p:val>
                                            <p:fltVal val="1"/>
                                          </p:val>
                                        </p:tav>
                                      </p:tavLst>
                                    </p:anim>
                                    <p:anim calcmode="lin" valueType="num">
                                      <p:cBhvr>
                                        <p:cTn id="25" dur="332" tmFilter="0, 0; 0.125,0.2665; 0.25,0.4; 0.375,0.465; 0.5,0.5;  0.625,0.535; 0.75,0.6; 0.875,0.7335; 1,1">
                                          <p:stCondLst>
                                            <p:cond delay="1324"/>
                                          </p:stCondLst>
                                        </p:cTn>
                                        <p:tgtEl>
                                          <p:spTgt spid="21517"/>
                                        </p:tgtEl>
                                        <p:attrNameLst>
                                          <p:attrName>ppt_y</p:attrName>
                                        </p:attrNameLst>
                                      </p:cBhvr>
                                      <p:tavLst>
                                        <p:tav tm="0" fmla="#ppt_y-sin(pi*$)/27">
                                          <p:val>
                                            <p:fltVal val="0"/>
                                          </p:val>
                                        </p:tav>
                                        <p:tav tm="100000">
                                          <p:val>
                                            <p:fltVal val="1"/>
                                          </p:val>
                                        </p:tav>
                                      </p:tavLst>
                                    </p:anim>
                                    <p:anim calcmode="lin" valueType="num">
                                      <p:cBhvr>
                                        <p:cTn id="26" dur="164" tmFilter="0, 0; 0.125,0.2665; 0.25,0.4; 0.375,0.465; 0.5,0.5;  0.625,0.535; 0.75,0.6; 0.875,0.7335; 1,1">
                                          <p:stCondLst>
                                            <p:cond delay="1656"/>
                                          </p:stCondLst>
                                        </p:cTn>
                                        <p:tgtEl>
                                          <p:spTgt spid="21517"/>
                                        </p:tgtEl>
                                        <p:attrNameLst>
                                          <p:attrName>ppt_y</p:attrName>
                                        </p:attrNameLst>
                                      </p:cBhvr>
                                      <p:tavLst>
                                        <p:tav tm="0" fmla="#ppt_y-sin(pi*$)/81">
                                          <p:val>
                                            <p:fltVal val="0"/>
                                          </p:val>
                                        </p:tav>
                                        <p:tav tm="100000">
                                          <p:val>
                                            <p:fltVal val="1"/>
                                          </p:val>
                                        </p:tav>
                                      </p:tavLst>
                                    </p:anim>
                                    <p:animScale>
                                      <p:cBhvr>
                                        <p:cTn id="27" dur="26">
                                          <p:stCondLst>
                                            <p:cond delay="650"/>
                                          </p:stCondLst>
                                        </p:cTn>
                                        <p:tgtEl>
                                          <p:spTgt spid="21517"/>
                                        </p:tgtEl>
                                      </p:cBhvr>
                                      <p:to x="100000" y="60000"/>
                                    </p:animScale>
                                    <p:animScale>
                                      <p:cBhvr>
                                        <p:cTn id="28" dur="166" decel="50000">
                                          <p:stCondLst>
                                            <p:cond delay="676"/>
                                          </p:stCondLst>
                                        </p:cTn>
                                        <p:tgtEl>
                                          <p:spTgt spid="21517"/>
                                        </p:tgtEl>
                                      </p:cBhvr>
                                      <p:to x="100000" y="100000"/>
                                    </p:animScale>
                                    <p:animScale>
                                      <p:cBhvr>
                                        <p:cTn id="29" dur="26">
                                          <p:stCondLst>
                                            <p:cond delay="1312"/>
                                          </p:stCondLst>
                                        </p:cTn>
                                        <p:tgtEl>
                                          <p:spTgt spid="21517"/>
                                        </p:tgtEl>
                                      </p:cBhvr>
                                      <p:to x="100000" y="80000"/>
                                    </p:animScale>
                                    <p:animScale>
                                      <p:cBhvr>
                                        <p:cTn id="30" dur="166" decel="50000">
                                          <p:stCondLst>
                                            <p:cond delay="1338"/>
                                          </p:stCondLst>
                                        </p:cTn>
                                        <p:tgtEl>
                                          <p:spTgt spid="21517"/>
                                        </p:tgtEl>
                                      </p:cBhvr>
                                      <p:to x="100000" y="100000"/>
                                    </p:animScale>
                                    <p:animScale>
                                      <p:cBhvr>
                                        <p:cTn id="31" dur="26">
                                          <p:stCondLst>
                                            <p:cond delay="1642"/>
                                          </p:stCondLst>
                                        </p:cTn>
                                        <p:tgtEl>
                                          <p:spTgt spid="21517"/>
                                        </p:tgtEl>
                                      </p:cBhvr>
                                      <p:to x="100000" y="90000"/>
                                    </p:animScale>
                                    <p:animScale>
                                      <p:cBhvr>
                                        <p:cTn id="32" dur="166" decel="50000">
                                          <p:stCondLst>
                                            <p:cond delay="1668"/>
                                          </p:stCondLst>
                                        </p:cTn>
                                        <p:tgtEl>
                                          <p:spTgt spid="21517"/>
                                        </p:tgtEl>
                                      </p:cBhvr>
                                      <p:to x="100000" y="100000"/>
                                    </p:animScale>
                                    <p:animScale>
                                      <p:cBhvr>
                                        <p:cTn id="33" dur="26">
                                          <p:stCondLst>
                                            <p:cond delay="1808"/>
                                          </p:stCondLst>
                                        </p:cTn>
                                        <p:tgtEl>
                                          <p:spTgt spid="21517"/>
                                        </p:tgtEl>
                                      </p:cBhvr>
                                      <p:to x="100000" y="95000"/>
                                    </p:animScale>
                                    <p:animScale>
                                      <p:cBhvr>
                                        <p:cTn id="34" dur="166" decel="50000">
                                          <p:stCondLst>
                                            <p:cond delay="1834"/>
                                          </p:stCondLst>
                                        </p:cTn>
                                        <p:tgtEl>
                                          <p:spTgt spid="21517"/>
                                        </p:tgtEl>
                                      </p:cBhvr>
                                      <p:to x="100000" y="100000"/>
                                    </p:animScale>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352262"/>
                                        </p:tgtEl>
                                        <p:attrNameLst>
                                          <p:attrName>style.visibility</p:attrName>
                                        </p:attrNameLst>
                                      </p:cBhvr>
                                      <p:to>
                                        <p:strVal val="visible"/>
                                      </p:to>
                                    </p:set>
                                    <p:animEffect transition="in" filter="wipe(down)">
                                      <p:cBhvr>
                                        <p:cTn id="39" dur="500"/>
                                        <p:tgtEl>
                                          <p:spTgt spid="352262"/>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21515"/>
                                        </p:tgtEl>
                                        <p:attrNameLst>
                                          <p:attrName>style.visibility</p:attrName>
                                        </p:attrNameLst>
                                      </p:cBhvr>
                                      <p:to>
                                        <p:strVal val="visible"/>
                                      </p:to>
                                    </p:set>
                                    <p:animEffect transition="in" filter="wipe(down)">
                                      <p:cBhvr>
                                        <p:cTn id="42" dur="500"/>
                                        <p:tgtEl>
                                          <p:spTgt spid="215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262" grpId="0" animBg="1"/>
      <p:bldP spid="21515" grpId="0" animBg="1"/>
      <p:bldP spid="21517" grpId="0"/>
      <p:bldP spid="14" grpId="0"/>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2" name="Picture 4">
            <a:extLst>
              <a:ext uri="{FF2B5EF4-FFF2-40B4-BE49-F238E27FC236}">
                <a16:creationId xmlns:a16="http://schemas.microsoft.com/office/drawing/2014/main" id="{936654CB-F937-86D0-9F6D-93B389D556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0"/>
            <a:ext cx="7696200"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5" fill="hold" nodeType="clickEffect">
                                  <p:stCondLst>
                                    <p:cond delay="0"/>
                                  </p:stCondLst>
                                  <p:childTnLst>
                                    <p:set>
                                      <p:cBhvr>
                                        <p:cTn id="6" dur="1" fill="hold">
                                          <p:stCondLst>
                                            <p:cond delay="0"/>
                                          </p:stCondLst>
                                        </p:cTn>
                                        <p:tgtEl>
                                          <p:spTgt spid="22532"/>
                                        </p:tgtEl>
                                        <p:attrNameLst>
                                          <p:attrName>style.visibility</p:attrName>
                                        </p:attrNameLst>
                                      </p:cBhvr>
                                      <p:to>
                                        <p:strVal val="visible"/>
                                      </p:to>
                                    </p:set>
                                    <p:animEffect transition="in" filter="randombar(vertical)">
                                      <p:cBhvr>
                                        <p:cTn id="7" dur="500"/>
                                        <p:tgtEl>
                                          <p:spTgt spid="22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Text Box 3">
            <a:extLst>
              <a:ext uri="{FF2B5EF4-FFF2-40B4-BE49-F238E27FC236}">
                <a16:creationId xmlns:a16="http://schemas.microsoft.com/office/drawing/2014/main" id="{E0E8CF6F-7AF2-D11A-95A1-AB82254E2D19}"/>
              </a:ext>
            </a:extLst>
          </p:cNvPr>
          <p:cNvSpPr txBox="1">
            <a:spLocks noChangeArrowheads="1"/>
          </p:cNvSpPr>
          <p:nvPr/>
        </p:nvSpPr>
        <p:spPr bwMode="auto">
          <a:xfrm>
            <a:off x="8389938" y="6384925"/>
            <a:ext cx="677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eaLnBrk="1" hangingPunct="1">
              <a:spcBef>
                <a:spcPct val="50000"/>
              </a:spcBef>
            </a:pPr>
            <a:r>
              <a:rPr lang="en-US" altLang="en-US" sz="2000"/>
              <a:t>10.7</a:t>
            </a:r>
          </a:p>
        </p:txBody>
      </p:sp>
      <p:pic>
        <p:nvPicPr>
          <p:cNvPr id="354307" name="Picture 16" descr="10_05">
            <a:extLst>
              <a:ext uri="{FF2B5EF4-FFF2-40B4-BE49-F238E27FC236}">
                <a16:creationId xmlns:a16="http://schemas.microsoft.com/office/drawing/2014/main" id="{E57B972A-3BF8-FC20-31F9-E7FB1D62A8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603"/>
          <a:stretch>
            <a:fillRect/>
          </a:stretch>
        </p:blipFill>
        <p:spPr bwMode="auto">
          <a:xfrm>
            <a:off x="0" y="304800"/>
            <a:ext cx="9144000" cy="577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Text Box 3">
            <a:extLst>
              <a:ext uri="{FF2B5EF4-FFF2-40B4-BE49-F238E27FC236}">
                <a16:creationId xmlns:a16="http://schemas.microsoft.com/office/drawing/2014/main" id="{C80A281A-E0DA-EE49-4F1D-C38AB32326BB}"/>
              </a:ext>
            </a:extLst>
          </p:cNvPr>
          <p:cNvSpPr txBox="1">
            <a:spLocks noChangeArrowheads="1"/>
          </p:cNvSpPr>
          <p:nvPr/>
        </p:nvSpPr>
        <p:spPr bwMode="auto">
          <a:xfrm>
            <a:off x="228600" y="5943600"/>
            <a:ext cx="16922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800">
                <a:solidFill>
                  <a:srgbClr val="FF0000"/>
                </a:solidFill>
              </a:rPr>
              <a:t>Figure 11.21</a:t>
            </a:r>
          </a:p>
        </p:txBody>
      </p:sp>
      <p:pic>
        <p:nvPicPr>
          <p:cNvPr id="23556" name="Picture 4">
            <a:extLst>
              <a:ext uri="{FF2B5EF4-FFF2-40B4-BE49-F238E27FC236}">
                <a16:creationId xmlns:a16="http://schemas.microsoft.com/office/drawing/2014/main" id="{C7AD1483-8487-158B-5B3C-0E7E59219D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685800"/>
            <a:ext cx="4460875" cy="570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5332" name="Text Box 7">
            <a:extLst>
              <a:ext uri="{FF2B5EF4-FFF2-40B4-BE49-F238E27FC236}">
                <a16:creationId xmlns:a16="http://schemas.microsoft.com/office/drawing/2014/main" id="{C7A56E34-B942-CF46-D027-DE9D2FF3A678}"/>
              </a:ext>
            </a:extLst>
          </p:cNvPr>
          <p:cNvSpPr txBox="1">
            <a:spLocks noChangeArrowheads="1"/>
          </p:cNvSpPr>
          <p:nvPr/>
        </p:nvSpPr>
        <p:spPr bwMode="auto">
          <a:xfrm>
            <a:off x="457200" y="1371600"/>
            <a:ext cx="2514600" cy="701675"/>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b="1">
                <a:solidFill>
                  <a:srgbClr val="1822CD"/>
                </a:solidFill>
              </a:rPr>
              <a:t>The paramagnetic properties of O</a:t>
            </a:r>
            <a:r>
              <a:rPr lang="en-US" altLang="en-US" sz="2000" b="1" baseline="-25000">
                <a:solidFill>
                  <a:srgbClr val="1822CD"/>
                </a:solidFill>
              </a:rPr>
              <a:t>2</a:t>
            </a:r>
            <a:endParaRPr lang="en-US" altLang="en-US" sz="2000" b="1"/>
          </a:p>
        </p:txBody>
      </p:sp>
      <p:sp>
        <p:nvSpPr>
          <p:cNvPr id="355333" name="Text Box 8">
            <a:extLst>
              <a:ext uri="{FF2B5EF4-FFF2-40B4-BE49-F238E27FC236}">
                <a16:creationId xmlns:a16="http://schemas.microsoft.com/office/drawing/2014/main" id="{3FCB5697-C4CC-E16D-73CB-5509CE883322}"/>
              </a:ext>
            </a:extLst>
          </p:cNvPr>
          <p:cNvSpPr txBox="1">
            <a:spLocks noChangeArrowheads="1"/>
          </p:cNvSpPr>
          <p:nvPr/>
        </p:nvSpPr>
        <p:spPr bwMode="auto">
          <a:xfrm>
            <a:off x="914400" y="2286000"/>
            <a:ext cx="1649413" cy="711200"/>
          </a:xfrm>
          <a:prstGeom prst="rect">
            <a:avLst/>
          </a:prstGeom>
          <a:blipFill dpi="0" rotWithShape="0">
            <a:blip r:embed="rId4"/>
            <a:srcRect/>
            <a:tile tx="0" ty="0" sx="100000" sy="100000" flip="none" algn="tl"/>
          </a:blipFill>
          <a:ln w="9525">
            <a:solidFill>
              <a:srgbClr val="8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a:t>Explained by</a:t>
            </a:r>
          </a:p>
          <a:p>
            <a:pPr algn="ctr"/>
            <a:r>
              <a:rPr lang="en-US" altLang="en-US" sz="2000"/>
              <a:t>MO diagram</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23556"/>
                                        </p:tgtEl>
                                        <p:attrNameLst>
                                          <p:attrName>style.visibility</p:attrName>
                                        </p:attrNameLst>
                                      </p:cBhvr>
                                      <p:to>
                                        <p:strVal val="visible"/>
                                      </p:to>
                                    </p:set>
                                    <p:anim calcmode="lin" valueType="num">
                                      <p:cBhvr>
                                        <p:cTn id="7" dur="500" fill="hold"/>
                                        <p:tgtEl>
                                          <p:spTgt spid="23556"/>
                                        </p:tgtEl>
                                        <p:attrNameLst>
                                          <p:attrName>ppt_w</p:attrName>
                                        </p:attrNameLst>
                                      </p:cBhvr>
                                      <p:tavLst>
                                        <p:tav tm="0">
                                          <p:val>
                                            <p:fltVal val="0"/>
                                          </p:val>
                                        </p:tav>
                                        <p:tav tm="100000">
                                          <p:val>
                                            <p:strVal val="#ppt_w"/>
                                          </p:val>
                                        </p:tav>
                                      </p:tavLst>
                                    </p:anim>
                                    <p:anim calcmode="lin" valueType="num">
                                      <p:cBhvr>
                                        <p:cTn id="8" dur="500" fill="hold"/>
                                        <p:tgtEl>
                                          <p:spTgt spid="2355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Text Box 2">
            <a:extLst>
              <a:ext uri="{FF2B5EF4-FFF2-40B4-BE49-F238E27FC236}">
                <a16:creationId xmlns:a16="http://schemas.microsoft.com/office/drawing/2014/main" id="{EC0B758A-2318-E903-A68B-62EDEBF94A85}"/>
              </a:ext>
            </a:extLst>
          </p:cNvPr>
          <p:cNvSpPr txBox="1">
            <a:spLocks noChangeArrowheads="1"/>
          </p:cNvSpPr>
          <p:nvPr/>
        </p:nvSpPr>
        <p:spPr bwMode="auto">
          <a:xfrm>
            <a:off x="609600" y="533400"/>
            <a:ext cx="3124200" cy="366713"/>
          </a:xfrm>
          <a:prstGeom prst="rect">
            <a:avLst/>
          </a:prstGeom>
          <a:noFill/>
          <a:ln>
            <a:noFill/>
          </a:ln>
          <a:effectLst/>
          <a:extLst>
            <a:ext uri="{909E8E84-426E-40DD-AFC4-6F175D3DCCD1}">
              <a14:hiddenFill xmlns:a14="http://schemas.microsoft.com/office/drawing/2010/main">
                <a:gradFill rotWithShape="0">
                  <a:gsLst>
                    <a:gs pos="0">
                      <a:srgbClr val="006600"/>
                    </a:gs>
                    <a:gs pos="100000">
                      <a:schemeClr val="bg1"/>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SAMPLE PROBLEM 11.4</a:t>
            </a:r>
            <a:endParaRPr lang="en-US" altLang="en-US" sz="1800" b="1"/>
          </a:p>
        </p:txBody>
      </p:sp>
      <p:sp>
        <p:nvSpPr>
          <p:cNvPr id="356355" name="Text Box 3">
            <a:extLst>
              <a:ext uri="{FF2B5EF4-FFF2-40B4-BE49-F238E27FC236}">
                <a16:creationId xmlns:a16="http://schemas.microsoft.com/office/drawing/2014/main" id="{7C7DFF2A-4D9A-5960-4660-53DDD67895F9}"/>
              </a:ext>
            </a:extLst>
          </p:cNvPr>
          <p:cNvSpPr txBox="1">
            <a:spLocks noChangeArrowheads="1"/>
          </p:cNvSpPr>
          <p:nvPr/>
        </p:nvSpPr>
        <p:spPr bwMode="auto">
          <a:xfrm>
            <a:off x="3505200" y="533400"/>
            <a:ext cx="5486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10000"/>
              </a:spcBef>
            </a:pPr>
            <a:r>
              <a:rPr lang="en-US" altLang="en-US" sz="1800" b="1">
                <a:solidFill>
                  <a:srgbClr val="6C18B0"/>
                </a:solidFill>
              </a:rPr>
              <a:t>Using MO theory to explain bond properties</a:t>
            </a:r>
            <a:endParaRPr lang="en-US" altLang="en-US" sz="1800" b="1"/>
          </a:p>
        </p:txBody>
      </p:sp>
      <p:sp>
        <p:nvSpPr>
          <p:cNvPr id="356356" name="Text Box 4">
            <a:extLst>
              <a:ext uri="{FF2B5EF4-FFF2-40B4-BE49-F238E27FC236}">
                <a16:creationId xmlns:a16="http://schemas.microsoft.com/office/drawing/2014/main" id="{A604BF3A-FBBE-8941-641E-475DC358428D}"/>
              </a:ext>
            </a:extLst>
          </p:cNvPr>
          <p:cNvSpPr txBox="1">
            <a:spLocks noChangeArrowheads="1"/>
          </p:cNvSpPr>
          <p:nvPr/>
        </p:nvSpPr>
        <p:spPr bwMode="auto">
          <a:xfrm>
            <a:off x="609600" y="4876800"/>
            <a:ext cx="1524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b="1">
                <a:solidFill>
                  <a:srgbClr val="6C18B0"/>
                </a:solidFill>
              </a:rPr>
              <a:t>SOLUTION:</a:t>
            </a:r>
          </a:p>
        </p:txBody>
      </p:sp>
      <p:grpSp>
        <p:nvGrpSpPr>
          <p:cNvPr id="356357" name="Group 5">
            <a:extLst>
              <a:ext uri="{FF2B5EF4-FFF2-40B4-BE49-F238E27FC236}">
                <a16:creationId xmlns:a16="http://schemas.microsoft.com/office/drawing/2014/main" id="{5E8DBF67-05E9-52F3-6431-95108AB0AC03}"/>
              </a:ext>
            </a:extLst>
          </p:cNvPr>
          <p:cNvGrpSpPr>
            <a:grpSpLocks/>
          </p:cNvGrpSpPr>
          <p:nvPr/>
        </p:nvGrpSpPr>
        <p:grpSpPr bwMode="auto">
          <a:xfrm>
            <a:off x="609600" y="1219200"/>
            <a:ext cx="8153400" cy="915988"/>
            <a:chOff x="384" y="768"/>
            <a:chExt cx="5136" cy="461"/>
          </a:xfrm>
        </p:grpSpPr>
        <p:sp>
          <p:nvSpPr>
            <p:cNvPr id="356380" name="Text Box 6">
              <a:extLst>
                <a:ext uri="{FF2B5EF4-FFF2-40B4-BE49-F238E27FC236}">
                  <a16:creationId xmlns:a16="http://schemas.microsoft.com/office/drawing/2014/main" id="{63333A59-95EA-80D3-DA79-3A2A2248BFB4}"/>
                </a:ext>
              </a:extLst>
            </p:cNvPr>
            <p:cNvSpPr txBox="1">
              <a:spLocks noChangeArrowheads="1"/>
            </p:cNvSpPr>
            <p:nvPr/>
          </p:nvSpPr>
          <p:spPr bwMode="auto">
            <a:xfrm>
              <a:off x="384" y="768"/>
              <a:ext cx="960" cy="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b="1">
                  <a:solidFill>
                    <a:srgbClr val="6C18B0"/>
                  </a:solidFill>
                </a:rPr>
                <a:t>PROBLEM:</a:t>
              </a:r>
            </a:p>
          </p:txBody>
        </p:sp>
        <p:sp>
          <p:nvSpPr>
            <p:cNvPr id="356381" name="Text Box 7">
              <a:extLst>
                <a:ext uri="{FF2B5EF4-FFF2-40B4-BE49-F238E27FC236}">
                  <a16:creationId xmlns:a16="http://schemas.microsoft.com/office/drawing/2014/main" id="{C24F6F48-1799-3E16-B26F-601F39C74110}"/>
                </a:ext>
              </a:extLst>
            </p:cNvPr>
            <p:cNvSpPr txBox="1">
              <a:spLocks noChangeArrowheads="1"/>
            </p:cNvSpPr>
            <p:nvPr/>
          </p:nvSpPr>
          <p:spPr bwMode="auto">
            <a:xfrm>
              <a:off x="1344" y="768"/>
              <a:ext cx="4176"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As the following data show, removing an electron from N</a:t>
              </a:r>
              <a:r>
                <a:rPr lang="en-US" altLang="en-US" sz="2000" b="1" baseline="-25000"/>
                <a:t>2</a:t>
              </a:r>
              <a:r>
                <a:rPr lang="en-US" altLang="en-US" sz="1800"/>
                <a:t> forms an ion with a weaker, longer bond than in the parent molecule, whereas the ion formed from O</a:t>
              </a:r>
              <a:r>
                <a:rPr lang="en-US" altLang="en-US" sz="2000" b="1" baseline="-22000"/>
                <a:t>2</a:t>
              </a:r>
              <a:r>
                <a:rPr lang="en-US" altLang="en-US" sz="1800"/>
                <a:t> has a stronger, shorter bond.</a:t>
              </a:r>
            </a:p>
          </p:txBody>
        </p:sp>
      </p:grpSp>
      <p:grpSp>
        <p:nvGrpSpPr>
          <p:cNvPr id="356358" name="Group 8">
            <a:extLst>
              <a:ext uri="{FF2B5EF4-FFF2-40B4-BE49-F238E27FC236}">
                <a16:creationId xmlns:a16="http://schemas.microsoft.com/office/drawing/2014/main" id="{DADA05BF-CD45-93B5-084F-A4A704EECB69}"/>
              </a:ext>
            </a:extLst>
          </p:cNvPr>
          <p:cNvGrpSpPr>
            <a:grpSpLocks/>
          </p:cNvGrpSpPr>
          <p:nvPr/>
        </p:nvGrpSpPr>
        <p:grpSpPr bwMode="auto">
          <a:xfrm>
            <a:off x="609600" y="4191000"/>
            <a:ext cx="8153400" cy="641350"/>
            <a:chOff x="384" y="1056"/>
            <a:chExt cx="5136" cy="404"/>
          </a:xfrm>
        </p:grpSpPr>
        <p:sp>
          <p:nvSpPr>
            <p:cNvPr id="356378" name="Text Box 9">
              <a:extLst>
                <a:ext uri="{FF2B5EF4-FFF2-40B4-BE49-F238E27FC236}">
                  <a16:creationId xmlns:a16="http://schemas.microsoft.com/office/drawing/2014/main" id="{335A02C2-BBA2-9621-4C05-26475206FA7B}"/>
                </a:ext>
              </a:extLst>
            </p:cNvPr>
            <p:cNvSpPr txBox="1">
              <a:spLocks noChangeArrowheads="1"/>
            </p:cNvSpPr>
            <p:nvPr/>
          </p:nvSpPr>
          <p:spPr bwMode="auto">
            <a:xfrm>
              <a:off x="384" y="1056"/>
              <a:ext cx="88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b="1">
                  <a:solidFill>
                    <a:srgbClr val="6C18B0"/>
                  </a:solidFill>
                </a:rPr>
                <a:t>PLAN:</a:t>
              </a:r>
              <a:endParaRPr lang="en-US" altLang="en-US" sz="1800" b="1"/>
            </a:p>
          </p:txBody>
        </p:sp>
        <p:sp>
          <p:nvSpPr>
            <p:cNvPr id="356379" name="Text Box 10">
              <a:extLst>
                <a:ext uri="{FF2B5EF4-FFF2-40B4-BE49-F238E27FC236}">
                  <a16:creationId xmlns:a16="http://schemas.microsoft.com/office/drawing/2014/main" id="{3266A0E0-3832-A145-9572-74ABF27FE73E}"/>
                </a:ext>
              </a:extLst>
            </p:cNvPr>
            <p:cNvSpPr txBox="1">
              <a:spLocks noChangeArrowheads="1"/>
            </p:cNvSpPr>
            <p:nvPr/>
          </p:nvSpPr>
          <p:spPr bwMode="auto">
            <a:xfrm>
              <a:off x="1008" y="1056"/>
              <a:ext cx="451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Find the number of valence electrons for each species, draw the MO diagrams, calculate bond orders, and compare the results.</a:t>
              </a:r>
            </a:p>
          </p:txBody>
        </p:sp>
      </p:grpSp>
      <p:sp>
        <p:nvSpPr>
          <p:cNvPr id="38925" name="Text Box 13">
            <a:extLst>
              <a:ext uri="{FF2B5EF4-FFF2-40B4-BE49-F238E27FC236}">
                <a16:creationId xmlns:a16="http://schemas.microsoft.com/office/drawing/2014/main" id="{4937B73B-357D-5E6D-9FF1-3DBB3E4C3483}"/>
              </a:ext>
            </a:extLst>
          </p:cNvPr>
          <p:cNvSpPr txBox="1">
            <a:spLocks noChangeArrowheads="1"/>
          </p:cNvSpPr>
          <p:nvPr/>
        </p:nvSpPr>
        <p:spPr bwMode="auto">
          <a:xfrm>
            <a:off x="2209800" y="3505200"/>
            <a:ext cx="6934200" cy="641350"/>
          </a:xfrm>
          <a:prstGeom prst="rect">
            <a:avLst/>
          </a:prstGeom>
          <a:noFill/>
          <a:ln>
            <a:noFill/>
          </a:ln>
          <a:effectLst/>
        </p:spPr>
        <p:txBody>
          <a:bodyPr lIns="0" rIns="0">
            <a:spAutoFit/>
          </a:bodyPr>
          <a:lstStyle/>
          <a:p>
            <a:pPr>
              <a:spcBef>
                <a:spcPct val="50000"/>
              </a:spcBef>
              <a:defRPr/>
            </a:pPr>
            <a:r>
              <a:rPr lang="en-US" altLang="en-US" sz="1800">
                <a:effectLst>
                  <a:outerShdw blurRad="38100" dist="38100" dir="2700000" algn="tl">
                    <a:srgbClr val="C0C0C0"/>
                  </a:outerShdw>
                </a:effectLst>
              </a:rPr>
              <a:t>Explain these facts with diagrams showing the sequence and occupancy of MOs.</a:t>
            </a:r>
          </a:p>
        </p:txBody>
      </p:sp>
      <p:grpSp>
        <p:nvGrpSpPr>
          <p:cNvPr id="356360" name="Group 31">
            <a:extLst>
              <a:ext uri="{FF2B5EF4-FFF2-40B4-BE49-F238E27FC236}">
                <a16:creationId xmlns:a16="http://schemas.microsoft.com/office/drawing/2014/main" id="{7E2563E3-86AA-65BC-86FD-C007B77BCC38}"/>
              </a:ext>
            </a:extLst>
          </p:cNvPr>
          <p:cNvGrpSpPr>
            <a:grpSpLocks/>
          </p:cNvGrpSpPr>
          <p:nvPr/>
        </p:nvGrpSpPr>
        <p:grpSpPr bwMode="auto">
          <a:xfrm>
            <a:off x="2362200" y="2133600"/>
            <a:ext cx="6172200" cy="1204913"/>
            <a:chOff x="816" y="1392"/>
            <a:chExt cx="3888" cy="759"/>
          </a:xfrm>
        </p:grpSpPr>
        <p:sp>
          <p:nvSpPr>
            <p:cNvPr id="38926" name="Text Box 14">
              <a:extLst>
                <a:ext uri="{FF2B5EF4-FFF2-40B4-BE49-F238E27FC236}">
                  <a16:creationId xmlns:a16="http://schemas.microsoft.com/office/drawing/2014/main" id="{F322F948-70AC-5FD1-4279-C6F38099AC7A}"/>
                </a:ext>
              </a:extLst>
            </p:cNvPr>
            <p:cNvSpPr txBox="1">
              <a:spLocks noChangeArrowheads="1"/>
            </p:cNvSpPr>
            <p:nvPr/>
          </p:nvSpPr>
          <p:spPr bwMode="auto">
            <a:xfrm>
              <a:off x="816" y="1680"/>
              <a:ext cx="1488" cy="231"/>
            </a:xfrm>
            <a:prstGeom prst="rect">
              <a:avLst/>
            </a:prstGeom>
            <a:noFill/>
            <a:ln>
              <a:noFill/>
            </a:ln>
            <a:effectLst/>
          </p:spPr>
          <p:txBody>
            <a:bodyPr lIns="0" rIns="0">
              <a:spAutoFit/>
            </a:bodyPr>
            <a:lstStyle/>
            <a:p>
              <a:pPr>
                <a:spcBef>
                  <a:spcPct val="50000"/>
                </a:spcBef>
                <a:defRPr/>
              </a:pPr>
              <a:r>
                <a:rPr lang="en-US" altLang="en-US" sz="1800">
                  <a:effectLst>
                    <a:outerShdw blurRad="38100" dist="38100" dir="2700000" algn="tl">
                      <a:srgbClr val="C0C0C0"/>
                    </a:outerShdw>
                  </a:effectLst>
                </a:rPr>
                <a:t>bond energy (kJ/mol)</a:t>
              </a:r>
            </a:p>
          </p:txBody>
        </p:sp>
        <p:sp>
          <p:nvSpPr>
            <p:cNvPr id="38927" name="Text Box 15">
              <a:extLst>
                <a:ext uri="{FF2B5EF4-FFF2-40B4-BE49-F238E27FC236}">
                  <a16:creationId xmlns:a16="http://schemas.microsoft.com/office/drawing/2014/main" id="{5AFED469-BA42-F2AA-A222-BB337320A5A7}"/>
                </a:ext>
              </a:extLst>
            </p:cNvPr>
            <p:cNvSpPr txBox="1">
              <a:spLocks noChangeArrowheads="1"/>
            </p:cNvSpPr>
            <p:nvPr/>
          </p:nvSpPr>
          <p:spPr bwMode="auto">
            <a:xfrm>
              <a:off x="816" y="1920"/>
              <a:ext cx="1488" cy="231"/>
            </a:xfrm>
            <a:prstGeom prst="rect">
              <a:avLst/>
            </a:prstGeom>
            <a:noFill/>
            <a:ln>
              <a:noFill/>
            </a:ln>
            <a:effectLst/>
          </p:spPr>
          <p:txBody>
            <a:bodyPr lIns="0" rIns="0">
              <a:spAutoFit/>
            </a:bodyPr>
            <a:lstStyle/>
            <a:p>
              <a:pPr>
                <a:spcBef>
                  <a:spcPct val="50000"/>
                </a:spcBef>
                <a:defRPr/>
              </a:pPr>
              <a:r>
                <a:rPr lang="en-US" altLang="en-US" sz="1800">
                  <a:effectLst>
                    <a:outerShdw blurRad="38100" dist="38100" dir="2700000" algn="tl">
                      <a:srgbClr val="C0C0C0"/>
                    </a:outerShdw>
                  </a:effectLst>
                </a:rPr>
                <a:t>bond length (pm)</a:t>
              </a:r>
            </a:p>
          </p:txBody>
        </p:sp>
        <p:sp>
          <p:nvSpPr>
            <p:cNvPr id="38928" name="Text Box 16">
              <a:extLst>
                <a:ext uri="{FF2B5EF4-FFF2-40B4-BE49-F238E27FC236}">
                  <a16:creationId xmlns:a16="http://schemas.microsoft.com/office/drawing/2014/main" id="{71A961E4-3F3F-81D5-010C-5D6CC6E6F94A}"/>
                </a:ext>
              </a:extLst>
            </p:cNvPr>
            <p:cNvSpPr txBox="1">
              <a:spLocks noChangeArrowheads="1"/>
            </p:cNvSpPr>
            <p:nvPr/>
          </p:nvSpPr>
          <p:spPr bwMode="auto">
            <a:xfrm>
              <a:off x="2352" y="1392"/>
              <a:ext cx="240" cy="231"/>
            </a:xfrm>
            <a:prstGeom prst="rect">
              <a:avLst/>
            </a:prstGeom>
            <a:noFill/>
            <a:ln>
              <a:noFill/>
            </a:ln>
            <a:effectLst/>
          </p:spPr>
          <p:txBody>
            <a:bodyPr lIns="0" rIns="0">
              <a:spAutoFit/>
            </a:bodyPr>
            <a:lstStyle/>
            <a:p>
              <a:pPr algn="ctr">
                <a:spcBef>
                  <a:spcPct val="50000"/>
                </a:spcBef>
                <a:defRPr/>
              </a:pPr>
              <a:r>
                <a:rPr lang="en-US" altLang="en-US" sz="1800" b="1">
                  <a:solidFill>
                    <a:srgbClr val="FF0000"/>
                  </a:solidFill>
                </a:rPr>
                <a:t>N</a:t>
              </a:r>
              <a:r>
                <a:rPr lang="en-US" altLang="en-US" sz="2000" b="1" baseline="-22000">
                  <a:solidFill>
                    <a:srgbClr val="FF0000"/>
                  </a:solidFill>
                </a:rPr>
                <a:t>2</a:t>
              </a:r>
              <a:endParaRPr lang="en-US" altLang="en-US" sz="1800" b="1">
                <a:effectLst>
                  <a:outerShdw blurRad="38100" dist="38100" dir="2700000" algn="tl">
                    <a:srgbClr val="C0C0C0"/>
                  </a:outerShdw>
                </a:effectLst>
              </a:endParaRPr>
            </a:p>
          </p:txBody>
        </p:sp>
        <p:sp>
          <p:nvSpPr>
            <p:cNvPr id="38929" name="Text Box 17">
              <a:extLst>
                <a:ext uri="{FF2B5EF4-FFF2-40B4-BE49-F238E27FC236}">
                  <a16:creationId xmlns:a16="http://schemas.microsoft.com/office/drawing/2014/main" id="{7A6A46CF-116A-616F-85A1-AE4432CD58DF}"/>
                </a:ext>
              </a:extLst>
            </p:cNvPr>
            <p:cNvSpPr txBox="1">
              <a:spLocks noChangeArrowheads="1"/>
            </p:cNvSpPr>
            <p:nvPr/>
          </p:nvSpPr>
          <p:spPr bwMode="auto">
            <a:xfrm>
              <a:off x="3048" y="1392"/>
              <a:ext cx="336" cy="231"/>
            </a:xfrm>
            <a:prstGeom prst="rect">
              <a:avLst/>
            </a:prstGeom>
            <a:noFill/>
            <a:ln>
              <a:noFill/>
            </a:ln>
            <a:effectLst/>
          </p:spPr>
          <p:txBody>
            <a:bodyPr lIns="0" rIns="0">
              <a:spAutoFit/>
            </a:bodyPr>
            <a:lstStyle/>
            <a:p>
              <a:pPr algn="ctr">
                <a:spcBef>
                  <a:spcPct val="50000"/>
                </a:spcBef>
                <a:defRPr/>
              </a:pPr>
              <a:r>
                <a:rPr lang="en-US" altLang="en-US" sz="1800" b="1">
                  <a:solidFill>
                    <a:srgbClr val="FF0000"/>
                  </a:solidFill>
                </a:rPr>
                <a:t>N</a:t>
              </a:r>
              <a:r>
                <a:rPr lang="en-US" altLang="en-US" sz="2000" b="1" baseline="-22000">
                  <a:solidFill>
                    <a:srgbClr val="FF0000"/>
                  </a:solidFill>
                </a:rPr>
                <a:t>2</a:t>
              </a:r>
              <a:r>
                <a:rPr lang="en-US" altLang="en-US" sz="2000" b="1" baseline="30000">
                  <a:solidFill>
                    <a:srgbClr val="FF0000"/>
                  </a:solidFill>
                </a:rPr>
                <a:t>+</a:t>
              </a:r>
              <a:endParaRPr lang="en-US" altLang="en-US" sz="1800" b="1">
                <a:effectLst>
                  <a:outerShdw blurRad="38100" dist="38100" dir="2700000" algn="tl">
                    <a:srgbClr val="C0C0C0"/>
                  </a:outerShdw>
                </a:effectLst>
              </a:endParaRPr>
            </a:p>
          </p:txBody>
        </p:sp>
        <p:sp>
          <p:nvSpPr>
            <p:cNvPr id="38930" name="Text Box 18">
              <a:extLst>
                <a:ext uri="{FF2B5EF4-FFF2-40B4-BE49-F238E27FC236}">
                  <a16:creationId xmlns:a16="http://schemas.microsoft.com/office/drawing/2014/main" id="{21430507-EBEE-3D6A-9027-5415FE751F7B}"/>
                </a:ext>
              </a:extLst>
            </p:cNvPr>
            <p:cNvSpPr txBox="1">
              <a:spLocks noChangeArrowheads="1"/>
            </p:cNvSpPr>
            <p:nvPr/>
          </p:nvSpPr>
          <p:spPr bwMode="auto">
            <a:xfrm>
              <a:off x="3696" y="1392"/>
              <a:ext cx="240" cy="231"/>
            </a:xfrm>
            <a:prstGeom prst="rect">
              <a:avLst/>
            </a:prstGeom>
            <a:noFill/>
            <a:ln>
              <a:noFill/>
            </a:ln>
            <a:effectLst/>
          </p:spPr>
          <p:txBody>
            <a:bodyPr lIns="0" rIns="0">
              <a:spAutoFit/>
            </a:bodyPr>
            <a:lstStyle/>
            <a:p>
              <a:pPr algn="ctr">
                <a:spcBef>
                  <a:spcPct val="50000"/>
                </a:spcBef>
                <a:defRPr/>
              </a:pPr>
              <a:r>
                <a:rPr lang="en-US" altLang="en-US" sz="1800" b="1">
                  <a:solidFill>
                    <a:srgbClr val="FF0000"/>
                  </a:solidFill>
                </a:rPr>
                <a:t>O</a:t>
              </a:r>
              <a:r>
                <a:rPr lang="en-US" altLang="en-US" sz="2000" b="1" baseline="-22000">
                  <a:solidFill>
                    <a:srgbClr val="FF0000"/>
                  </a:solidFill>
                </a:rPr>
                <a:t>2</a:t>
              </a:r>
              <a:endParaRPr lang="en-US" altLang="en-US" sz="1800" b="1">
                <a:effectLst>
                  <a:outerShdw blurRad="38100" dist="38100" dir="2700000" algn="tl">
                    <a:srgbClr val="C0C0C0"/>
                  </a:outerShdw>
                </a:effectLst>
              </a:endParaRPr>
            </a:p>
          </p:txBody>
        </p:sp>
        <p:sp>
          <p:nvSpPr>
            <p:cNvPr id="38931" name="Text Box 19">
              <a:extLst>
                <a:ext uri="{FF2B5EF4-FFF2-40B4-BE49-F238E27FC236}">
                  <a16:creationId xmlns:a16="http://schemas.microsoft.com/office/drawing/2014/main" id="{78741266-1745-A9A4-9415-5EF7F2B31801}"/>
                </a:ext>
              </a:extLst>
            </p:cNvPr>
            <p:cNvSpPr txBox="1">
              <a:spLocks noChangeArrowheads="1"/>
            </p:cNvSpPr>
            <p:nvPr/>
          </p:nvSpPr>
          <p:spPr bwMode="auto">
            <a:xfrm>
              <a:off x="4272" y="1392"/>
              <a:ext cx="336" cy="231"/>
            </a:xfrm>
            <a:prstGeom prst="rect">
              <a:avLst/>
            </a:prstGeom>
            <a:noFill/>
            <a:ln>
              <a:noFill/>
            </a:ln>
            <a:effectLst/>
          </p:spPr>
          <p:txBody>
            <a:bodyPr lIns="0" rIns="0">
              <a:spAutoFit/>
            </a:bodyPr>
            <a:lstStyle/>
            <a:p>
              <a:pPr algn="ctr">
                <a:spcBef>
                  <a:spcPct val="50000"/>
                </a:spcBef>
                <a:defRPr/>
              </a:pPr>
              <a:r>
                <a:rPr lang="en-US" altLang="en-US" sz="1800" b="1">
                  <a:solidFill>
                    <a:srgbClr val="FF0000"/>
                  </a:solidFill>
                </a:rPr>
                <a:t>O</a:t>
              </a:r>
              <a:r>
                <a:rPr lang="en-US" altLang="en-US" sz="2000" b="1" baseline="-22000">
                  <a:solidFill>
                    <a:srgbClr val="FF0000"/>
                  </a:solidFill>
                </a:rPr>
                <a:t>2</a:t>
              </a:r>
              <a:r>
                <a:rPr lang="en-US" altLang="en-US" sz="2000" b="1" baseline="30000">
                  <a:solidFill>
                    <a:srgbClr val="FF0000"/>
                  </a:solidFill>
                </a:rPr>
                <a:t>+</a:t>
              </a:r>
              <a:endParaRPr lang="en-US" altLang="en-US" sz="1800" b="1">
                <a:effectLst>
                  <a:outerShdw blurRad="38100" dist="38100" dir="2700000" algn="tl">
                    <a:srgbClr val="C0C0C0"/>
                  </a:outerShdw>
                </a:effectLst>
              </a:endParaRPr>
            </a:p>
          </p:txBody>
        </p:sp>
        <p:sp>
          <p:nvSpPr>
            <p:cNvPr id="38932" name="Text Box 20">
              <a:extLst>
                <a:ext uri="{FF2B5EF4-FFF2-40B4-BE49-F238E27FC236}">
                  <a16:creationId xmlns:a16="http://schemas.microsoft.com/office/drawing/2014/main" id="{92C0B808-23CF-635D-90EE-44012574075A}"/>
                </a:ext>
              </a:extLst>
            </p:cNvPr>
            <p:cNvSpPr txBox="1">
              <a:spLocks noChangeArrowheads="1"/>
            </p:cNvSpPr>
            <p:nvPr/>
          </p:nvSpPr>
          <p:spPr bwMode="auto">
            <a:xfrm>
              <a:off x="2304" y="1680"/>
              <a:ext cx="336" cy="231"/>
            </a:xfrm>
            <a:prstGeom prst="rect">
              <a:avLst/>
            </a:prstGeom>
            <a:noFill/>
            <a:ln>
              <a:noFill/>
            </a:ln>
            <a:effectLst/>
          </p:spPr>
          <p:txBody>
            <a:bodyPr lIns="0" rIns="0">
              <a:spAutoFit/>
            </a:bodyPr>
            <a:lstStyle/>
            <a:p>
              <a:pPr algn="ctr">
                <a:spcBef>
                  <a:spcPct val="50000"/>
                </a:spcBef>
                <a:defRPr/>
              </a:pPr>
              <a:r>
                <a:rPr lang="en-US" altLang="en-US" sz="1800">
                  <a:effectLst>
                    <a:outerShdw blurRad="38100" dist="38100" dir="2700000" algn="tl">
                      <a:srgbClr val="C0C0C0"/>
                    </a:outerShdw>
                  </a:effectLst>
                </a:rPr>
                <a:t>945</a:t>
              </a:r>
            </a:p>
          </p:txBody>
        </p:sp>
        <p:sp>
          <p:nvSpPr>
            <p:cNvPr id="38933" name="Text Box 21">
              <a:extLst>
                <a:ext uri="{FF2B5EF4-FFF2-40B4-BE49-F238E27FC236}">
                  <a16:creationId xmlns:a16="http://schemas.microsoft.com/office/drawing/2014/main" id="{C91F3A26-ADC5-73C1-78D8-2787C0835675}"/>
                </a:ext>
              </a:extLst>
            </p:cNvPr>
            <p:cNvSpPr txBox="1">
              <a:spLocks noChangeArrowheads="1"/>
            </p:cNvSpPr>
            <p:nvPr/>
          </p:nvSpPr>
          <p:spPr bwMode="auto">
            <a:xfrm>
              <a:off x="2304" y="1920"/>
              <a:ext cx="336" cy="231"/>
            </a:xfrm>
            <a:prstGeom prst="rect">
              <a:avLst/>
            </a:prstGeom>
            <a:noFill/>
            <a:ln>
              <a:noFill/>
            </a:ln>
            <a:effectLst/>
          </p:spPr>
          <p:txBody>
            <a:bodyPr lIns="0" rIns="0">
              <a:spAutoFit/>
            </a:bodyPr>
            <a:lstStyle/>
            <a:p>
              <a:pPr algn="ctr">
                <a:spcBef>
                  <a:spcPct val="50000"/>
                </a:spcBef>
                <a:defRPr/>
              </a:pPr>
              <a:r>
                <a:rPr lang="en-US" altLang="en-US" sz="1800">
                  <a:effectLst>
                    <a:outerShdw blurRad="38100" dist="38100" dir="2700000" algn="tl">
                      <a:srgbClr val="C0C0C0"/>
                    </a:outerShdw>
                  </a:effectLst>
                </a:rPr>
                <a:t>110</a:t>
              </a:r>
            </a:p>
          </p:txBody>
        </p:sp>
        <p:sp>
          <p:nvSpPr>
            <p:cNvPr id="38934" name="Text Box 22">
              <a:extLst>
                <a:ext uri="{FF2B5EF4-FFF2-40B4-BE49-F238E27FC236}">
                  <a16:creationId xmlns:a16="http://schemas.microsoft.com/office/drawing/2014/main" id="{4EC04168-3036-E90B-FBC8-69863BBB5D6C}"/>
                </a:ext>
              </a:extLst>
            </p:cNvPr>
            <p:cNvSpPr txBox="1">
              <a:spLocks noChangeArrowheads="1"/>
            </p:cNvSpPr>
            <p:nvPr/>
          </p:nvSpPr>
          <p:spPr bwMode="auto">
            <a:xfrm>
              <a:off x="3648" y="1680"/>
              <a:ext cx="336" cy="231"/>
            </a:xfrm>
            <a:prstGeom prst="rect">
              <a:avLst/>
            </a:prstGeom>
            <a:noFill/>
            <a:ln>
              <a:noFill/>
            </a:ln>
            <a:effectLst/>
          </p:spPr>
          <p:txBody>
            <a:bodyPr lIns="0" rIns="0">
              <a:spAutoFit/>
            </a:bodyPr>
            <a:lstStyle/>
            <a:p>
              <a:pPr algn="ctr">
                <a:spcBef>
                  <a:spcPct val="50000"/>
                </a:spcBef>
                <a:defRPr/>
              </a:pPr>
              <a:r>
                <a:rPr lang="en-US" altLang="en-US" sz="1800">
                  <a:effectLst>
                    <a:outerShdw blurRad="38100" dist="38100" dir="2700000" algn="tl">
                      <a:srgbClr val="C0C0C0"/>
                    </a:outerShdw>
                  </a:effectLst>
                </a:rPr>
                <a:t>498</a:t>
              </a:r>
            </a:p>
          </p:txBody>
        </p:sp>
        <p:sp>
          <p:nvSpPr>
            <p:cNvPr id="38935" name="Text Box 23">
              <a:extLst>
                <a:ext uri="{FF2B5EF4-FFF2-40B4-BE49-F238E27FC236}">
                  <a16:creationId xmlns:a16="http://schemas.microsoft.com/office/drawing/2014/main" id="{434CA4BB-3712-0F91-8593-DD53B45A3C11}"/>
                </a:ext>
              </a:extLst>
            </p:cNvPr>
            <p:cNvSpPr txBox="1">
              <a:spLocks noChangeArrowheads="1"/>
            </p:cNvSpPr>
            <p:nvPr/>
          </p:nvSpPr>
          <p:spPr bwMode="auto">
            <a:xfrm>
              <a:off x="3048" y="1680"/>
              <a:ext cx="336" cy="231"/>
            </a:xfrm>
            <a:prstGeom prst="rect">
              <a:avLst/>
            </a:prstGeom>
            <a:noFill/>
            <a:ln>
              <a:noFill/>
            </a:ln>
            <a:effectLst/>
          </p:spPr>
          <p:txBody>
            <a:bodyPr lIns="0" rIns="0">
              <a:spAutoFit/>
            </a:bodyPr>
            <a:lstStyle/>
            <a:p>
              <a:pPr algn="ctr">
                <a:spcBef>
                  <a:spcPct val="50000"/>
                </a:spcBef>
                <a:defRPr/>
              </a:pPr>
              <a:r>
                <a:rPr lang="en-US" altLang="en-US" sz="1800">
                  <a:effectLst>
                    <a:outerShdw blurRad="38100" dist="38100" dir="2700000" algn="tl">
                      <a:srgbClr val="C0C0C0"/>
                    </a:outerShdw>
                  </a:effectLst>
                </a:rPr>
                <a:t>841</a:t>
              </a:r>
            </a:p>
          </p:txBody>
        </p:sp>
        <p:sp>
          <p:nvSpPr>
            <p:cNvPr id="38936" name="Text Box 24">
              <a:extLst>
                <a:ext uri="{FF2B5EF4-FFF2-40B4-BE49-F238E27FC236}">
                  <a16:creationId xmlns:a16="http://schemas.microsoft.com/office/drawing/2014/main" id="{73809C1F-62C5-A8E2-1F73-C8C657F607BA}"/>
                </a:ext>
              </a:extLst>
            </p:cNvPr>
            <p:cNvSpPr txBox="1">
              <a:spLocks noChangeArrowheads="1"/>
            </p:cNvSpPr>
            <p:nvPr/>
          </p:nvSpPr>
          <p:spPr bwMode="auto">
            <a:xfrm>
              <a:off x="4272" y="1680"/>
              <a:ext cx="336" cy="231"/>
            </a:xfrm>
            <a:prstGeom prst="rect">
              <a:avLst/>
            </a:prstGeom>
            <a:noFill/>
            <a:ln>
              <a:noFill/>
            </a:ln>
            <a:effectLst/>
          </p:spPr>
          <p:txBody>
            <a:bodyPr lIns="0" rIns="0">
              <a:spAutoFit/>
            </a:bodyPr>
            <a:lstStyle/>
            <a:p>
              <a:pPr algn="ctr">
                <a:spcBef>
                  <a:spcPct val="50000"/>
                </a:spcBef>
                <a:defRPr/>
              </a:pPr>
              <a:r>
                <a:rPr lang="en-US" altLang="en-US" sz="1800">
                  <a:effectLst>
                    <a:outerShdw blurRad="38100" dist="38100" dir="2700000" algn="tl">
                      <a:srgbClr val="C0C0C0"/>
                    </a:outerShdw>
                  </a:effectLst>
                </a:rPr>
                <a:t>623</a:t>
              </a:r>
            </a:p>
          </p:txBody>
        </p:sp>
        <p:sp>
          <p:nvSpPr>
            <p:cNvPr id="38937" name="Text Box 25">
              <a:extLst>
                <a:ext uri="{FF2B5EF4-FFF2-40B4-BE49-F238E27FC236}">
                  <a16:creationId xmlns:a16="http://schemas.microsoft.com/office/drawing/2014/main" id="{38EB0951-6096-A5C5-F55B-0DC5D8869787}"/>
                </a:ext>
              </a:extLst>
            </p:cNvPr>
            <p:cNvSpPr txBox="1">
              <a:spLocks noChangeArrowheads="1"/>
            </p:cNvSpPr>
            <p:nvPr/>
          </p:nvSpPr>
          <p:spPr bwMode="auto">
            <a:xfrm>
              <a:off x="4272" y="1920"/>
              <a:ext cx="336" cy="231"/>
            </a:xfrm>
            <a:prstGeom prst="rect">
              <a:avLst/>
            </a:prstGeom>
            <a:noFill/>
            <a:ln>
              <a:noFill/>
            </a:ln>
            <a:effectLst/>
          </p:spPr>
          <p:txBody>
            <a:bodyPr lIns="0" rIns="0">
              <a:spAutoFit/>
            </a:bodyPr>
            <a:lstStyle/>
            <a:p>
              <a:pPr algn="ctr">
                <a:spcBef>
                  <a:spcPct val="50000"/>
                </a:spcBef>
                <a:defRPr/>
              </a:pPr>
              <a:r>
                <a:rPr lang="en-US" altLang="en-US" sz="1800">
                  <a:effectLst>
                    <a:outerShdw blurRad="38100" dist="38100" dir="2700000" algn="tl">
                      <a:srgbClr val="C0C0C0"/>
                    </a:outerShdw>
                  </a:effectLst>
                </a:rPr>
                <a:t>112</a:t>
              </a:r>
            </a:p>
          </p:txBody>
        </p:sp>
        <p:sp>
          <p:nvSpPr>
            <p:cNvPr id="38938" name="Text Box 26">
              <a:extLst>
                <a:ext uri="{FF2B5EF4-FFF2-40B4-BE49-F238E27FC236}">
                  <a16:creationId xmlns:a16="http://schemas.microsoft.com/office/drawing/2014/main" id="{6D0002BB-3FE5-E5A5-0784-BC300F78ECB5}"/>
                </a:ext>
              </a:extLst>
            </p:cNvPr>
            <p:cNvSpPr txBox="1">
              <a:spLocks noChangeArrowheads="1"/>
            </p:cNvSpPr>
            <p:nvPr/>
          </p:nvSpPr>
          <p:spPr bwMode="auto">
            <a:xfrm>
              <a:off x="3648" y="1920"/>
              <a:ext cx="336" cy="231"/>
            </a:xfrm>
            <a:prstGeom prst="rect">
              <a:avLst/>
            </a:prstGeom>
            <a:noFill/>
            <a:ln>
              <a:noFill/>
            </a:ln>
            <a:effectLst/>
          </p:spPr>
          <p:txBody>
            <a:bodyPr lIns="0" rIns="0">
              <a:spAutoFit/>
            </a:bodyPr>
            <a:lstStyle/>
            <a:p>
              <a:pPr algn="ctr">
                <a:spcBef>
                  <a:spcPct val="50000"/>
                </a:spcBef>
                <a:defRPr/>
              </a:pPr>
              <a:r>
                <a:rPr lang="en-US" altLang="en-US" sz="1800">
                  <a:effectLst>
                    <a:outerShdw blurRad="38100" dist="38100" dir="2700000" algn="tl">
                      <a:srgbClr val="C0C0C0"/>
                    </a:outerShdw>
                  </a:effectLst>
                </a:rPr>
                <a:t>121</a:t>
              </a:r>
            </a:p>
          </p:txBody>
        </p:sp>
        <p:sp>
          <p:nvSpPr>
            <p:cNvPr id="38939" name="Text Box 27">
              <a:extLst>
                <a:ext uri="{FF2B5EF4-FFF2-40B4-BE49-F238E27FC236}">
                  <a16:creationId xmlns:a16="http://schemas.microsoft.com/office/drawing/2014/main" id="{57455B4E-9129-9C2B-ED63-15B2E28C5CBB}"/>
                </a:ext>
              </a:extLst>
            </p:cNvPr>
            <p:cNvSpPr txBox="1">
              <a:spLocks noChangeArrowheads="1"/>
            </p:cNvSpPr>
            <p:nvPr/>
          </p:nvSpPr>
          <p:spPr bwMode="auto">
            <a:xfrm>
              <a:off x="3048" y="1920"/>
              <a:ext cx="336" cy="231"/>
            </a:xfrm>
            <a:prstGeom prst="rect">
              <a:avLst/>
            </a:prstGeom>
            <a:noFill/>
            <a:ln>
              <a:noFill/>
            </a:ln>
            <a:effectLst/>
          </p:spPr>
          <p:txBody>
            <a:bodyPr lIns="0" rIns="0">
              <a:spAutoFit/>
            </a:bodyPr>
            <a:lstStyle/>
            <a:p>
              <a:pPr algn="ctr">
                <a:spcBef>
                  <a:spcPct val="50000"/>
                </a:spcBef>
                <a:defRPr/>
              </a:pPr>
              <a:r>
                <a:rPr lang="en-US" altLang="en-US" sz="1800">
                  <a:effectLst>
                    <a:outerShdw blurRad="38100" dist="38100" dir="2700000" algn="tl">
                      <a:srgbClr val="C0C0C0"/>
                    </a:outerShdw>
                  </a:effectLst>
                </a:rPr>
                <a:t>112</a:t>
              </a:r>
            </a:p>
          </p:txBody>
        </p:sp>
        <p:sp>
          <p:nvSpPr>
            <p:cNvPr id="356377" name="Line 28">
              <a:extLst>
                <a:ext uri="{FF2B5EF4-FFF2-40B4-BE49-F238E27FC236}">
                  <a16:creationId xmlns:a16="http://schemas.microsoft.com/office/drawing/2014/main" id="{F61285EE-65EA-D68C-706E-30D5E82D6265}"/>
                </a:ext>
              </a:extLst>
            </p:cNvPr>
            <p:cNvSpPr>
              <a:spLocks noChangeShapeType="1"/>
            </p:cNvSpPr>
            <p:nvPr/>
          </p:nvSpPr>
          <p:spPr bwMode="auto">
            <a:xfrm>
              <a:off x="2256" y="1680"/>
              <a:ext cx="244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56361" name="Text Box 29">
            <a:extLst>
              <a:ext uri="{FF2B5EF4-FFF2-40B4-BE49-F238E27FC236}">
                <a16:creationId xmlns:a16="http://schemas.microsoft.com/office/drawing/2014/main" id="{8539483E-CC71-1BE8-AE30-8650F3FEECCA}"/>
              </a:ext>
            </a:extLst>
          </p:cNvPr>
          <p:cNvSpPr txBox="1">
            <a:spLocks noChangeArrowheads="1"/>
          </p:cNvSpPr>
          <p:nvPr/>
        </p:nvSpPr>
        <p:spPr bwMode="auto">
          <a:xfrm>
            <a:off x="1295400" y="5257800"/>
            <a:ext cx="502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N</a:t>
            </a:r>
            <a:r>
              <a:rPr lang="en-US" altLang="en-US" sz="2000" b="1" baseline="-22000"/>
              <a:t>2</a:t>
            </a:r>
            <a:r>
              <a:rPr lang="en-US" altLang="en-US" sz="1800"/>
              <a:t> has 10 valence electrons, so N</a:t>
            </a:r>
            <a:r>
              <a:rPr lang="en-US" altLang="en-US" sz="2000" b="1" baseline="-22000"/>
              <a:t>2</a:t>
            </a:r>
            <a:r>
              <a:rPr lang="en-US" altLang="en-US" sz="2000" b="1" baseline="30000"/>
              <a:t>+</a:t>
            </a:r>
            <a:r>
              <a:rPr lang="en-US" altLang="en-US" sz="1800"/>
              <a:t> has 9.</a:t>
            </a:r>
          </a:p>
        </p:txBody>
      </p:sp>
      <p:sp>
        <p:nvSpPr>
          <p:cNvPr id="356362" name="Text Box 30">
            <a:extLst>
              <a:ext uri="{FF2B5EF4-FFF2-40B4-BE49-F238E27FC236}">
                <a16:creationId xmlns:a16="http://schemas.microsoft.com/office/drawing/2014/main" id="{8D7D4C4D-78DB-54C7-E7F7-D17C9C64BBEE}"/>
              </a:ext>
            </a:extLst>
          </p:cNvPr>
          <p:cNvSpPr txBox="1">
            <a:spLocks noChangeArrowheads="1"/>
          </p:cNvSpPr>
          <p:nvPr/>
        </p:nvSpPr>
        <p:spPr bwMode="auto">
          <a:xfrm>
            <a:off x="1295400" y="5715000"/>
            <a:ext cx="502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O</a:t>
            </a:r>
            <a:r>
              <a:rPr lang="en-US" altLang="en-US" sz="2000" b="1" baseline="-25000"/>
              <a:t>2</a:t>
            </a:r>
            <a:r>
              <a:rPr lang="en-US" altLang="en-US" sz="1800"/>
              <a:t> has 12 valence electrons, so O</a:t>
            </a:r>
            <a:r>
              <a:rPr lang="en-US" altLang="en-US" sz="2000" b="1" baseline="-25000"/>
              <a:t>2</a:t>
            </a:r>
            <a:r>
              <a:rPr lang="en-US" altLang="en-US" sz="2000" b="1" baseline="30000"/>
              <a:t>+</a:t>
            </a:r>
            <a:r>
              <a:rPr lang="en-US" altLang="en-US" sz="1800"/>
              <a:t> has 11.</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Text Box 2">
            <a:extLst>
              <a:ext uri="{FF2B5EF4-FFF2-40B4-BE49-F238E27FC236}">
                <a16:creationId xmlns:a16="http://schemas.microsoft.com/office/drawing/2014/main" id="{01119046-9CA7-241D-894A-BE36A5A7800D}"/>
              </a:ext>
            </a:extLst>
          </p:cNvPr>
          <p:cNvSpPr txBox="1">
            <a:spLocks noChangeArrowheads="1"/>
          </p:cNvSpPr>
          <p:nvPr/>
        </p:nvSpPr>
        <p:spPr bwMode="auto">
          <a:xfrm>
            <a:off x="495300" y="381000"/>
            <a:ext cx="3124200" cy="366713"/>
          </a:xfrm>
          <a:prstGeom prst="rect">
            <a:avLst/>
          </a:prstGeom>
          <a:noFill/>
          <a:ln>
            <a:noFill/>
          </a:ln>
          <a:effectLst/>
          <a:extLst>
            <a:ext uri="{909E8E84-426E-40DD-AFC4-6F175D3DCCD1}">
              <a14:hiddenFill xmlns:a14="http://schemas.microsoft.com/office/drawing/2010/main">
                <a:gradFill rotWithShape="0">
                  <a:gsLst>
                    <a:gs pos="0">
                      <a:srgbClr val="006600"/>
                    </a:gs>
                    <a:gs pos="100000">
                      <a:schemeClr val="bg1"/>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SAMPLE PROBLEM 11.4</a:t>
            </a:r>
          </a:p>
        </p:txBody>
      </p:sp>
      <p:sp>
        <p:nvSpPr>
          <p:cNvPr id="357379" name="Text Box 6">
            <a:extLst>
              <a:ext uri="{FF2B5EF4-FFF2-40B4-BE49-F238E27FC236}">
                <a16:creationId xmlns:a16="http://schemas.microsoft.com/office/drawing/2014/main" id="{D8D0C499-0B14-C9DD-5A26-AE2375941213}"/>
              </a:ext>
            </a:extLst>
          </p:cNvPr>
          <p:cNvSpPr txBox="1">
            <a:spLocks noChangeArrowheads="1"/>
          </p:cNvSpPr>
          <p:nvPr/>
        </p:nvSpPr>
        <p:spPr bwMode="auto">
          <a:xfrm>
            <a:off x="3390900" y="381000"/>
            <a:ext cx="1600200" cy="366713"/>
          </a:xfrm>
          <a:prstGeom prst="rect">
            <a:avLst/>
          </a:prstGeom>
          <a:noFill/>
          <a:ln>
            <a:noFill/>
          </a:ln>
          <a:effectLst/>
          <a:extLst>
            <a:ext uri="{909E8E84-426E-40DD-AFC4-6F175D3DCCD1}">
              <a14:hiddenFill xmlns:a14="http://schemas.microsoft.com/office/drawing/2010/main">
                <a:gradFill rotWithShape="0">
                  <a:gsLst>
                    <a:gs pos="0">
                      <a:srgbClr val="187534"/>
                    </a:gs>
                    <a:gs pos="100000">
                      <a:schemeClr val="bg1"/>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a:t>(continued)</a:t>
            </a:r>
          </a:p>
        </p:txBody>
      </p:sp>
      <p:grpSp>
        <p:nvGrpSpPr>
          <p:cNvPr id="357380" name="Group 146">
            <a:extLst>
              <a:ext uri="{FF2B5EF4-FFF2-40B4-BE49-F238E27FC236}">
                <a16:creationId xmlns:a16="http://schemas.microsoft.com/office/drawing/2014/main" id="{AD0291D1-C75E-72F7-6DA9-6614681934C5}"/>
              </a:ext>
            </a:extLst>
          </p:cNvPr>
          <p:cNvGrpSpPr>
            <a:grpSpLocks/>
          </p:cNvGrpSpPr>
          <p:nvPr/>
        </p:nvGrpSpPr>
        <p:grpSpPr bwMode="auto">
          <a:xfrm>
            <a:off x="1104900" y="1371600"/>
            <a:ext cx="914400" cy="1143000"/>
            <a:chOff x="720" y="1200"/>
            <a:chExt cx="576" cy="720"/>
          </a:xfrm>
        </p:grpSpPr>
        <p:sp>
          <p:nvSpPr>
            <p:cNvPr id="357494" name="Rectangle 7">
              <a:extLst>
                <a:ext uri="{FF2B5EF4-FFF2-40B4-BE49-F238E27FC236}">
                  <a16:creationId xmlns:a16="http://schemas.microsoft.com/office/drawing/2014/main" id="{3AA04ADD-CDC6-E6FE-346E-0BBBCC5792AD}"/>
                </a:ext>
              </a:extLst>
            </p:cNvPr>
            <p:cNvSpPr>
              <a:spLocks noChangeArrowheads="1"/>
            </p:cNvSpPr>
            <p:nvPr/>
          </p:nvSpPr>
          <p:spPr bwMode="auto">
            <a:xfrm>
              <a:off x="864" y="1200"/>
              <a:ext cx="288"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grpSp>
          <p:nvGrpSpPr>
            <p:cNvPr id="357495" name="Group 10">
              <a:extLst>
                <a:ext uri="{FF2B5EF4-FFF2-40B4-BE49-F238E27FC236}">
                  <a16:creationId xmlns:a16="http://schemas.microsoft.com/office/drawing/2014/main" id="{39342A2E-3CBF-B605-CDDD-E4E8E4AB95A6}"/>
                </a:ext>
              </a:extLst>
            </p:cNvPr>
            <p:cNvGrpSpPr>
              <a:grpSpLocks/>
            </p:cNvGrpSpPr>
            <p:nvPr/>
          </p:nvGrpSpPr>
          <p:grpSpPr bwMode="auto">
            <a:xfrm>
              <a:off x="720" y="1680"/>
              <a:ext cx="576" cy="240"/>
              <a:chOff x="384" y="1776"/>
              <a:chExt cx="576" cy="240"/>
            </a:xfrm>
          </p:grpSpPr>
          <p:sp>
            <p:nvSpPr>
              <p:cNvPr id="357496" name="Rectangle 8">
                <a:extLst>
                  <a:ext uri="{FF2B5EF4-FFF2-40B4-BE49-F238E27FC236}">
                    <a16:creationId xmlns:a16="http://schemas.microsoft.com/office/drawing/2014/main" id="{9878A634-2051-8187-8B00-D0E8E25D4AD9}"/>
                  </a:ext>
                </a:extLst>
              </p:cNvPr>
              <p:cNvSpPr>
                <a:spLocks noChangeArrowheads="1"/>
              </p:cNvSpPr>
              <p:nvPr/>
            </p:nvSpPr>
            <p:spPr bwMode="auto">
              <a:xfrm>
                <a:off x="384" y="1776"/>
                <a:ext cx="288"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7497" name="Rectangle 9">
                <a:extLst>
                  <a:ext uri="{FF2B5EF4-FFF2-40B4-BE49-F238E27FC236}">
                    <a16:creationId xmlns:a16="http://schemas.microsoft.com/office/drawing/2014/main" id="{578F7A9B-65A6-1489-0524-9EE33D541A7C}"/>
                  </a:ext>
                </a:extLst>
              </p:cNvPr>
              <p:cNvSpPr>
                <a:spLocks noChangeArrowheads="1"/>
              </p:cNvSpPr>
              <p:nvPr/>
            </p:nvSpPr>
            <p:spPr bwMode="auto">
              <a:xfrm>
                <a:off x="672" y="1776"/>
                <a:ext cx="288"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grpSp>
      </p:grpSp>
      <p:sp>
        <p:nvSpPr>
          <p:cNvPr id="357381" name="Text Box 18">
            <a:extLst>
              <a:ext uri="{FF2B5EF4-FFF2-40B4-BE49-F238E27FC236}">
                <a16:creationId xmlns:a16="http://schemas.microsoft.com/office/drawing/2014/main" id="{8AD4EDE9-EF9D-C47A-68FF-B9A69E1268D1}"/>
              </a:ext>
            </a:extLst>
          </p:cNvPr>
          <p:cNvSpPr txBox="1">
            <a:spLocks noChangeArrowheads="1"/>
          </p:cNvSpPr>
          <p:nvPr/>
        </p:nvSpPr>
        <p:spPr bwMode="auto">
          <a:xfrm>
            <a:off x="2514600" y="48006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latin typeface="Symbol" panose="05050102010706020507" pitchFamily="18" charset="2"/>
              </a:rPr>
              <a:t>s</a:t>
            </a:r>
            <a:r>
              <a:rPr lang="en-US" altLang="en-US" sz="2000" b="1" baseline="-25000"/>
              <a:t>2</a:t>
            </a:r>
            <a:r>
              <a:rPr lang="en-US" altLang="en-US" sz="2000" b="1" i="1" baseline="-25000"/>
              <a:t>s</a:t>
            </a:r>
            <a:endParaRPr lang="en-US" altLang="en-US" sz="1800" b="1"/>
          </a:p>
        </p:txBody>
      </p:sp>
      <p:sp>
        <p:nvSpPr>
          <p:cNvPr id="357382" name="Text Box 19">
            <a:extLst>
              <a:ext uri="{FF2B5EF4-FFF2-40B4-BE49-F238E27FC236}">
                <a16:creationId xmlns:a16="http://schemas.microsoft.com/office/drawing/2014/main" id="{3392EE60-6E5D-94D1-8B9F-517980A38EDC}"/>
              </a:ext>
            </a:extLst>
          </p:cNvPr>
          <p:cNvSpPr txBox="1">
            <a:spLocks noChangeArrowheads="1"/>
          </p:cNvSpPr>
          <p:nvPr/>
        </p:nvSpPr>
        <p:spPr bwMode="auto">
          <a:xfrm>
            <a:off x="2438400" y="4191000"/>
            <a:ext cx="685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latin typeface="Symbol" panose="05050102010706020507" pitchFamily="18" charset="2"/>
              </a:rPr>
              <a:t>s</a:t>
            </a:r>
            <a:r>
              <a:rPr lang="en-US" altLang="en-US" sz="2000" b="1" baseline="-25000"/>
              <a:t>2</a:t>
            </a:r>
            <a:r>
              <a:rPr lang="en-US" altLang="en-US" sz="2000" b="1" i="1" baseline="-25000"/>
              <a:t>s</a:t>
            </a:r>
            <a:endParaRPr lang="en-US" altLang="en-US" sz="1800"/>
          </a:p>
        </p:txBody>
      </p:sp>
      <p:sp>
        <p:nvSpPr>
          <p:cNvPr id="357383" name="Text Box 20">
            <a:extLst>
              <a:ext uri="{FF2B5EF4-FFF2-40B4-BE49-F238E27FC236}">
                <a16:creationId xmlns:a16="http://schemas.microsoft.com/office/drawing/2014/main" id="{D28097FD-8295-D131-A0A0-9B9A2E23A2AC}"/>
              </a:ext>
            </a:extLst>
          </p:cNvPr>
          <p:cNvSpPr txBox="1">
            <a:spLocks noChangeArrowheads="1"/>
          </p:cNvSpPr>
          <p:nvPr/>
        </p:nvSpPr>
        <p:spPr bwMode="auto">
          <a:xfrm>
            <a:off x="2438400" y="3429000"/>
            <a:ext cx="685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latin typeface="Symbol" panose="05050102010706020507" pitchFamily="18" charset="2"/>
              </a:rPr>
              <a:t></a:t>
            </a:r>
            <a:r>
              <a:rPr lang="en-US" altLang="en-US" sz="2000" b="1" baseline="-25000"/>
              <a:t>2</a:t>
            </a:r>
            <a:r>
              <a:rPr lang="en-US" altLang="en-US" sz="2000" b="1" i="1" baseline="-25000"/>
              <a:t>p</a:t>
            </a:r>
            <a:endParaRPr lang="en-US" altLang="en-US" sz="1800"/>
          </a:p>
        </p:txBody>
      </p:sp>
      <p:sp>
        <p:nvSpPr>
          <p:cNvPr id="357384" name="Text Box 21">
            <a:extLst>
              <a:ext uri="{FF2B5EF4-FFF2-40B4-BE49-F238E27FC236}">
                <a16:creationId xmlns:a16="http://schemas.microsoft.com/office/drawing/2014/main" id="{DD0B5635-DC60-A71D-6390-D675712F272A}"/>
              </a:ext>
            </a:extLst>
          </p:cNvPr>
          <p:cNvSpPr txBox="1">
            <a:spLocks noChangeArrowheads="1"/>
          </p:cNvSpPr>
          <p:nvPr/>
        </p:nvSpPr>
        <p:spPr bwMode="auto">
          <a:xfrm>
            <a:off x="2438400" y="2819400"/>
            <a:ext cx="685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latin typeface="Symbol" panose="05050102010706020507" pitchFamily="18" charset="2"/>
              </a:rPr>
              <a:t></a:t>
            </a:r>
            <a:r>
              <a:rPr lang="en-US" altLang="en-US" sz="2000" b="1" baseline="-25000"/>
              <a:t>2</a:t>
            </a:r>
            <a:r>
              <a:rPr lang="en-US" altLang="en-US" sz="2000" b="1" i="1" baseline="-25000"/>
              <a:t>p</a:t>
            </a:r>
            <a:endParaRPr lang="en-US" altLang="en-US" sz="1800"/>
          </a:p>
        </p:txBody>
      </p:sp>
      <p:sp>
        <p:nvSpPr>
          <p:cNvPr id="357385" name="Text Box 22">
            <a:extLst>
              <a:ext uri="{FF2B5EF4-FFF2-40B4-BE49-F238E27FC236}">
                <a16:creationId xmlns:a16="http://schemas.microsoft.com/office/drawing/2014/main" id="{6DB11766-EEDF-6177-4E15-4961AB7ABF65}"/>
              </a:ext>
            </a:extLst>
          </p:cNvPr>
          <p:cNvSpPr txBox="1">
            <a:spLocks noChangeArrowheads="1"/>
          </p:cNvSpPr>
          <p:nvPr/>
        </p:nvSpPr>
        <p:spPr bwMode="auto">
          <a:xfrm>
            <a:off x="2438400" y="2133600"/>
            <a:ext cx="685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latin typeface="Symbol" panose="05050102010706020507" pitchFamily="18" charset="2"/>
              </a:rPr>
              <a:t></a:t>
            </a:r>
            <a:r>
              <a:rPr lang="en-US" altLang="en-US" sz="2000" b="1" baseline="-25000"/>
              <a:t>2</a:t>
            </a:r>
            <a:r>
              <a:rPr lang="en-US" altLang="en-US" sz="2000" b="1" i="1" baseline="-25000"/>
              <a:t>p</a:t>
            </a:r>
            <a:endParaRPr lang="en-US" altLang="en-US" sz="2000" b="1"/>
          </a:p>
        </p:txBody>
      </p:sp>
      <p:sp>
        <p:nvSpPr>
          <p:cNvPr id="357386" name="Text Box 23">
            <a:extLst>
              <a:ext uri="{FF2B5EF4-FFF2-40B4-BE49-F238E27FC236}">
                <a16:creationId xmlns:a16="http://schemas.microsoft.com/office/drawing/2014/main" id="{BB12E23A-65A5-D384-AE00-6A5CBD470872}"/>
              </a:ext>
            </a:extLst>
          </p:cNvPr>
          <p:cNvSpPr txBox="1">
            <a:spLocks noChangeArrowheads="1"/>
          </p:cNvSpPr>
          <p:nvPr/>
        </p:nvSpPr>
        <p:spPr bwMode="auto">
          <a:xfrm>
            <a:off x="2438400" y="1371600"/>
            <a:ext cx="685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latin typeface="Symbol" panose="05050102010706020507" pitchFamily="18" charset="2"/>
              </a:rPr>
              <a:t></a:t>
            </a:r>
            <a:r>
              <a:rPr lang="en-US" altLang="en-US" sz="2000" b="1" baseline="-25000"/>
              <a:t>2</a:t>
            </a:r>
            <a:r>
              <a:rPr lang="en-US" altLang="en-US" sz="2000" b="1" i="1" baseline="-25000"/>
              <a:t>p</a:t>
            </a:r>
            <a:endParaRPr lang="en-US" altLang="en-US" sz="1800"/>
          </a:p>
        </p:txBody>
      </p:sp>
      <p:grpSp>
        <p:nvGrpSpPr>
          <p:cNvPr id="357387" name="Group 142">
            <a:extLst>
              <a:ext uri="{FF2B5EF4-FFF2-40B4-BE49-F238E27FC236}">
                <a16:creationId xmlns:a16="http://schemas.microsoft.com/office/drawing/2014/main" id="{444B8E62-0777-9254-C355-082D10DD951C}"/>
              </a:ext>
            </a:extLst>
          </p:cNvPr>
          <p:cNvGrpSpPr>
            <a:grpSpLocks/>
          </p:cNvGrpSpPr>
          <p:nvPr/>
        </p:nvGrpSpPr>
        <p:grpSpPr bwMode="auto">
          <a:xfrm>
            <a:off x="1333500" y="4800600"/>
            <a:ext cx="457200" cy="381000"/>
            <a:chOff x="864" y="3360"/>
            <a:chExt cx="288" cy="240"/>
          </a:xfrm>
        </p:grpSpPr>
        <p:sp>
          <p:nvSpPr>
            <p:cNvPr id="357490" name="Rectangle 16">
              <a:extLst>
                <a:ext uri="{FF2B5EF4-FFF2-40B4-BE49-F238E27FC236}">
                  <a16:creationId xmlns:a16="http://schemas.microsoft.com/office/drawing/2014/main" id="{8A8155E0-F3AB-AA99-CD9F-9C59B3D4A25A}"/>
                </a:ext>
              </a:extLst>
            </p:cNvPr>
            <p:cNvSpPr>
              <a:spLocks noChangeArrowheads="1"/>
            </p:cNvSpPr>
            <p:nvPr/>
          </p:nvSpPr>
          <p:spPr bwMode="auto">
            <a:xfrm>
              <a:off x="864" y="3360"/>
              <a:ext cx="288"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grpSp>
          <p:nvGrpSpPr>
            <p:cNvPr id="357491" name="Group 32">
              <a:extLst>
                <a:ext uri="{FF2B5EF4-FFF2-40B4-BE49-F238E27FC236}">
                  <a16:creationId xmlns:a16="http://schemas.microsoft.com/office/drawing/2014/main" id="{BDC04A88-5FE8-6366-D938-F83EAC46EC0F}"/>
                </a:ext>
              </a:extLst>
            </p:cNvPr>
            <p:cNvGrpSpPr>
              <a:grpSpLocks/>
            </p:cNvGrpSpPr>
            <p:nvPr/>
          </p:nvGrpSpPr>
          <p:grpSpPr bwMode="auto">
            <a:xfrm>
              <a:off x="960" y="3360"/>
              <a:ext cx="96" cy="240"/>
              <a:chOff x="624" y="3456"/>
              <a:chExt cx="96" cy="240"/>
            </a:xfrm>
          </p:grpSpPr>
          <p:sp>
            <p:nvSpPr>
              <p:cNvPr id="357492" name="Line 30">
                <a:extLst>
                  <a:ext uri="{FF2B5EF4-FFF2-40B4-BE49-F238E27FC236}">
                    <a16:creationId xmlns:a16="http://schemas.microsoft.com/office/drawing/2014/main" id="{5EFCBB83-6E18-B900-0EB2-FDAAB0C812E6}"/>
                  </a:ext>
                </a:extLst>
              </p:cNvPr>
              <p:cNvSpPr>
                <a:spLocks noChangeShapeType="1"/>
              </p:cNvSpPr>
              <p:nvPr/>
            </p:nvSpPr>
            <p:spPr bwMode="auto">
              <a:xfrm flipV="1">
                <a:off x="624" y="345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93" name="Line 31">
                <a:extLst>
                  <a:ext uri="{FF2B5EF4-FFF2-40B4-BE49-F238E27FC236}">
                    <a16:creationId xmlns:a16="http://schemas.microsoft.com/office/drawing/2014/main" id="{7A341A08-61AA-C2DF-8922-1C75499DFFB0}"/>
                  </a:ext>
                </a:extLst>
              </p:cNvPr>
              <p:cNvSpPr>
                <a:spLocks noChangeShapeType="1"/>
              </p:cNvSpPr>
              <p:nvPr/>
            </p:nvSpPr>
            <p:spPr bwMode="auto">
              <a:xfrm>
                <a:off x="720" y="345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57388" name="Group 143">
            <a:extLst>
              <a:ext uri="{FF2B5EF4-FFF2-40B4-BE49-F238E27FC236}">
                <a16:creationId xmlns:a16="http://schemas.microsoft.com/office/drawing/2014/main" id="{F5B9DF10-61FA-B366-3268-B2E83D3FF1F5}"/>
              </a:ext>
            </a:extLst>
          </p:cNvPr>
          <p:cNvGrpSpPr>
            <a:grpSpLocks/>
          </p:cNvGrpSpPr>
          <p:nvPr/>
        </p:nvGrpSpPr>
        <p:grpSpPr bwMode="auto">
          <a:xfrm>
            <a:off x="1333500" y="4191000"/>
            <a:ext cx="457200" cy="381000"/>
            <a:chOff x="864" y="2976"/>
            <a:chExt cx="288" cy="240"/>
          </a:xfrm>
        </p:grpSpPr>
        <p:sp>
          <p:nvSpPr>
            <p:cNvPr id="357486" name="Rectangle 15">
              <a:extLst>
                <a:ext uri="{FF2B5EF4-FFF2-40B4-BE49-F238E27FC236}">
                  <a16:creationId xmlns:a16="http://schemas.microsoft.com/office/drawing/2014/main" id="{A457E123-93C8-AF81-33C5-1E87DFAAE8D1}"/>
                </a:ext>
              </a:extLst>
            </p:cNvPr>
            <p:cNvSpPr>
              <a:spLocks noChangeArrowheads="1"/>
            </p:cNvSpPr>
            <p:nvPr/>
          </p:nvSpPr>
          <p:spPr bwMode="auto">
            <a:xfrm>
              <a:off x="864" y="2976"/>
              <a:ext cx="288"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grpSp>
          <p:nvGrpSpPr>
            <p:cNvPr id="357487" name="Group 33">
              <a:extLst>
                <a:ext uri="{FF2B5EF4-FFF2-40B4-BE49-F238E27FC236}">
                  <a16:creationId xmlns:a16="http://schemas.microsoft.com/office/drawing/2014/main" id="{F3C23370-14F9-C45E-86BE-D49F992FFDC7}"/>
                </a:ext>
              </a:extLst>
            </p:cNvPr>
            <p:cNvGrpSpPr>
              <a:grpSpLocks/>
            </p:cNvGrpSpPr>
            <p:nvPr/>
          </p:nvGrpSpPr>
          <p:grpSpPr bwMode="auto">
            <a:xfrm>
              <a:off x="960" y="2976"/>
              <a:ext cx="96" cy="240"/>
              <a:chOff x="624" y="3456"/>
              <a:chExt cx="96" cy="240"/>
            </a:xfrm>
          </p:grpSpPr>
          <p:sp>
            <p:nvSpPr>
              <p:cNvPr id="357488" name="Line 34">
                <a:extLst>
                  <a:ext uri="{FF2B5EF4-FFF2-40B4-BE49-F238E27FC236}">
                    <a16:creationId xmlns:a16="http://schemas.microsoft.com/office/drawing/2014/main" id="{ECC7087D-4328-8CAE-0E02-979E654AC4F0}"/>
                  </a:ext>
                </a:extLst>
              </p:cNvPr>
              <p:cNvSpPr>
                <a:spLocks noChangeShapeType="1"/>
              </p:cNvSpPr>
              <p:nvPr/>
            </p:nvSpPr>
            <p:spPr bwMode="auto">
              <a:xfrm flipV="1">
                <a:off x="624" y="345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89" name="Line 35">
                <a:extLst>
                  <a:ext uri="{FF2B5EF4-FFF2-40B4-BE49-F238E27FC236}">
                    <a16:creationId xmlns:a16="http://schemas.microsoft.com/office/drawing/2014/main" id="{E584D5DC-5769-B654-2CA1-0AFD59B638AE}"/>
                  </a:ext>
                </a:extLst>
              </p:cNvPr>
              <p:cNvSpPr>
                <a:spLocks noChangeShapeType="1"/>
              </p:cNvSpPr>
              <p:nvPr/>
            </p:nvSpPr>
            <p:spPr bwMode="auto">
              <a:xfrm>
                <a:off x="720" y="345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57389" name="Group 144">
            <a:extLst>
              <a:ext uri="{FF2B5EF4-FFF2-40B4-BE49-F238E27FC236}">
                <a16:creationId xmlns:a16="http://schemas.microsoft.com/office/drawing/2014/main" id="{C7F29A8C-CD37-1CCC-9941-51DD7B1F4505}"/>
              </a:ext>
            </a:extLst>
          </p:cNvPr>
          <p:cNvGrpSpPr>
            <a:grpSpLocks/>
          </p:cNvGrpSpPr>
          <p:nvPr/>
        </p:nvGrpSpPr>
        <p:grpSpPr bwMode="auto">
          <a:xfrm>
            <a:off x="1104900" y="3429000"/>
            <a:ext cx="914400" cy="381000"/>
            <a:chOff x="720" y="2496"/>
            <a:chExt cx="576" cy="240"/>
          </a:xfrm>
        </p:grpSpPr>
        <p:grpSp>
          <p:nvGrpSpPr>
            <p:cNvPr id="357477" name="Group 11">
              <a:extLst>
                <a:ext uri="{FF2B5EF4-FFF2-40B4-BE49-F238E27FC236}">
                  <a16:creationId xmlns:a16="http://schemas.microsoft.com/office/drawing/2014/main" id="{BF709750-DBFA-8171-A680-A798E2ECCC2D}"/>
                </a:ext>
              </a:extLst>
            </p:cNvPr>
            <p:cNvGrpSpPr>
              <a:grpSpLocks/>
            </p:cNvGrpSpPr>
            <p:nvPr/>
          </p:nvGrpSpPr>
          <p:grpSpPr bwMode="auto">
            <a:xfrm>
              <a:off x="720" y="2496"/>
              <a:ext cx="576" cy="240"/>
              <a:chOff x="384" y="1776"/>
              <a:chExt cx="576" cy="240"/>
            </a:xfrm>
          </p:grpSpPr>
          <p:sp>
            <p:nvSpPr>
              <p:cNvPr id="357484" name="Rectangle 12">
                <a:extLst>
                  <a:ext uri="{FF2B5EF4-FFF2-40B4-BE49-F238E27FC236}">
                    <a16:creationId xmlns:a16="http://schemas.microsoft.com/office/drawing/2014/main" id="{2C7968E5-548F-D850-38B4-3BEF0946A3D5}"/>
                  </a:ext>
                </a:extLst>
              </p:cNvPr>
              <p:cNvSpPr>
                <a:spLocks noChangeArrowheads="1"/>
              </p:cNvSpPr>
              <p:nvPr/>
            </p:nvSpPr>
            <p:spPr bwMode="auto">
              <a:xfrm>
                <a:off x="384" y="1776"/>
                <a:ext cx="288"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7485" name="Rectangle 13">
                <a:extLst>
                  <a:ext uri="{FF2B5EF4-FFF2-40B4-BE49-F238E27FC236}">
                    <a16:creationId xmlns:a16="http://schemas.microsoft.com/office/drawing/2014/main" id="{56FEDAD9-DCBC-0E63-45DB-C7D9D3D1BD5F}"/>
                  </a:ext>
                </a:extLst>
              </p:cNvPr>
              <p:cNvSpPr>
                <a:spLocks noChangeArrowheads="1"/>
              </p:cNvSpPr>
              <p:nvPr/>
            </p:nvSpPr>
            <p:spPr bwMode="auto">
              <a:xfrm>
                <a:off x="672" y="1776"/>
                <a:ext cx="288"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grpSp>
        <p:grpSp>
          <p:nvGrpSpPr>
            <p:cNvPr id="357478" name="Group 36">
              <a:extLst>
                <a:ext uri="{FF2B5EF4-FFF2-40B4-BE49-F238E27FC236}">
                  <a16:creationId xmlns:a16="http://schemas.microsoft.com/office/drawing/2014/main" id="{751844D0-C9F0-11D4-B82C-5EFB9FBD39EA}"/>
                </a:ext>
              </a:extLst>
            </p:cNvPr>
            <p:cNvGrpSpPr>
              <a:grpSpLocks/>
            </p:cNvGrpSpPr>
            <p:nvPr/>
          </p:nvGrpSpPr>
          <p:grpSpPr bwMode="auto">
            <a:xfrm>
              <a:off x="816" y="2496"/>
              <a:ext cx="96" cy="240"/>
              <a:chOff x="624" y="3456"/>
              <a:chExt cx="96" cy="240"/>
            </a:xfrm>
          </p:grpSpPr>
          <p:sp>
            <p:nvSpPr>
              <p:cNvPr id="357482" name="Line 37">
                <a:extLst>
                  <a:ext uri="{FF2B5EF4-FFF2-40B4-BE49-F238E27FC236}">
                    <a16:creationId xmlns:a16="http://schemas.microsoft.com/office/drawing/2014/main" id="{8D502F5D-6940-9844-B676-DF18A9F22937}"/>
                  </a:ext>
                </a:extLst>
              </p:cNvPr>
              <p:cNvSpPr>
                <a:spLocks noChangeShapeType="1"/>
              </p:cNvSpPr>
              <p:nvPr/>
            </p:nvSpPr>
            <p:spPr bwMode="auto">
              <a:xfrm flipV="1">
                <a:off x="624" y="345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83" name="Line 38">
                <a:extLst>
                  <a:ext uri="{FF2B5EF4-FFF2-40B4-BE49-F238E27FC236}">
                    <a16:creationId xmlns:a16="http://schemas.microsoft.com/office/drawing/2014/main" id="{2B7B884B-5817-69F1-A8BC-3DC1FD402168}"/>
                  </a:ext>
                </a:extLst>
              </p:cNvPr>
              <p:cNvSpPr>
                <a:spLocks noChangeShapeType="1"/>
              </p:cNvSpPr>
              <p:nvPr/>
            </p:nvSpPr>
            <p:spPr bwMode="auto">
              <a:xfrm>
                <a:off x="720" y="345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57479" name="Group 39">
              <a:extLst>
                <a:ext uri="{FF2B5EF4-FFF2-40B4-BE49-F238E27FC236}">
                  <a16:creationId xmlns:a16="http://schemas.microsoft.com/office/drawing/2014/main" id="{53035867-19C7-CA34-E504-76265D7950F0}"/>
                </a:ext>
              </a:extLst>
            </p:cNvPr>
            <p:cNvGrpSpPr>
              <a:grpSpLocks/>
            </p:cNvGrpSpPr>
            <p:nvPr/>
          </p:nvGrpSpPr>
          <p:grpSpPr bwMode="auto">
            <a:xfrm>
              <a:off x="1104" y="2496"/>
              <a:ext cx="96" cy="240"/>
              <a:chOff x="624" y="3456"/>
              <a:chExt cx="96" cy="240"/>
            </a:xfrm>
          </p:grpSpPr>
          <p:sp>
            <p:nvSpPr>
              <p:cNvPr id="357480" name="Line 40">
                <a:extLst>
                  <a:ext uri="{FF2B5EF4-FFF2-40B4-BE49-F238E27FC236}">
                    <a16:creationId xmlns:a16="http://schemas.microsoft.com/office/drawing/2014/main" id="{AE939DF4-DDEB-BBE3-5003-484817BE11CF}"/>
                  </a:ext>
                </a:extLst>
              </p:cNvPr>
              <p:cNvSpPr>
                <a:spLocks noChangeShapeType="1"/>
              </p:cNvSpPr>
              <p:nvPr/>
            </p:nvSpPr>
            <p:spPr bwMode="auto">
              <a:xfrm flipV="1">
                <a:off x="624" y="345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81" name="Line 41">
                <a:extLst>
                  <a:ext uri="{FF2B5EF4-FFF2-40B4-BE49-F238E27FC236}">
                    <a16:creationId xmlns:a16="http://schemas.microsoft.com/office/drawing/2014/main" id="{6CC4AE83-5A09-D614-6960-71124089A0A8}"/>
                  </a:ext>
                </a:extLst>
              </p:cNvPr>
              <p:cNvSpPr>
                <a:spLocks noChangeShapeType="1"/>
              </p:cNvSpPr>
              <p:nvPr/>
            </p:nvSpPr>
            <p:spPr bwMode="auto">
              <a:xfrm>
                <a:off x="720" y="345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57390" name="Group 145">
            <a:extLst>
              <a:ext uri="{FF2B5EF4-FFF2-40B4-BE49-F238E27FC236}">
                <a16:creationId xmlns:a16="http://schemas.microsoft.com/office/drawing/2014/main" id="{E4B00B34-EF2C-A2F5-AE62-8AF4F27A1675}"/>
              </a:ext>
            </a:extLst>
          </p:cNvPr>
          <p:cNvGrpSpPr>
            <a:grpSpLocks/>
          </p:cNvGrpSpPr>
          <p:nvPr/>
        </p:nvGrpSpPr>
        <p:grpSpPr bwMode="auto">
          <a:xfrm>
            <a:off x="1333500" y="2819400"/>
            <a:ext cx="457200" cy="381000"/>
            <a:chOff x="864" y="2112"/>
            <a:chExt cx="288" cy="240"/>
          </a:xfrm>
        </p:grpSpPr>
        <p:sp>
          <p:nvSpPr>
            <p:cNvPr id="357473" name="Rectangle 14">
              <a:extLst>
                <a:ext uri="{FF2B5EF4-FFF2-40B4-BE49-F238E27FC236}">
                  <a16:creationId xmlns:a16="http://schemas.microsoft.com/office/drawing/2014/main" id="{C803B441-CD4C-8CD9-AE07-2B2CA1B9DFB2}"/>
                </a:ext>
              </a:extLst>
            </p:cNvPr>
            <p:cNvSpPr>
              <a:spLocks noChangeArrowheads="1"/>
            </p:cNvSpPr>
            <p:nvPr/>
          </p:nvSpPr>
          <p:spPr bwMode="auto">
            <a:xfrm>
              <a:off x="864" y="2112"/>
              <a:ext cx="288"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grpSp>
          <p:nvGrpSpPr>
            <p:cNvPr id="357474" name="Group 42">
              <a:extLst>
                <a:ext uri="{FF2B5EF4-FFF2-40B4-BE49-F238E27FC236}">
                  <a16:creationId xmlns:a16="http://schemas.microsoft.com/office/drawing/2014/main" id="{E6B2D24D-54CC-0A21-7633-9F2740B61303}"/>
                </a:ext>
              </a:extLst>
            </p:cNvPr>
            <p:cNvGrpSpPr>
              <a:grpSpLocks/>
            </p:cNvGrpSpPr>
            <p:nvPr/>
          </p:nvGrpSpPr>
          <p:grpSpPr bwMode="auto">
            <a:xfrm>
              <a:off x="960" y="2112"/>
              <a:ext cx="96" cy="240"/>
              <a:chOff x="624" y="3456"/>
              <a:chExt cx="96" cy="240"/>
            </a:xfrm>
          </p:grpSpPr>
          <p:sp>
            <p:nvSpPr>
              <p:cNvPr id="357475" name="Line 43">
                <a:extLst>
                  <a:ext uri="{FF2B5EF4-FFF2-40B4-BE49-F238E27FC236}">
                    <a16:creationId xmlns:a16="http://schemas.microsoft.com/office/drawing/2014/main" id="{62DA4485-2351-C448-9037-500A80C0A064}"/>
                  </a:ext>
                </a:extLst>
              </p:cNvPr>
              <p:cNvSpPr>
                <a:spLocks noChangeShapeType="1"/>
              </p:cNvSpPr>
              <p:nvPr/>
            </p:nvSpPr>
            <p:spPr bwMode="auto">
              <a:xfrm flipV="1">
                <a:off x="624" y="345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76" name="Line 44">
                <a:extLst>
                  <a:ext uri="{FF2B5EF4-FFF2-40B4-BE49-F238E27FC236}">
                    <a16:creationId xmlns:a16="http://schemas.microsoft.com/office/drawing/2014/main" id="{388FFE73-D0A3-9820-0AE7-FA7323DF6C00}"/>
                  </a:ext>
                </a:extLst>
              </p:cNvPr>
              <p:cNvSpPr>
                <a:spLocks noChangeShapeType="1"/>
              </p:cNvSpPr>
              <p:nvPr/>
            </p:nvSpPr>
            <p:spPr bwMode="auto">
              <a:xfrm>
                <a:off x="720" y="345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357391" name="Group 147">
            <a:extLst>
              <a:ext uri="{FF2B5EF4-FFF2-40B4-BE49-F238E27FC236}">
                <a16:creationId xmlns:a16="http://schemas.microsoft.com/office/drawing/2014/main" id="{704C34A5-3C75-3869-6FEA-F22AAC4657C7}"/>
              </a:ext>
            </a:extLst>
          </p:cNvPr>
          <p:cNvGrpSpPr>
            <a:grpSpLocks/>
          </p:cNvGrpSpPr>
          <p:nvPr/>
        </p:nvGrpSpPr>
        <p:grpSpPr bwMode="auto">
          <a:xfrm>
            <a:off x="3276600" y="1371600"/>
            <a:ext cx="914400" cy="3810000"/>
            <a:chOff x="2112" y="1200"/>
            <a:chExt cx="576" cy="2400"/>
          </a:xfrm>
        </p:grpSpPr>
        <p:sp>
          <p:nvSpPr>
            <p:cNvPr id="357450" name="Rectangle 45">
              <a:extLst>
                <a:ext uri="{FF2B5EF4-FFF2-40B4-BE49-F238E27FC236}">
                  <a16:creationId xmlns:a16="http://schemas.microsoft.com/office/drawing/2014/main" id="{421C637D-DBB5-57DB-CCB6-616C8A3744E1}"/>
                </a:ext>
              </a:extLst>
            </p:cNvPr>
            <p:cNvSpPr>
              <a:spLocks noChangeArrowheads="1"/>
            </p:cNvSpPr>
            <p:nvPr/>
          </p:nvSpPr>
          <p:spPr bwMode="auto">
            <a:xfrm>
              <a:off x="2256" y="1200"/>
              <a:ext cx="288"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grpSp>
          <p:nvGrpSpPr>
            <p:cNvPr id="357451" name="Group 46">
              <a:extLst>
                <a:ext uri="{FF2B5EF4-FFF2-40B4-BE49-F238E27FC236}">
                  <a16:creationId xmlns:a16="http://schemas.microsoft.com/office/drawing/2014/main" id="{9F88C221-0F9D-AC67-74B0-EDBE7F63438E}"/>
                </a:ext>
              </a:extLst>
            </p:cNvPr>
            <p:cNvGrpSpPr>
              <a:grpSpLocks/>
            </p:cNvGrpSpPr>
            <p:nvPr/>
          </p:nvGrpSpPr>
          <p:grpSpPr bwMode="auto">
            <a:xfrm>
              <a:off x="2112" y="1680"/>
              <a:ext cx="576" cy="240"/>
              <a:chOff x="384" y="1776"/>
              <a:chExt cx="576" cy="240"/>
            </a:xfrm>
          </p:grpSpPr>
          <p:sp>
            <p:nvSpPr>
              <p:cNvPr id="357471" name="Rectangle 47">
                <a:extLst>
                  <a:ext uri="{FF2B5EF4-FFF2-40B4-BE49-F238E27FC236}">
                    <a16:creationId xmlns:a16="http://schemas.microsoft.com/office/drawing/2014/main" id="{43B9F7AB-C56C-9DC4-FD66-79C1E50D73A9}"/>
                  </a:ext>
                </a:extLst>
              </p:cNvPr>
              <p:cNvSpPr>
                <a:spLocks noChangeArrowheads="1"/>
              </p:cNvSpPr>
              <p:nvPr/>
            </p:nvSpPr>
            <p:spPr bwMode="auto">
              <a:xfrm>
                <a:off x="384" y="1776"/>
                <a:ext cx="288"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7472" name="Rectangle 48">
                <a:extLst>
                  <a:ext uri="{FF2B5EF4-FFF2-40B4-BE49-F238E27FC236}">
                    <a16:creationId xmlns:a16="http://schemas.microsoft.com/office/drawing/2014/main" id="{CAE547EB-4DD5-A5AB-1475-859E9434D0FC}"/>
                  </a:ext>
                </a:extLst>
              </p:cNvPr>
              <p:cNvSpPr>
                <a:spLocks noChangeArrowheads="1"/>
              </p:cNvSpPr>
              <p:nvPr/>
            </p:nvSpPr>
            <p:spPr bwMode="auto">
              <a:xfrm>
                <a:off x="672" y="1776"/>
                <a:ext cx="288"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grpSp>
        <p:grpSp>
          <p:nvGrpSpPr>
            <p:cNvPr id="357452" name="Group 49">
              <a:extLst>
                <a:ext uri="{FF2B5EF4-FFF2-40B4-BE49-F238E27FC236}">
                  <a16:creationId xmlns:a16="http://schemas.microsoft.com/office/drawing/2014/main" id="{84C609C4-BA31-D572-696E-87C35F886E7B}"/>
                </a:ext>
              </a:extLst>
            </p:cNvPr>
            <p:cNvGrpSpPr>
              <a:grpSpLocks/>
            </p:cNvGrpSpPr>
            <p:nvPr/>
          </p:nvGrpSpPr>
          <p:grpSpPr bwMode="auto">
            <a:xfrm>
              <a:off x="2112" y="2496"/>
              <a:ext cx="576" cy="240"/>
              <a:chOff x="384" y="1776"/>
              <a:chExt cx="576" cy="240"/>
            </a:xfrm>
          </p:grpSpPr>
          <p:sp>
            <p:nvSpPr>
              <p:cNvPr id="357469" name="Rectangle 50">
                <a:extLst>
                  <a:ext uri="{FF2B5EF4-FFF2-40B4-BE49-F238E27FC236}">
                    <a16:creationId xmlns:a16="http://schemas.microsoft.com/office/drawing/2014/main" id="{9E66CCCF-B108-8D2F-A658-9B3119AD0370}"/>
                  </a:ext>
                </a:extLst>
              </p:cNvPr>
              <p:cNvSpPr>
                <a:spLocks noChangeArrowheads="1"/>
              </p:cNvSpPr>
              <p:nvPr/>
            </p:nvSpPr>
            <p:spPr bwMode="auto">
              <a:xfrm>
                <a:off x="384" y="1776"/>
                <a:ext cx="288"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7470" name="Rectangle 51">
                <a:extLst>
                  <a:ext uri="{FF2B5EF4-FFF2-40B4-BE49-F238E27FC236}">
                    <a16:creationId xmlns:a16="http://schemas.microsoft.com/office/drawing/2014/main" id="{41CCE276-FACE-A5EF-9153-817013353828}"/>
                  </a:ext>
                </a:extLst>
              </p:cNvPr>
              <p:cNvSpPr>
                <a:spLocks noChangeArrowheads="1"/>
              </p:cNvSpPr>
              <p:nvPr/>
            </p:nvSpPr>
            <p:spPr bwMode="auto">
              <a:xfrm>
                <a:off x="672" y="1776"/>
                <a:ext cx="288"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grpSp>
        <p:sp>
          <p:nvSpPr>
            <p:cNvPr id="357453" name="Rectangle 52">
              <a:extLst>
                <a:ext uri="{FF2B5EF4-FFF2-40B4-BE49-F238E27FC236}">
                  <a16:creationId xmlns:a16="http://schemas.microsoft.com/office/drawing/2014/main" id="{231E97BB-61DF-A899-1FE6-0456538B7A9E}"/>
                </a:ext>
              </a:extLst>
            </p:cNvPr>
            <p:cNvSpPr>
              <a:spLocks noChangeArrowheads="1"/>
            </p:cNvSpPr>
            <p:nvPr/>
          </p:nvSpPr>
          <p:spPr bwMode="auto">
            <a:xfrm>
              <a:off x="2256" y="2112"/>
              <a:ext cx="288"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7454" name="Rectangle 53">
              <a:extLst>
                <a:ext uri="{FF2B5EF4-FFF2-40B4-BE49-F238E27FC236}">
                  <a16:creationId xmlns:a16="http://schemas.microsoft.com/office/drawing/2014/main" id="{9B5804A7-B250-24D3-1510-08E6E0C92EC0}"/>
                </a:ext>
              </a:extLst>
            </p:cNvPr>
            <p:cNvSpPr>
              <a:spLocks noChangeArrowheads="1"/>
            </p:cNvSpPr>
            <p:nvPr/>
          </p:nvSpPr>
          <p:spPr bwMode="auto">
            <a:xfrm>
              <a:off x="2256" y="2976"/>
              <a:ext cx="288"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7455" name="Rectangle 54">
              <a:extLst>
                <a:ext uri="{FF2B5EF4-FFF2-40B4-BE49-F238E27FC236}">
                  <a16:creationId xmlns:a16="http://schemas.microsoft.com/office/drawing/2014/main" id="{8BB8BF55-2851-3F4D-346E-CEF2799D9EBB}"/>
                </a:ext>
              </a:extLst>
            </p:cNvPr>
            <p:cNvSpPr>
              <a:spLocks noChangeArrowheads="1"/>
            </p:cNvSpPr>
            <p:nvPr/>
          </p:nvSpPr>
          <p:spPr bwMode="auto">
            <a:xfrm>
              <a:off x="2256" y="3360"/>
              <a:ext cx="288" cy="24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grpSp>
          <p:nvGrpSpPr>
            <p:cNvPr id="357456" name="Group 55">
              <a:extLst>
                <a:ext uri="{FF2B5EF4-FFF2-40B4-BE49-F238E27FC236}">
                  <a16:creationId xmlns:a16="http://schemas.microsoft.com/office/drawing/2014/main" id="{0294C325-3136-C31D-3E16-D173C7C33D11}"/>
                </a:ext>
              </a:extLst>
            </p:cNvPr>
            <p:cNvGrpSpPr>
              <a:grpSpLocks/>
            </p:cNvGrpSpPr>
            <p:nvPr/>
          </p:nvGrpSpPr>
          <p:grpSpPr bwMode="auto">
            <a:xfrm>
              <a:off x="2352" y="3360"/>
              <a:ext cx="96" cy="240"/>
              <a:chOff x="624" y="3456"/>
              <a:chExt cx="96" cy="240"/>
            </a:xfrm>
          </p:grpSpPr>
          <p:sp>
            <p:nvSpPr>
              <p:cNvPr id="357467" name="Line 56">
                <a:extLst>
                  <a:ext uri="{FF2B5EF4-FFF2-40B4-BE49-F238E27FC236}">
                    <a16:creationId xmlns:a16="http://schemas.microsoft.com/office/drawing/2014/main" id="{A2E9F91D-D215-38CF-F850-C0C0E51B4B70}"/>
                  </a:ext>
                </a:extLst>
              </p:cNvPr>
              <p:cNvSpPr>
                <a:spLocks noChangeShapeType="1"/>
              </p:cNvSpPr>
              <p:nvPr/>
            </p:nvSpPr>
            <p:spPr bwMode="auto">
              <a:xfrm flipV="1">
                <a:off x="624" y="345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68" name="Line 57">
                <a:extLst>
                  <a:ext uri="{FF2B5EF4-FFF2-40B4-BE49-F238E27FC236}">
                    <a16:creationId xmlns:a16="http://schemas.microsoft.com/office/drawing/2014/main" id="{2D3F6B84-2F22-63AD-99FE-0ECDB2875CBD}"/>
                  </a:ext>
                </a:extLst>
              </p:cNvPr>
              <p:cNvSpPr>
                <a:spLocks noChangeShapeType="1"/>
              </p:cNvSpPr>
              <p:nvPr/>
            </p:nvSpPr>
            <p:spPr bwMode="auto">
              <a:xfrm>
                <a:off x="720" y="345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57457" name="Group 58">
              <a:extLst>
                <a:ext uri="{FF2B5EF4-FFF2-40B4-BE49-F238E27FC236}">
                  <a16:creationId xmlns:a16="http://schemas.microsoft.com/office/drawing/2014/main" id="{47F95572-0DDA-10B5-A916-83F16B444214}"/>
                </a:ext>
              </a:extLst>
            </p:cNvPr>
            <p:cNvGrpSpPr>
              <a:grpSpLocks/>
            </p:cNvGrpSpPr>
            <p:nvPr/>
          </p:nvGrpSpPr>
          <p:grpSpPr bwMode="auto">
            <a:xfrm>
              <a:off x="2352" y="2976"/>
              <a:ext cx="96" cy="240"/>
              <a:chOff x="624" y="3456"/>
              <a:chExt cx="96" cy="240"/>
            </a:xfrm>
          </p:grpSpPr>
          <p:sp>
            <p:nvSpPr>
              <p:cNvPr id="357465" name="Line 59">
                <a:extLst>
                  <a:ext uri="{FF2B5EF4-FFF2-40B4-BE49-F238E27FC236}">
                    <a16:creationId xmlns:a16="http://schemas.microsoft.com/office/drawing/2014/main" id="{0C8393C5-7115-8AB6-6EF6-4EAA7C60E998}"/>
                  </a:ext>
                </a:extLst>
              </p:cNvPr>
              <p:cNvSpPr>
                <a:spLocks noChangeShapeType="1"/>
              </p:cNvSpPr>
              <p:nvPr/>
            </p:nvSpPr>
            <p:spPr bwMode="auto">
              <a:xfrm flipV="1">
                <a:off x="624" y="345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66" name="Line 60">
                <a:extLst>
                  <a:ext uri="{FF2B5EF4-FFF2-40B4-BE49-F238E27FC236}">
                    <a16:creationId xmlns:a16="http://schemas.microsoft.com/office/drawing/2014/main" id="{40EBE171-37B8-B923-4F6C-DDDBE38EA94D}"/>
                  </a:ext>
                </a:extLst>
              </p:cNvPr>
              <p:cNvSpPr>
                <a:spLocks noChangeShapeType="1"/>
              </p:cNvSpPr>
              <p:nvPr/>
            </p:nvSpPr>
            <p:spPr bwMode="auto">
              <a:xfrm>
                <a:off x="720" y="345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57458" name="Group 61">
              <a:extLst>
                <a:ext uri="{FF2B5EF4-FFF2-40B4-BE49-F238E27FC236}">
                  <a16:creationId xmlns:a16="http://schemas.microsoft.com/office/drawing/2014/main" id="{325A6118-87A2-407B-33C7-8FA08B371177}"/>
                </a:ext>
              </a:extLst>
            </p:cNvPr>
            <p:cNvGrpSpPr>
              <a:grpSpLocks/>
            </p:cNvGrpSpPr>
            <p:nvPr/>
          </p:nvGrpSpPr>
          <p:grpSpPr bwMode="auto">
            <a:xfrm>
              <a:off x="2208" y="2496"/>
              <a:ext cx="96" cy="240"/>
              <a:chOff x="624" y="3456"/>
              <a:chExt cx="96" cy="240"/>
            </a:xfrm>
          </p:grpSpPr>
          <p:sp>
            <p:nvSpPr>
              <p:cNvPr id="357463" name="Line 62">
                <a:extLst>
                  <a:ext uri="{FF2B5EF4-FFF2-40B4-BE49-F238E27FC236}">
                    <a16:creationId xmlns:a16="http://schemas.microsoft.com/office/drawing/2014/main" id="{2C778EFE-C935-28D3-B492-37A51CA9120E}"/>
                  </a:ext>
                </a:extLst>
              </p:cNvPr>
              <p:cNvSpPr>
                <a:spLocks noChangeShapeType="1"/>
              </p:cNvSpPr>
              <p:nvPr/>
            </p:nvSpPr>
            <p:spPr bwMode="auto">
              <a:xfrm flipV="1">
                <a:off x="624" y="345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64" name="Line 63">
                <a:extLst>
                  <a:ext uri="{FF2B5EF4-FFF2-40B4-BE49-F238E27FC236}">
                    <a16:creationId xmlns:a16="http://schemas.microsoft.com/office/drawing/2014/main" id="{5EDE496A-C86A-D8BF-8F9B-8D1E442244FE}"/>
                  </a:ext>
                </a:extLst>
              </p:cNvPr>
              <p:cNvSpPr>
                <a:spLocks noChangeShapeType="1"/>
              </p:cNvSpPr>
              <p:nvPr/>
            </p:nvSpPr>
            <p:spPr bwMode="auto">
              <a:xfrm>
                <a:off x="720" y="345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57459" name="Group 64">
              <a:extLst>
                <a:ext uri="{FF2B5EF4-FFF2-40B4-BE49-F238E27FC236}">
                  <a16:creationId xmlns:a16="http://schemas.microsoft.com/office/drawing/2014/main" id="{159A3707-0BEF-548E-529D-8CFAB4B92C26}"/>
                </a:ext>
              </a:extLst>
            </p:cNvPr>
            <p:cNvGrpSpPr>
              <a:grpSpLocks/>
            </p:cNvGrpSpPr>
            <p:nvPr/>
          </p:nvGrpSpPr>
          <p:grpSpPr bwMode="auto">
            <a:xfrm>
              <a:off x="2496" y="2496"/>
              <a:ext cx="96" cy="240"/>
              <a:chOff x="624" y="3456"/>
              <a:chExt cx="96" cy="240"/>
            </a:xfrm>
          </p:grpSpPr>
          <p:sp>
            <p:nvSpPr>
              <p:cNvPr id="357461" name="Line 65">
                <a:extLst>
                  <a:ext uri="{FF2B5EF4-FFF2-40B4-BE49-F238E27FC236}">
                    <a16:creationId xmlns:a16="http://schemas.microsoft.com/office/drawing/2014/main" id="{48D5DD33-45FF-D9B7-7A4F-138B28E71C2C}"/>
                  </a:ext>
                </a:extLst>
              </p:cNvPr>
              <p:cNvSpPr>
                <a:spLocks noChangeShapeType="1"/>
              </p:cNvSpPr>
              <p:nvPr/>
            </p:nvSpPr>
            <p:spPr bwMode="auto">
              <a:xfrm flipV="1">
                <a:off x="624" y="345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62" name="Line 66">
                <a:extLst>
                  <a:ext uri="{FF2B5EF4-FFF2-40B4-BE49-F238E27FC236}">
                    <a16:creationId xmlns:a16="http://schemas.microsoft.com/office/drawing/2014/main" id="{5E736E57-46AC-389A-6B1C-8FE1C746E631}"/>
                  </a:ext>
                </a:extLst>
              </p:cNvPr>
              <p:cNvSpPr>
                <a:spLocks noChangeShapeType="1"/>
              </p:cNvSpPr>
              <p:nvPr/>
            </p:nvSpPr>
            <p:spPr bwMode="auto">
              <a:xfrm>
                <a:off x="720" y="3456"/>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57460" name="Line 68">
              <a:extLst>
                <a:ext uri="{FF2B5EF4-FFF2-40B4-BE49-F238E27FC236}">
                  <a16:creationId xmlns:a16="http://schemas.microsoft.com/office/drawing/2014/main" id="{BA7CF2C2-25B1-6A46-6DC5-29AF7A020A8C}"/>
                </a:ext>
              </a:extLst>
            </p:cNvPr>
            <p:cNvSpPr>
              <a:spLocks noChangeShapeType="1"/>
            </p:cNvSpPr>
            <p:nvPr/>
          </p:nvSpPr>
          <p:spPr bwMode="auto">
            <a:xfrm flipV="1">
              <a:off x="2352" y="211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57392" name="Text Box 122">
            <a:extLst>
              <a:ext uri="{FF2B5EF4-FFF2-40B4-BE49-F238E27FC236}">
                <a16:creationId xmlns:a16="http://schemas.microsoft.com/office/drawing/2014/main" id="{F022A9AB-282D-BD2E-BDFD-3C01B044980D}"/>
              </a:ext>
            </a:extLst>
          </p:cNvPr>
          <p:cNvSpPr txBox="1">
            <a:spLocks noChangeArrowheads="1"/>
          </p:cNvSpPr>
          <p:nvPr/>
        </p:nvSpPr>
        <p:spPr bwMode="auto">
          <a:xfrm>
            <a:off x="1333500" y="914400"/>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b="1">
                <a:solidFill>
                  <a:srgbClr val="FF0000"/>
                </a:solidFill>
              </a:rPr>
              <a:t>N</a:t>
            </a:r>
            <a:r>
              <a:rPr lang="en-US" altLang="en-US" sz="2000" b="1" baseline="-22000">
                <a:solidFill>
                  <a:srgbClr val="FF0000"/>
                </a:solidFill>
              </a:rPr>
              <a:t>2</a:t>
            </a:r>
            <a:endParaRPr lang="en-US" altLang="en-US" sz="1800" b="1"/>
          </a:p>
        </p:txBody>
      </p:sp>
      <p:sp>
        <p:nvSpPr>
          <p:cNvPr id="357393" name="Text Box 123">
            <a:extLst>
              <a:ext uri="{FF2B5EF4-FFF2-40B4-BE49-F238E27FC236}">
                <a16:creationId xmlns:a16="http://schemas.microsoft.com/office/drawing/2014/main" id="{72481143-AEEB-D009-DDDE-4D22D6D3FE14}"/>
              </a:ext>
            </a:extLst>
          </p:cNvPr>
          <p:cNvSpPr txBox="1">
            <a:spLocks noChangeArrowheads="1"/>
          </p:cNvSpPr>
          <p:nvPr/>
        </p:nvSpPr>
        <p:spPr bwMode="auto">
          <a:xfrm>
            <a:off x="3467100" y="914400"/>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b="1">
                <a:solidFill>
                  <a:srgbClr val="FF0000"/>
                </a:solidFill>
              </a:rPr>
              <a:t>N</a:t>
            </a:r>
            <a:r>
              <a:rPr lang="en-US" altLang="en-US" sz="2000" b="1" baseline="-22000">
                <a:solidFill>
                  <a:srgbClr val="FF0000"/>
                </a:solidFill>
              </a:rPr>
              <a:t>2</a:t>
            </a:r>
            <a:r>
              <a:rPr lang="en-US" altLang="en-US" sz="2000" b="1" baseline="30000">
                <a:solidFill>
                  <a:srgbClr val="FF0000"/>
                </a:solidFill>
              </a:rPr>
              <a:t>+</a:t>
            </a:r>
            <a:endParaRPr lang="en-US" altLang="en-US" sz="1800" b="1"/>
          </a:p>
        </p:txBody>
      </p:sp>
      <p:sp>
        <p:nvSpPr>
          <p:cNvPr id="357394" name="Text Box 133">
            <a:extLst>
              <a:ext uri="{FF2B5EF4-FFF2-40B4-BE49-F238E27FC236}">
                <a16:creationId xmlns:a16="http://schemas.microsoft.com/office/drawing/2014/main" id="{90D2F758-ABB4-70E5-9D09-FE2C8907D8AE}"/>
              </a:ext>
            </a:extLst>
          </p:cNvPr>
          <p:cNvSpPr txBox="1">
            <a:spLocks noChangeArrowheads="1"/>
          </p:cNvSpPr>
          <p:nvPr/>
        </p:nvSpPr>
        <p:spPr bwMode="auto">
          <a:xfrm>
            <a:off x="5448300" y="914400"/>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b="1">
                <a:solidFill>
                  <a:srgbClr val="FF0000"/>
                </a:solidFill>
              </a:rPr>
              <a:t>O</a:t>
            </a:r>
            <a:r>
              <a:rPr lang="en-US" altLang="en-US" sz="2000" b="1" baseline="-22000">
                <a:solidFill>
                  <a:srgbClr val="FF0000"/>
                </a:solidFill>
              </a:rPr>
              <a:t>2</a:t>
            </a:r>
            <a:endParaRPr lang="en-US" altLang="en-US" sz="1800" b="1"/>
          </a:p>
        </p:txBody>
      </p:sp>
      <p:sp>
        <p:nvSpPr>
          <p:cNvPr id="357395" name="Text Box 134">
            <a:extLst>
              <a:ext uri="{FF2B5EF4-FFF2-40B4-BE49-F238E27FC236}">
                <a16:creationId xmlns:a16="http://schemas.microsoft.com/office/drawing/2014/main" id="{AD8B4CF5-9FB1-D47C-2AB5-8D7AC1108B60}"/>
              </a:ext>
            </a:extLst>
          </p:cNvPr>
          <p:cNvSpPr txBox="1">
            <a:spLocks noChangeArrowheads="1"/>
          </p:cNvSpPr>
          <p:nvPr/>
        </p:nvSpPr>
        <p:spPr bwMode="auto">
          <a:xfrm>
            <a:off x="7505700" y="914400"/>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b="1">
                <a:solidFill>
                  <a:srgbClr val="FF0000"/>
                </a:solidFill>
              </a:rPr>
              <a:t>O</a:t>
            </a:r>
            <a:r>
              <a:rPr lang="en-US" altLang="en-US" sz="2000" b="1" baseline="-22000">
                <a:solidFill>
                  <a:srgbClr val="FF0000"/>
                </a:solidFill>
              </a:rPr>
              <a:t>2</a:t>
            </a:r>
            <a:r>
              <a:rPr lang="en-US" altLang="en-US" sz="2000" b="1" baseline="30000">
                <a:solidFill>
                  <a:srgbClr val="FF0000"/>
                </a:solidFill>
              </a:rPr>
              <a:t>+</a:t>
            </a:r>
            <a:endParaRPr lang="en-US" altLang="en-US" sz="1800" b="1">
              <a:solidFill>
                <a:srgbClr val="FF0000"/>
              </a:solidFill>
            </a:endParaRPr>
          </a:p>
        </p:txBody>
      </p:sp>
      <p:sp>
        <p:nvSpPr>
          <p:cNvPr id="357396" name="Text Box 135">
            <a:extLst>
              <a:ext uri="{FF2B5EF4-FFF2-40B4-BE49-F238E27FC236}">
                <a16:creationId xmlns:a16="http://schemas.microsoft.com/office/drawing/2014/main" id="{57A0C625-A8CD-9F00-BE81-2F5703E42CF8}"/>
              </a:ext>
            </a:extLst>
          </p:cNvPr>
          <p:cNvSpPr txBox="1">
            <a:spLocks noChangeArrowheads="1"/>
          </p:cNvSpPr>
          <p:nvPr/>
        </p:nvSpPr>
        <p:spPr bwMode="auto">
          <a:xfrm>
            <a:off x="4038600" y="6172200"/>
            <a:ext cx="1524000" cy="366713"/>
          </a:xfrm>
          <a:prstGeom prst="rect">
            <a:avLst/>
          </a:prstGeom>
          <a:blipFill dpi="0" rotWithShape="0">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a:solidFill>
                  <a:srgbClr val="1822CD"/>
                </a:solidFill>
              </a:rPr>
              <a:t>bond orders</a:t>
            </a:r>
          </a:p>
        </p:txBody>
      </p:sp>
      <p:sp>
        <p:nvSpPr>
          <p:cNvPr id="357397" name="Text Box 136">
            <a:extLst>
              <a:ext uri="{FF2B5EF4-FFF2-40B4-BE49-F238E27FC236}">
                <a16:creationId xmlns:a16="http://schemas.microsoft.com/office/drawing/2014/main" id="{A706139F-4699-15FA-21DB-E12BF91E4618}"/>
              </a:ext>
            </a:extLst>
          </p:cNvPr>
          <p:cNvSpPr txBox="1">
            <a:spLocks noChangeArrowheads="1"/>
          </p:cNvSpPr>
          <p:nvPr/>
        </p:nvSpPr>
        <p:spPr bwMode="auto">
          <a:xfrm>
            <a:off x="838200" y="5486400"/>
            <a:ext cx="1524000" cy="366713"/>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a:solidFill>
                  <a:srgbClr val="1822CD"/>
                </a:solidFill>
              </a:rPr>
              <a:t>1/2(8-2) = </a:t>
            </a:r>
            <a:r>
              <a:rPr lang="en-US" altLang="en-US" sz="1800" b="1">
                <a:solidFill>
                  <a:srgbClr val="1822CD"/>
                </a:solidFill>
              </a:rPr>
              <a:t>3</a:t>
            </a:r>
            <a:endParaRPr lang="en-US" altLang="en-US" sz="1800">
              <a:solidFill>
                <a:srgbClr val="1822CD"/>
              </a:solidFill>
            </a:endParaRPr>
          </a:p>
        </p:txBody>
      </p:sp>
      <p:sp>
        <p:nvSpPr>
          <p:cNvPr id="357398" name="Text Box 137">
            <a:extLst>
              <a:ext uri="{FF2B5EF4-FFF2-40B4-BE49-F238E27FC236}">
                <a16:creationId xmlns:a16="http://schemas.microsoft.com/office/drawing/2014/main" id="{2375C8C2-51EE-AD6A-0F7B-F7F767185805}"/>
              </a:ext>
            </a:extLst>
          </p:cNvPr>
          <p:cNvSpPr txBox="1">
            <a:spLocks noChangeArrowheads="1"/>
          </p:cNvSpPr>
          <p:nvPr/>
        </p:nvSpPr>
        <p:spPr bwMode="auto">
          <a:xfrm>
            <a:off x="2971800" y="5486400"/>
            <a:ext cx="1524000" cy="366713"/>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a:solidFill>
                  <a:srgbClr val="1822CD"/>
                </a:solidFill>
              </a:rPr>
              <a:t>1/2(7-2) = </a:t>
            </a:r>
            <a:r>
              <a:rPr lang="en-US" altLang="en-US" sz="1800" b="1">
                <a:solidFill>
                  <a:srgbClr val="1822CD"/>
                </a:solidFill>
              </a:rPr>
              <a:t>2.5</a:t>
            </a:r>
            <a:endParaRPr lang="en-US" altLang="en-US" sz="1800">
              <a:solidFill>
                <a:srgbClr val="1822CD"/>
              </a:solidFill>
            </a:endParaRPr>
          </a:p>
        </p:txBody>
      </p:sp>
      <p:sp>
        <p:nvSpPr>
          <p:cNvPr id="357399" name="Text Box 138">
            <a:extLst>
              <a:ext uri="{FF2B5EF4-FFF2-40B4-BE49-F238E27FC236}">
                <a16:creationId xmlns:a16="http://schemas.microsoft.com/office/drawing/2014/main" id="{38B42F3C-0F33-C3C3-7CFB-79B2F3A9016B}"/>
              </a:ext>
            </a:extLst>
          </p:cNvPr>
          <p:cNvSpPr txBox="1">
            <a:spLocks noChangeArrowheads="1"/>
          </p:cNvSpPr>
          <p:nvPr/>
        </p:nvSpPr>
        <p:spPr bwMode="auto">
          <a:xfrm>
            <a:off x="5105400" y="5486400"/>
            <a:ext cx="1524000" cy="366713"/>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a:solidFill>
                  <a:srgbClr val="1822CD"/>
                </a:solidFill>
              </a:rPr>
              <a:t>1/2(8-4) = </a:t>
            </a:r>
            <a:r>
              <a:rPr lang="en-US" altLang="en-US" sz="1800" b="1">
                <a:solidFill>
                  <a:srgbClr val="1822CD"/>
                </a:solidFill>
              </a:rPr>
              <a:t>2</a:t>
            </a:r>
          </a:p>
        </p:txBody>
      </p:sp>
      <p:sp>
        <p:nvSpPr>
          <p:cNvPr id="357400" name="Text Box 139">
            <a:extLst>
              <a:ext uri="{FF2B5EF4-FFF2-40B4-BE49-F238E27FC236}">
                <a16:creationId xmlns:a16="http://schemas.microsoft.com/office/drawing/2014/main" id="{1A5AC70E-B2D3-E888-AD39-526808533979}"/>
              </a:ext>
            </a:extLst>
          </p:cNvPr>
          <p:cNvSpPr txBox="1">
            <a:spLocks noChangeArrowheads="1"/>
          </p:cNvSpPr>
          <p:nvPr/>
        </p:nvSpPr>
        <p:spPr bwMode="auto">
          <a:xfrm>
            <a:off x="7239000" y="5486400"/>
            <a:ext cx="1524000" cy="366713"/>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a:solidFill>
                  <a:srgbClr val="1822CD"/>
                </a:solidFill>
              </a:rPr>
              <a:t>1/2(8-3) = </a:t>
            </a:r>
            <a:r>
              <a:rPr lang="en-US" altLang="en-US" sz="1800" b="1">
                <a:solidFill>
                  <a:srgbClr val="1822CD"/>
                </a:solidFill>
              </a:rPr>
              <a:t>2.5</a:t>
            </a:r>
            <a:endParaRPr lang="en-US" altLang="en-US" sz="1800">
              <a:solidFill>
                <a:srgbClr val="1822CD"/>
              </a:solidFill>
            </a:endParaRPr>
          </a:p>
        </p:txBody>
      </p:sp>
      <p:grpSp>
        <p:nvGrpSpPr>
          <p:cNvPr id="357401" name="Group 153">
            <a:extLst>
              <a:ext uri="{FF2B5EF4-FFF2-40B4-BE49-F238E27FC236}">
                <a16:creationId xmlns:a16="http://schemas.microsoft.com/office/drawing/2014/main" id="{DE822030-F1A9-793D-542B-51743F0B62F0}"/>
              </a:ext>
            </a:extLst>
          </p:cNvPr>
          <p:cNvGrpSpPr>
            <a:grpSpLocks/>
          </p:cNvGrpSpPr>
          <p:nvPr/>
        </p:nvGrpSpPr>
        <p:grpSpPr bwMode="auto">
          <a:xfrm>
            <a:off x="6515100" y="1371600"/>
            <a:ext cx="685800" cy="3795713"/>
            <a:chOff x="4128" y="1200"/>
            <a:chExt cx="432" cy="2391"/>
          </a:xfrm>
        </p:grpSpPr>
        <p:sp>
          <p:nvSpPr>
            <p:cNvPr id="357444" name="Text Box 24">
              <a:extLst>
                <a:ext uri="{FF2B5EF4-FFF2-40B4-BE49-F238E27FC236}">
                  <a16:creationId xmlns:a16="http://schemas.microsoft.com/office/drawing/2014/main" id="{5F045FC0-95AD-0301-C45E-C54C54D27806}"/>
                </a:ext>
              </a:extLst>
            </p:cNvPr>
            <p:cNvSpPr txBox="1">
              <a:spLocks noChangeArrowheads="1"/>
            </p:cNvSpPr>
            <p:nvPr/>
          </p:nvSpPr>
          <p:spPr bwMode="auto">
            <a:xfrm>
              <a:off x="4176" y="3360"/>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latin typeface="Symbol" panose="05050102010706020507" pitchFamily="18" charset="2"/>
                </a:rPr>
                <a:t>s</a:t>
              </a:r>
              <a:r>
                <a:rPr lang="en-US" altLang="en-US" sz="2000" b="1" baseline="-25000"/>
                <a:t>2</a:t>
              </a:r>
              <a:r>
                <a:rPr lang="en-US" altLang="en-US" sz="2000" b="1" i="1" baseline="-25000"/>
                <a:t>s</a:t>
              </a:r>
              <a:endParaRPr lang="en-US" altLang="en-US" sz="1800"/>
            </a:p>
          </p:txBody>
        </p:sp>
        <p:sp>
          <p:nvSpPr>
            <p:cNvPr id="357445" name="Text Box 25">
              <a:extLst>
                <a:ext uri="{FF2B5EF4-FFF2-40B4-BE49-F238E27FC236}">
                  <a16:creationId xmlns:a16="http://schemas.microsoft.com/office/drawing/2014/main" id="{04015147-D1D0-F543-3E1B-8DF0636845B4}"/>
                </a:ext>
              </a:extLst>
            </p:cNvPr>
            <p:cNvSpPr txBox="1">
              <a:spLocks noChangeArrowheads="1"/>
            </p:cNvSpPr>
            <p:nvPr/>
          </p:nvSpPr>
          <p:spPr bwMode="auto">
            <a:xfrm>
              <a:off x="4128" y="2976"/>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latin typeface="Symbol" panose="05050102010706020507" pitchFamily="18" charset="2"/>
                </a:rPr>
                <a:t>s</a:t>
              </a:r>
              <a:r>
                <a:rPr lang="en-US" altLang="en-US" sz="2000" b="1" baseline="-25000"/>
                <a:t>2</a:t>
              </a:r>
              <a:r>
                <a:rPr lang="en-US" altLang="en-US" sz="2000" b="1" i="1" baseline="-25000"/>
                <a:t>s</a:t>
              </a:r>
              <a:endParaRPr lang="en-US" altLang="en-US" sz="1800"/>
            </a:p>
          </p:txBody>
        </p:sp>
        <p:sp>
          <p:nvSpPr>
            <p:cNvPr id="357446" name="Text Box 26">
              <a:extLst>
                <a:ext uri="{FF2B5EF4-FFF2-40B4-BE49-F238E27FC236}">
                  <a16:creationId xmlns:a16="http://schemas.microsoft.com/office/drawing/2014/main" id="{A9445ABC-DC38-1D82-6BBB-248D82D0FC4A}"/>
                </a:ext>
              </a:extLst>
            </p:cNvPr>
            <p:cNvSpPr txBox="1">
              <a:spLocks noChangeArrowheads="1"/>
            </p:cNvSpPr>
            <p:nvPr/>
          </p:nvSpPr>
          <p:spPr bwMode="auto">
            <a:xfrm>
              <a:off x="4128" y="2496"/>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latin typeface="Symbol" panose="05050102010706020507" pitchFamily="18" charset="2"/>
                </a:rPr>
                <a:t></a:t>
              </a:r>
              <a:r>
                <a:rPr lang="en-US" altLang="en-US" sz="2000" b="1" baseline="-25000"/>
                <a:t>2</a:t>
              </a:r>
              <a:r>
                <a:rPr lang="en-US" altLang="en-US" sz="2000" b="1" i="1" baseline="-25000"/>
                <a:t>p</a:t>
              </a:r>
            </a:p>
          </p:txBody>
        </p:sp>
        <p:sp>
          <p:nvSpPr>
            <p:cNvPr id="357447" name="Text Box 27">
              <a:extLst>
                <a:ext uri="{FF2B5EF4-FFF2-40B4-BE49-F238E27FC236}">
                  <a16:creationId xmlns:a16="http://schemas.microsoft.com/office/drawing/2014/main" id="{6ADADF46-597C-4924-8A61-F866C966CE55}"/>
                </a:ext>
              </a:extLst>
            </p:cNvPr>
            <p:cNvSpPr txBox="1">
              <a:spLocks noChangeArrowheads="1"/>
            </p:cNvSpPr>
            <p:nvPr/>
          </p:nvSpPr>
          <p:spPr bwMode="auto">
            <a:xfrm>
              <a:off x="4128" y="2112"/>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latin typeface="Symbol" panose="05050102010706020507" pitchFamily="18" charset="2"/>
                </a:rPr>
                <a:t></a:t>
              </a:r>
              <a:r>
                <a:rPr lang="en-US" altLang="en-US" sz="2000" b="1" baseline="-25000"/>
                <a:t>2</a:t>
              </a:r>
              <a:r>
                <a:rPr lang="en-US" altLang="en-US" sz="2000" b="1" i="1" baseline="-25000"/>
                <a:t>p</a:t>
              </a:r>
            </a:p>
          </p:txBody>
        </p:sp>
        <p:sp>
          <p:nvSpPr>
            <p:cNvPr id="357448" name="Text Box 28">
              <a:extLst>
                <a:ext uri="{FF2B5EF4-FFF2-40B4-BE49-F238E27FC236}">
                  <a16:creationId xmlns:a16="http://schemas.microsoft.com/office/drawing/2014/main" id="{D41298F4-1075-4133-4029-FAE081D856B3}"/>
                </a:ext>
              </a:extLst>
            </p:cNvPr>
            <p:cNvSpPr txBox="1">
              <a:spLocks noChangeArrowheads="1"/>
            </p:cNvSpPr>
            <p:nvPr/>
          </p:nvSpPr>
          <p:spPr bwMode="auto">
            <a:xfrm>
              <a:off x="4128" y="1680"/>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latin typeface="Symbol" panose="05050102010706020507" pitchFamily="18" charset="2"/>
                </a:rPr>
                <a:t></a:t>
              </a:r>
              <a:r>
                <a:rPr lang="en-US" altLang="en-US" sz="2000" b="1" baseline="-25000"/>
                <a:t>2</a:t>
              </a:r>
              <a:r>
                <a:rPr lang="en-US" altLang="en-US" sz="2000" b="1" i="1" baseline="-25000"/>
                <a:t>p</a:t>
              </a:r>
              <a:endParaRPr lang="en-US" altLang="en-US" sz="1800"/>
            </a:p>
          </p:txBody>
        </p:sp>
        <p:sp>
          <p:nvSpPr>
            <p:cNvPr id="357449" name="Text Box 29">
              <a:extLst>
                <a:ext uri="{FF2B5EF4-FFF2-40B4-BE49-F238E27FC236}">
                  <a16:creationId xmlns:a16="http://schemas.microsoft.com/office/drawing/2014/main" id="{9E5BAC60-3A11-0800-326D-FB79783C68AF}"/>
                </a:ext>
              </a:extLst>
            </p:cNvPr>
            <p:cNvSpPr txBox="1">
              <a:spLocks noChangeArrowheads="1"/>
            </p:cNvSpPr>
            <p:nvPr/>
          </p:nvSpPr>
          <p:spPr bwMode="auto">
            <a:xfrm>
              <a:off x="4128" y="1200"/>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latin typeface="Symbol" panose="05050102010706020507" pitchFamily="18" charset="2"/>
                </a:rPr>
                <a:t></a:t>
              </a:r>
              <a:r>
                <a:rPr lang="en-US" altLang="en-US" sz="2000" b="1" baseline="-25000"/>
                <a:t>2</a:t>
              </a:r>
              <a:r>
                <a:rPr lang="en-US" altLang="en-US" sz="2000" b="1" i="1" baseline="-25000"/>
                <a:t>p</a:t>
              </a:r>
              <a:endParaRPr lang="en-US" altLang="en-US" sz="1800"/>
            </a:p>
          </p:txBody>
        </p:sp>
      </p:grpSp>
      <p:sp>
        <p:nvSpPr>
          <p:cNvPr id="357402" name="Text Box 151">
            <a:extLst>
              <a:ext uri="{FF2B5EF4-FFF2-40B4-BE49-F238E27FC236}">
                <a16:creationId xmlns:a16="http://schemas.microsoft.com/office/drawing/2014/main" id="{FF5750F9-51BB-A1B8-E64E-D3DA2491A181}"/>
              </a:ext>
            </a:extLst>
          </p:cNvPr>
          <p:cNvSpPr txBox="1">
            <a:spLocks noChangeArrowheads="1"/>
          </p:cNvSpPr>
          <p:nvPr/>
        </p:nvSpPr>
        <p:spPr bwMode="auto">
          <a:xfrm>
            <a:off x="571500" y="2057400"/>
            <a:ext cx="1752600" cy="3667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i="1"/>
              <a:t>bonding</a:t>
            </a:r>
            <a:r>
              <a:rPr lang="en-US" altLang="en-US" sz="1800"/>
              <a:t> e</a:t>
            </a:r>
            <a:r>
              <a:rPr lang="en-US" altLang="en-US" b="1" baseline="30000"/>
              <a:t>-</a:t>
            </a:r>
            <a:r>
              <a:rPr lang="en-US" altLang="en-US" sz="1800"/>
              <a:t> lost</a:t>
            </a:r>
          </a:p>
        </p:txBody>
      </p:sp>
      <p:sp>
        <p:nvSpPr>
          <p:cNvPr id="357403" name="Text Box 152">
            <a:extLst>
              <a:ext uri="{FF2B5EF4-FFF2-40B4-BE49-F238E27FC236}">
                <a16:creationId xmlns:a16="http://schemas.microsoft.com/office/drawing/2014/main" id="{258B025A-FFA9-1C2A-293D-8D5CF27B6CEA}"/>
              </a:ext>
            </a:extLst>
          </p:cNvPr>
          <p:cNvSpPr txBox="1">
            <a:spLocks noChangeArrowheads="1"/>
          </p:cNvSpPr>
          <p:nvPr/>
        </p:nvSpPr>
        <p:spPr bwMode="auto">
          <a:xfrm>
            <a:off x="7277100" y="1371600"/>
            <a:ext cx="1447800" cy="6413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i="1"/>
              <a:t>antibonding </a:t>
            </a:r>
            <a:r>
              <a:rPr lang="en-US" altLang="en-US" sz="1800"/>
              <a:t>e</a:t>
            </a:r>
            <a:r>
              <a:rPr lang="en-US" altLang="en-US" b="1" baseline="30000"/>
              <a:t>-</a:t>
            </a:r>
            <a:r>
              <a:rPr lang="en-US" altLang="en-US" sz="1800"/>
              <a:t> lost</a:t>
            </a:r>
          </a:p>
        </p:txBody>
      </p:sp>
      <p:sp>
        <p:nvSpPr>
          <p:cNvPr id="357404" name="Text Box 156">
            <a:extLst>
              <a:ext uri="{FF2B5EF4-FFF2-40B4-BE49-F238E27FC236}">
                <a16:creationId xmlns:a16="http://schemas.microsoft.com/office/drawing/2014/main" id="{760A5481-ACF5-44B4-00BE-977582C8781C}"/>
              </a:ext>
            </a:extLst>
          </p:cNvPr>
          <p:cNvSpPr txBox="1">
            <a:spLocks noChangeArrowheads="1"/>
          </p:cNvSpPr>
          <p:nvPr/>
        </p:nvSpPr>
        <p:spPr bwMode="auto">
          <a:xfrm>
            <a:off x="3200400" y="5791200"/>
            <a:ext cx="1073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800">
                <a:solidFill>
                  <a:srgbClr val="FF0000"/>
                </a:solidFill>
              </a:rPr>
              <a:t>(weaker)</a:t>
            </a:r>
            <a:endParaRPr lang="en-US" altLang="en-US"/>
          </a:p>
        </p:txBody>
      </p:sp>
      <p:sp>
        <p:nvSpPr>
          <p:cNvPr id="357405" name="Text Box 157">
            <a:extLst>
              <a:ext uri="{FF2B5EF4-FFF2-40B4-BE49-F238E27FC236}">
                <a16:creationId xmlns:a16="http://schemas.microsoft.com/office/drawing/2014/main" id="{A0D924CD-367D-DBE2-CBF1-16D2C1CD3A2C}"/>
              </a:ext>
            </a:extLst>
          </p:cNvPr>
          <p:cNvSpPr txBox="1">
            <a:spLocks noChangeArrowheads="1"/>
          </p:cNvSpPr>
          <p:nvPr/>
        </p:nvSpPr>
        <p:spPr bwMode="auto">
          <a:xfrm>
            <a:off x="5410200" y="5791200"/>
            <a:ext cx="1073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800">
                <a:solidFill>
                  <a:srgbClr val="FF0000"/>
                </a:solidFill>
              </a:rPr>
              <a:t>(weaker)</a:t>
            </a:r>
            <a:endParaRPr lang="en-US" altLang="en-US"/>
          </a:p>
        </p:txBody>
      </p:sp>
      <p:sp>
        <p:nvSpPr>
          <p:cNvPr id="357406" name="Rectangle 158">
            <a:extLst>
              <a:ext uri="{FF2B5EF4-FFF2-40B4-BE49-F238E27FC236}">
                <a16:creationId xmlns:a16="http://schemas.microsoft.com/office/drawing/2014/main" id="{8ABE239B-F469-FF4D-FE2D-9CB203787D3D}"/>
              </a:ext>
            </a:extLst>
          </p:cNvPr>
          <p:cNvSpPr>
            <a:spLocks noChangeArrowheads="1"/>
          </p:cNvSpPr>
          <p:nvPr/>
        </p:nvSpPr>
        <p:spPr bwMode="auto">
          <a:xfrm>
            <a:off x="5486400" y="4800600"/>
            <a:ext cx="457200" cy="381000"/>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7407" name="Rectangle 159">
            <a:extLst>
              <a:ext uri="{FF2B5EF4-FFF2-40B4-BE49-F238E27FC236}">
                <a16:creationId xmlns:a16="http://schemas.microsoft.com/office/drawing/2014/main" id="{4DBF6355-D796-AA6E-CC59-71EC0DED6C6A}"/>
              </a:ext>
            </a:extLst>
          </p:cNvPr>
          <p:cNvSpPr>
            <a:spLocks noChangeArrowheads="1"/>
          </p:cNvSpPr>
          <p:nvPr/>
        </p:nvSpPr>
        <p:spPr bwMode="auto">
          <a:xfrm>
            <a:off x="5486400" y="4191000"/>
            <a:ext cx="457200" cy="381000"/>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7408" name="Rectangle 160">
            <a:extLst>
              <a:ext uri="{FF2B5EF4-FFF2-40B4-BE49-F238E27FC236}">
                <a16:creationId xmlns:a16="http://schemas.microsoft.com/office/drawing/2014/main" id="{7B1F1E6D-EF5C-B145-6393-9EE76D5BDADF}"/>
              </a:ext>
            </a:extLst>
          </p:cNvPr>
          <p:cNvSpPr>
            <a:spLocks noChangeArrowheads="1"/>
          </p:cNvSpPr>
          <p:nvPr/>
        </p:nvSpPr>
        <p:spPr bwMode="auto">
          <a:xfrm>
            <a:off x="5486400" y="3429000"/>
            <a:ext cx="457200" cy="381000"/>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7409" name="Rectangle 161">
            <a:extLst>
              <a:ext uri="{FF2B5EF4-FFF2-40B4-BE49-F238E27FC236}">
                <a16:creationId xmlns:a16="http://schemas.microsoft.com/office/drawing/2014/main" id="{AB8E1FB7-52B5-00F4-966E-FF1BABB12C07}"/>
              </a:ext>
            </a:extLst>
          </p:cNvPr>
          <p:cNvSpPr>
            <a:spLocks noChangeArrowheads="1"/>
          </p:cNvSpPr>
          <p:nvPr/>
        </p:nvSpPr>
        <p:spPr bwMode="auto">
          <a:xfrm>
            <a:off x="5257800" y="2819400"/>
            <a:ext cx="457200" cy="381000"/>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7410" name="Rectangle 162">
            <a:extLst>
              <a:ext uri="{FF2B5EF4-FFF2-40B4-BE49-F238E27FC236}">
                <a16:creationId xmlns:a16="http://schemas.microsoft.com/office/drawing/2014/main" id="{1F8B5FA4-B094-D9BD-F06E-E83615341423}"/>
              </a:ext>
            </a:extLst>
          </p:cNvPr>
          <p:cNvSpPr>
            <a:spLocks noChangeArrowheads="1"/>
          </p:cNvSpPr>
          <p:nvPr/>
        </p:nvSpPr>
        <p:spPr bwMode="auto">
          <a:xfrm>
            <a:off x="5715000" y="2819400"/>
            <a:ext cx="457200" cy="381000"/>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7411" name="Rectangle 163">
            <a:extLst>
              <a:ext uri="{FF2B5EF4-FFF2-40B4-BE49-F238E27FC236}">
                <a16:creationId xmlns:a16="http://schemas.microsoft.com/office/drawing/2014/main" id="{F7435735-70D1-5B28-B63C-50F23660D77F}"/>
              </a:ext>
            </a:extLst>
          </p:cNvPr>
          <p:cNvSpPr>
            <a:spLocks noChangeArrowheads="1"/>
          </p:cNvSpPr>
          <p:nvPr/>
        </p:nvSpPr>
        <p:spPr bwMode="auto">
          <a:xfrm>
            <a:off x="5257800" y="2133600"/>
            <a:ext cx="457200" cy="381000"/>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7412" name="Rectangle 164">
            <a:extLst>
              <a:ext uri="{FF2B5EF4-FFF2-40B4-BE49-F238E27FC236}">
                <a16:creationId xmlns:a16="http://schemas.microsoft.com/office/drawing/2014/main" id="{260F234B-25AB-526E-2491-3EB56C828B56}"/>
              </a:ext>
            </a:extLst>
          </p:cNvPr>
          <p:cNvSpPr>
            <a:spLocks noChangeArrowheads="1"/>
          </p:cNvSpPr>
          <p:nvPr/>
        </p:nvSpPr>
        <p:spPr bwMode="auto">
          <a:xfrm>
            <a:off x="5715000" y="2133600"/>
            <a:ext cx="457200" cy="381000"/>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7413" name="Rectangle 165">
            <a:extLst>
              <a:ext uri="{FF2B5EF4-FFF2-40B4-BE49-F238E27FC236}">
                <a16:creationId xmlns:a16="http://schemas.microsoft.com/office/drawing/2014/main" id="{7DA66E5B-E9EB-256C-70CF-65AC73608F80}"/>
              </a:ext>
            </a:extLst>
          </p:cNvPr>
          <p:cNvSpPr>
            <a:spLocks noChangeArrowheads="1"/>
          </p:cNvSpPr>
          <p:nvPr/>
        </p:nvSpPr>
        <p:spPr bwMode="auto">
          <a:xfrm>
            <a:off x="5486400" y="1371600"/>
            <a:ext cx="457200" cy="381000"/>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7414" name="Rectangle 166">
            <a:extLst>
              <a:ext uri="{FF2B5EF4-FFF2-40B4-BE49-F238E27FC236}">
                <a16:creationId xmlns:a16="http://schemas.microsoft.com/office/drawing/2014/main" id="{6E99FCD5-21BF-9234-F225-73994D7A9772}"/>
              </a:ext>
            </a:extLst>
          </p:cNvPr>
          <p:cNvSpPr>
            <a:spLocks noChangeArrowheads="1"/>
          </p:cNvSpPr>
          <p:nvPr/>
        </p:nvSpPr>
        <p:spPr bwMode="auto">
          <a:xfrm>
            <a:off x="7696200" y="4800600"/>
            <a:ext cx="457200" cy="381000"/>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7415" name="Rectangle 167">
            <a:extLst>
              <a:ext uri="{FF2B5EF4-FFF2-40B4-BE49-F238E27FC236}">
                <a16:creationId xmlns:a16="http://schemas.microsoft.com/office/drawing/2014/main" id="{04A1EB46-DFEC-31B5-98DE-6AA9006C35A8}"/>
              </a:ext>
            </a:extLst>
          </p:cNvPr>
          <p:cNvSpPr>
            <a:spLocks noChangeArrowheads="1"/>
          </p:cNvSpPr>
          <p:nvPr/>
        </p:nvSpPr>
        <p:spPr bwMode="auto">
          <a:xfrm>
            <a:off x="7696200" y="4191000"/>
            <a:ext cx="457200" cy="381000"/>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7416" name="Rectangle 168">
            <a:extLst>
              <a:ext uri="{FF2B5EF4-FFF2-40B4-BE49-F238E27FC236}">
                <a16:creationId xmlns:a16="http://schemas.microsoft.com/office/drawing/2014/main" id="{EA8A536F-6B6B-027E-8777-9160E8030AB1}"/>
              </a:ext>
            </a:extLst>
          </p:cNvPr>
          <p:cNvSpPr>
            <a:spLocks noChangeArrowheads="1"/>
          </p:cNvSpPr>
          <p:nvPr/>
        </p:nvSpPr>
        <p:spPr bwMode="auto">
          <a:xfrm>
            <a:off x="7696200" y="3429000"/>
            <a:ext cx="457200" cy="381000"/>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7417" name="Rectangle 169">
            <a:extLst>
              <a:ext uri="{FF2B5EF4-FFF2-40B4-BE49-F238E27FC236}">
                <a16:creationId xmlns:a16="http://schemas.microsoft.com/office/drawing/2014/main" id="{BF0A6E64-ABC4-B516-9335-9E4E716A3FD0}"/>
              </a:ext>
            </a:extLst>
          </p:cNvPr>
          <p:cNvSpPr>
            <a:spLocks noChangeArrowheads="1"/>
          </p:cNvSpPr>
          <p:nvPr/>
        </p:nvSpPr>
        <p:spPr bwMode="auto">
          <a:xfrm>
            <a:off x="7391400" y="2819400"/>
            <a:ext cx="457200" cy="381000"/>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7418" name="Rectangle 170">
            <a:extLst>
              <a:ext uri="{FF2B5EF4-FFF2-40B4-BE49-F238E27FC236}">
                <a16:creationId xmlns:a16="http://schemas.microsoft.com/office/drawing/2014/main" id="{878C4190-76B0-E53C-6841-5B3EA5B607E3}"/>
              </a:ext>
            </a:extLst>
          </p:cNvPr>
          <p:cNvSpPr>
            <a:spLocks noChangeArrowheads="1"/>
          </p:cNvSpPr>
          <p:nvPr/>
        </p:nvSpPr>
        <p:spPr bwMode="auto">
          <a:xfrm>
            <a:off x="7848600" y="2819400"/>
            <a:ext cx="457200" cy="381000"/>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7419" name="Rectangle 171">
            <a:extLst>
              <a:ext uri="{FF2B5EF4-FFF2-40B4-BE49-F238E27FC236}">
                <a16:creationId xmlns:a16="http://schemas.microsoft.com/office/drawing/2014/main" id="{CD41E401-CC46-D45F-9574-128DBABD129C}"/>
              </a:ext>
            </a:extLst>
          </p:cNvPr>
          <p:cNvSpPr>
            <a:spLocks noChangeArrowheads="1"/>
          </p:cNvSpPr>
          <p:nvPr/>
        </p:nvSpPr>
        <p:spPr bwMode="auto">
          <a:xfrm>
            <a:off x="7391400" y="2133600"/>
            <a:ext cx="457200" cy="381000"/>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7420" name="Rectangle 172">
            <a:extLst>
              <a:ext uri="{FF2B5EF4-FFF2-40B4-BE49-F238E27FC236}">
                <a16:creationId xmlns:a16="http://schemas.microsoft.com/office/drawing/2014/main" id="{2A928E58-04A5-7F5F-4EC0-62D5BEF184D9}"/>
              </a:ext>
            </a:extLst>
          </p:cNvPr>
          <p:cNvSpPr>
            <a:spLocks noChangeArrowheads="1"/>
          </p:cNvSpPr>
          <p:nvPr/>
        </p:nvSpPr>
        <p:spPr bwMode="auto">
          <a:xfrm>
            <a:off x="7848600" y="2133600"/>
            <a:ext cx="457200" cy="381000"/>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7421" name="Line 173">
            <a:extLst>
              <a:ext uri="{FF2B5EF4-FFF2-40B4-BE49-F238E27FC236}">
                <a16:creationId xmlns:a16="http://schemas.microsoft.com/office/drawing/2014/main" id="{8ED58373-F0F7-1CFD-CFA5-25AC7F11D74C}"/>
              </a:ext>
            </a:extLst>
          </p:cNvPr>
          <p:cNvSpPr>
            <a:spLocks noChangeShapeType="1"/>
          </p:cNvSpPr>
          <p:nvPr/>
        </p:nvSpPr>
        <p:spPr bwMode="auto">
          <a:xfrm flipV="1">
            <a:off x="5638800" y="4800600"/>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22" name="Line 174">
            <a:extLst>
              <a:ext uri="{FF2B5EF4-FFF2-40B4-BE49-F238E27FC236}">
                <a16:creationId xmlns:a16="http://schemas.microsoft.com/office/drawing/2014/main" id="{25C91E1C-94FD-CAAB-E543-8D787DC12B63}"/>
              </a:ext>
            </a:extLst>
          </p:cNvPr>
          <p:cNvSpPr>
            <a:spLocks noChangeShapeType="1"/>
          </p:cNvSpPr>
          <p:nvPr/>
        </p:nvSpPr>
        <p:spPr bwMode="auto">
          <a:xfrm>
            <a:off x="5791200" y="4800600"/>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23" name="Line 175">
            <a:extLst>
              <a:ext uri="{FF2B5EF4-FFF2-40B4-BE49-F238E27FC236}">
                <a16:creationId xmlns:a16="http://schemas.microsoft.com/office/drawing/2014/main" id="{8C86CFDB-5AE2-6246-695E-678C9E20DE5D}"/>
              </a:ext>
            </a:extLst>
          </p:cNvPr>
          <p:cNvSpPr>
            <a:spLocks noChangeShapeType="1"/>
          </p:cNvSpPr>
          <p:nvPr/>
        </p:nvSpPr>
        <p:spPr bwMode="auto">
          <a:xfrm flipV="1">
            <a:off x="5638800" y="4191000"/>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24" name="Line 176">
            <a:extLst>
              <a:ext uri="{FF2B5EF4-FFF2-40B4-BE49-F238E27FC236}">
                <a16:creationId xmlns:a16="http://schemas.microsoft.com/office/drawing/2014/main" id="{4834EB16-49DE-F83E-E3BF-BD591F627929}"/>
              </a:ext>
            </a:extLst>
          </p:cNvPr>
          <p:cNvSpPr>
            <a:spLocks noChangeShapeType="1"/>
          </p:cNvSpPr>
          <p:nvPr/>
        </p:nvSpPr>
        <p:spPr bwMode="auto">
          <a:xfrm flipV="1">
            <a:off x="5638800" y="3429000"/>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25" name="Line 177">
            <a:extLst>
              <a:ext uri="{FF2B5EF4-FFF2-40B4-BE49-F238E27FC236}">
                <a16:creationId xmlns:a16="http://schemas.microsoft.com/office/drawing/2014/main" id="{9EA5F953-8790-29B6-CA9F-E36273ED7B38}"/>
              </a:ext>
            </a:extLst>
          </p:cNvPr>
          <p:cNvSpPr>
            <a:spLocks noChangeShapeType="1"/>
          </p:cNvSpPr>
          <p:nvPr/>
        </p:nvSpPr>
        <p:spPr bwMode="auto">
          <a:xfrm flipV="1">
            <a:off x="5410200" y="2133600"/>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26" name="Line 178">
            <a:extLst>
              <a:ext uri="{FF2B5EF4-FFF2-40B4-BE49-F238E27FC236}">
                <a16:creationId xmlns:a16="http://schemas.microsoft.com/office/drawing/2014/main" id="{48417E8F-9C63-C0F3-E176-06156B261EB5}"/>
              </a:ext>
            </a:extLst>
          </p:cNvPr>
          <p:cNvSpPr>
            <a:spLocks noChangeShapeType="1"/>
          </p:cNvSpPr>
          <p:nvPr/>
        </p:nvSpPr>
        <p:spPr bwMode="auto">
          <a:xfrm flipV="1">
            <a:off x="5943600" y="2133600"/>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27" name="Line 179">
            <a:extLst>
              <a:ext uri="{FF2B5EF4-FFF2-40B4-BE49-F238E27FC236}">
                <a16:creationId xmlns:a16="http://schemas.microsoft.com/office/drawing/2014/main" id="{28208F4D-9D11-DCCA-99F0-2951DB24E78C}"/>
              </a:ext>
            </a:extLst>
          </p:cNvPr>
          <p:cNvSpPr>
            <a:spLocks noChangeShapeType="1"/>
          </p:cNvSpPr>
          <p:nvPr/>
        </p:nvSpPr>
        <p:spPr bwMode="auto">
          <a:xfrm flipV="1">
            <a:off x="5410200" y="2819400"/>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28" name="Line 180">
            <a:extLst>
              <a:ext uri="{FF2B5EF4-FFF2-40B4-BE49-F238E27FC236}">
                <a16:creationId xmlns:a16="http://schemas.microsoft.com/office/drawing/2014/main" id="{9D7EC0FE-77B8-3FA6-3194-952915A21111}"/>
              </a:ext>
            </a:extLst>
          </p:cNvPr>
          <p:cNvSpPr>
            <a:spLocks noChangeShapeType="1"/>
          </p:cNvSpPr>
          <p:nvPr/>
        </p:nvSpPr>
        <p:spPr bwMode="auto">
          <a:xfrm flipV="1">
            <a:off x="5867400" y="2819400"/>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29" name="Line 181">
            <a:extLst>
              <a:ext uri="{FF2B5EF4-FFF2-40B4-BE49-F238E27FC236}">
                <a16:creationId xmlns:a16="http://schemas.microsoft.com/office/drawing/2014/main" id="{743BA206-3519-EADA-215D-54CEE6120098}"/>
              </a:ext>
            </a:extLst>
          </p:cNvPr>
          <p:cNvSpPr>
            <a:spLocks noChangeShapeType="1"/>
          </p:cNvSpPr>
          <p:nvPr/>
        </p:nvSpPr>
        <p:spPr bwMode="auto">
          <a:xfrm flipV="1">
            <a:off x="7848600" y="4800600"/>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30" name="Line 182">
            <a:extLst>
              <a:ext uri="{FF2B5EF4-FFF2-40B4-BE49-F238E27FC236}">
                <a16:creationId xmlns:a16="http://schemas.microsoft.com/office/drawing/2014/main" id="{81593BB3-3059-9B17-0DD7-4BB180C8AA2C}"/>
              </a:ext>
            </a:extLst>
          </p:cNvPr>
          <p:cNvSpPr>
            <a:spLocks noChangeShapeType="1"/>
          </p:cNvSpPr>
          <p:nvPr/>
        </p:nvSpPr>
        <p:spPr bwMode="auto">
          <a:xfrm flipV="1">
            <a:off x="7848600" y="4191000"/>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31" name="Line 183">
            <a:extLst>
              <a:ext uri="{FF2B5EF4-FFF2-40B4-BE49-F238E27FC236}">
                <a16:creationId xmlns:a16="http://schemas.microsoft.com/office/drawing/2014/main" id="{83E588BD-6482-2C30-5868-7C18EE70F325}"/>
              </a:ext>
            </a:extLst>
          </p:cNvPr>
          <p:cNvSpPr>
            <a:spLocks noChangeShapeType="1"/>
          </p:cNvSpPr>
          <p:nvPr/>
        </p:nvSpPr>
        <p:spPr bwMode="auto">
          <a:xfrm flipV="1">
            <a:off x="7848600" y="3429000"/>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32" name="Line 184">
            <a:extLst>
              <a:ext uri="{FF2B5EF4-FFF2-40B4-BE49-F238E27FC236}">
                <a16:creationId xmlns:a16="http://schemas.microsoft.com/office/drawing/2014/main" id="{44CAB699-D52C-3112-D990-DEF7499C0887}"/>
              </a:ext>
            </a:extLst>
          </p:cNvPr>
          <p:cNvSpPr>
            <a:spLocks noChangeShapeType="1"/>
          </p:cNvSpPr>
          <p:nvPr/>
        </p:nvSpPr>
        <p:spPr bwMode="auto">
          <a:xfrm flipV="1">
            <a:off x="7543800" y="2819400"/>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33" name="Line 185">
            <a:extLst>
              <a:ext uri="{FF2B5EF4-FFF2-40B4-BE49-F238E27FC236}">
                <a16:creationId xmlns:a16="http://schemas.microsoft.com/office/drawing/2014/main" id="{58DA6956-6179-07AE-5E72-6D386AEF6271}"/>
              </a:ext>
            </a:extLst>
          </p:cNvPr>
          <p:cNvSpPr>
            <a:spLocks noChangeShapeType="1"/>
          </p:cNvSpPr>
          <p:nvPr/>
        </p:nvSpPr>
        <p:spPr bwMode="auto">
          <a:xfrm flipV="1">
            <a:off x="8001000" y="2819400"/>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34" name="Line 186">
            <a:extLst>
              <a:ext uri="{FF2B5EF4-FFF2-40B4-BE49-F238E27FC236}">
                <a16:creationId xmlns:a16="http://schemas.microsoft.com/office/drawing/2014/main" id="{CB86A918-3D46-F509-FE29-5558CA67D514}"/>
              </a:ext>
            </a:extLst>
          </p:cNvPr>
          <p:cNvSpPr>
            <a:spLocks noChangeShapeType="1"/>
          </p:cNvSpPr>
          <p:nvPr/>
        </p:nvSpPr>
        <p:spPr bwMode="auto">
          <a:xfrm flipV="1">
            <a:off x="7543800" y="2133600"/>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35" name="Line 187">
            <a:extLst>
              <a:ext uri="{FF2B5EF4-FFF2-40B4-BE49-F238E27FC236}">
                <a16:creationId xmlns:a16="http://schemas.microsoft.com/office/drawing/2014/main" id="{ADCDE4B8-1CAD-DB2D-BCA4-9CBDF027DC2B}"/>
              </a:ext>
            </a:extLst>
          </p:cNvPr>
          <p:cNvSpPr>
            <a:spLocks noChangeShapeType="1"/>
          </p:cNvSpPr>
          <p:nvPr/>
        </p:nvSpPr>
        <p:spPr bwMode="auto">
          <a:xfrm>
            <a:off x="8001000" y="4800600"/>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36" name="Line 188">
            <a:extLst>
              <a:ext uri="{FF2B5EF4-FFF2-40B4-BE49-F238E27FC236}">
                <a16:creationId xmlns:a16="http://schemas.microsoft.com/office/drawing/2014/main" id="{8B07C294-7C09-B1E6-067F-2021ABA237E5}"/>
              </a:ext>
            </a:extLst>
          </p:cNvPr>
          <p:cNvSpPr>
            <a:spLocks noChangeShapeType="1"/>
          </p:cNvSpPr>
          <p:nvPr/>
        </p:nvSpPr>
        <p:spPr bwMode="auto">
          <a:xfrm>
            <a:off x="5791200" y="4191000"/>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37" name="Line 189">
            <a:extLst>
              <a:ext uri="{FF2B5EF4-FFF2-40B4-BE49-F238E27FC236}">
                <a16:creationId xmlns:a16="http://schemas.microsoft.com/office/drawing/2014/main" id="{4EABC0BF-C417-F3A0-84D5-6A49595DF9D4}"/>
              </a:ext>
            </a:extLst>
          </p:cNvPr>
          <p:cNvSpPr>
            <a:spLocks noChangeShapeType="1"/>
          </p:cNvSpPr>
          <p:nvPr/>
        </p:nvSpPr>
        <p:spPr bwMode="auto">
          <a:xfrm>
            <a:off x="8001000" y="4191000"/>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38" name="Line 190">
            <a:extLst>
              <a:ext uri="{FF2B5EF4-FFF2-40B4-BE49-F238E27FC236}">
                <a16:creationId xmlns:a16="http://schemas.microsoft.com/office/drawing/2014/main" id="{28E3FA09-3D5B-386A-3224-6A1A9B41F547}"/>
              </a:ext>
            </a:extLst>
          </p:cNvPr>
          <p:cNvSpPr>
            <a:spLocks noChangeShapeType="1"/>
          </p:cNvSpPr>
          <p:nvPr/>
        </p:nvSpPr>
        <p:spPr bwMode="auto">
          <a:xfrm>
            <a:off x="5791200" y="3429000"/>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39" name="Line 191">
            <a:extLst>
              <a:ext uri="{FF2B5EF4-FFF2-40B4-BE49-F238E27FC236}">
                <a16:creationId xmlns:a16="http://schemas.microsoft.com/office/drawing/2014/main" id="{EFCEB1D1-1B46-E4A4-4FD6-613DCD2BDF25}"/>
              </a:ext>
            </a:extLst>
          </p:cNvPr>
          <p:cNvSpPr>
            <a:spLocks noChangeShapeType="1"/>
          </p:cNvSpPr>
          <p:nvPr/>
        </p:nvSpPr>
        <p:spPr bwMode="auto">
          <a:xfrm>
            <a:off x="8001000" y="3429000"/>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40" name="Line 192">
            <a:extLst>
              <a:ext uri="{FF2B5EF4-FFF2-40B4-BE49-F238E27FC236}">
                <a16:creationId xmlns:a16="http://schemas.microsoft.com/office/drawing/2014/main" id="{420498A6-5FC0-D959-F734-9234629D8602}"/>
              </a:ext>
            </a:extLst>
          </p:cNvPr>
          <p:cNvSpPr>
            <a:spLocks noChangeShapeType="1"/>
          </p:cNvSpPr>
          <p:nvPr/>
        </p:nvSpPr>
        <p:spPr bwMode="auto">
          <a:xfrm>
            <a:off x="5562600" y="2819400"/>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41" name="Line 193">
            <a:extLst>
              <a:ext uri="{FF2B5EF4-FFF2-40B4-BE49-F238E27FC236}">
                <a16:creationId xmlns:a16="http://schemas.microsoft.com/office/drawing/2014/main" id="{EA75EA60-B6A6-FB9D-4263-0C8ED0F2D815}"/>
              </a:ext>
            </a:extLst>
          </p:cNvPr>
          <p:cNvSpPr>
            <a:spLocks noChangeShapeType="1"/>
          </p:cNvSpPr>
          <p:nvPr/>
        </p:nvSpPr>
        <p:spPr bwMode="auto">
          <a:xfrm>
            <a:off x="6019800" y="2819400"/>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42" name="Line 194">
            <a:extLst>
              <a:ext uri="{FF2B5EF4-FFF2-40B4-BE49-F238E27FC236}">
                <a16:creationId xmlns:a16="http://schemas.microsoft.com/office/drawing/2014/main" id="{26F4E7AB-2BEB-26E1-46E8-CB454FDE5EE9}"/>
              </a:ext>
            </a:extLst>
          </p:cNvPr>
          <p:cNvSpPr>
            <a:spLocks noChangeShapeType="1"/>
          </p:cNvSpPr>
          <p:nvPr/>
        </p:nvSpPr>
        <p:spPr bwMode="auto">
          <a:xfrm>
            <a:off x="7696200" y="2819400"/>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7443" name="Line 195">
            <a:extLst>
              <a:ext uri="{FF2B5EF4-FFF2-40B4-BE49-F238E27FC236}">
                <a16:creationId xmlns:a16="http://schemas.microsoft.com/office/drawing/2014/main" id="{E8F8BBCE-61DA-87A8-FD7C-446253C1FEA5}"/>
              </a:ext>
            </a:extLst>
          </p:cNvPr>
          <p:cNvSpPr>
            <a:spLocks noChangeShapeType="1"/>
          </p:cNvSpPr>
          <p:nvPr/>
        </p:nvSpPr>
        <p:spPr bwMode="auto">
          <a:xfrm>
            <a:off x="8153400" y="2819400"/>
            <a:ext cx="0" cy="3810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Text Box 2">
            <a:extLst>
              <a:ext uri="{FF2B5EF4-FFF2-40B4-BE49-F238E27FC236}">
                <a16:creationId xmlns:a16="http://schemas.microsoft.com/office/drawing/2014/main" id="{42338FD3-3341-B710-0386-ABD0D5C0F441}"/>
              </a:ext>
            </a:extLst>
          </p:cNvPr>
          <p:cNvSpPr txBox="1">
            <a:spLocks noChangeArrowheads="1"/>
          </p:cNvSpPr>
          <p:nvPr/>
        </p:nvSpPr>
        <p:spPr bwMode="auto">
          <a:xfrm rot="-5400000">
            <a:off x="8731" y="2496344"/>
            <a:ext cx="989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a:t>Energy</a:t>
            </a:r>
          </a:p>
        </p:txBody>
      </p:sp>
      <p:sp>
        <p:nvSpPr>
          <p:cNvPr id="358403" name="Rectangle 4">
            <a:extLst>
              <a:ext uri="{FF2B5EF4-FFF2-40B4-BE49-F238E27FC236}">
                <a16:creationId xmlns:a16="http://schemas.microsoft.com/office/drawing/2014/main" id="{E78F83FA-A63E-D88D-1E29-E94374CF04C9}"/>
              </a:ext>
            </a:extLst>
          </p:cNvPr>
          <p:cNvSpPr>
            <a:spLocks noChangeArrowheads="1"/>
          </p:cNvSpPr>
          <p:nvPr/>
        </p:nvSpPr>
        <p:spPr bwMode="auto">
          <a:xfrm>
            <a:off x="3733800" y="3429000"/>
            <a:ext cx="533400" cy="533400"/>
          </a:xfrm>
          <a:prstGeom prst="rect">
            <a:avLst/>
          </a:prstGeom>
          <a:solidFill>
            <a:srgbClr val="3399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8404" name="Rectangle 5">
            <a:extLst>
              <a:ext uri="{FF2B5EF4-FFF2-40B4-BE49-F238E27FC236}">
                <a16:creationId xmlns:a16="http://schemas.microsoft.com/office/drawing/2014/main" id="{95706D2F-9259-A341-43B7-7769311B4CEB}"/>
              </a:ext>
            </a:extLst>
          </p:cNvPr>
          <p:cNvSpPr>
            <a:spLocks noChangeArrowheads="1"/>
          </p:cNvSpPr>
          <p:nvPr/>
        </p:nvSpPr>
        <p:spPr bwMode="auto">
          <a:xfrm>
            <a:off x="4267200" y="3429000"/>
            <a:ext cx="533400" cy="533400"/>
          </a:xfrm>
          <a:prstGeom prst="rect">
            <a:avLst/>
          </a:prstGeom>
          <a:solidFill>
            <a:srgbClr val="3399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8405" name="Rectangle 11">
            <a:extLst>
              <a:ext uri="{FF2B5EF4-FFF2-40B4-BE49-F238E27FC236}">
                <a16:creationId xmlns:a16="http://schemas.microsoft.com/office/drawing/2014/main" id="{2CA9543C-10EC-479B-C786-783CAC340060}"/>
              </a:ext>
            </a:extLst>
          </p:cNvPr>
          <p:cNvSpPr>
            <a:spLocks noChangeArrowheads="1"/>
          </p:cNvSpPr>
          <p:nvPr/>
        </p:nvSpPr>
        <p:spPr bwMode="auto">
          <a:xfrm>
            <a:off x="3886200" y="609600"/>
            <a:ext cx="533400" cy="5334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8406" name="Line 13">
            <a:extLst>
              <a:ext uri="{FF2B5EF4-FFF2-40B4-BE49-F238E27FC236}">
                <a16:creationId xmlns:a16="http://schemas.microsoft.com/office/drawing/2014/main" id="{21B570B8-679C-EBBB-A6E0-FEA6006098EA}"/>
              </a:ext>
            </a:extLst>
          </p:cNvPr>
          <p:cNvSpPr>
            <a:spLocks noChangeShapeType="1"/>
          </p:cNvSpPr>
          <p:nvPr/>
        </p:nvSpPr>
        <p:spPr bwMode="auto">
          <a:xfrm flipV="1">
            <a:off x="3886200" y="3505200"/>
            <a:ext cx="0" cy="381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07" name="Line 15">
            <a:extLst>
              <a:ext uri="{FF2B5EF4-FFF2-40B4-BE49-F238E27FC236}">
                <a16:creationId xmlns:a16="http://schemas.microsoft.com/office/drawing/2014/main" id="{022413B6-1724-02E7-396A-4ACD41AFFA4E}"/>
              </a:ext>
            </a:extLst>
          </p:cNvPr>
          <p:cNvSpPr>
            <a:spLocks noChangeShapeType="1"/>
          </p:cNvSpPr>
          <p:nvPr/>
        </p:nvSpPr>
        <p:spPr bwMode="auto">
          <a:xfrm flipV="1">
            <a:off x="4419600" y="3505200"/>
            <a:ext cx="0" cy="381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08" name="Line 21">
            <a:extLst>
              <a:ext uri="{FF2B5EF4-FFF2-40B4-BE49-F238E27FC236}">
                <a16:creationId xmlns:a16="http://schemas.microsoft.com/office/drawing/2014/main" id="{440047BC-C409-1064-8C45-5F1BAD1A2784}"/>
              </a:ext>
            </a:extLst>
          </p:cNvPr>
          <p:cNvSpPr>
            <a:spLocks noChangeShapeType="1"/>
          </p:cNvSpPr>
          <p:nvPr/>
        </p:nvSpPr>
        <p:spPr bwMode="auto">
          <a:xfrm>
            <a:off x="4572000" y="3505200"/>
            <a:ext cx="0" cy="381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09" name="Line 22">
            <a:extLst>
              <a:ext uri="{FF2B5EF4-FFF2-40B4-BE49-F238E27FC236}">
                <a16:creationId xmlns:a16="http://schemas.microsoft.com/office/drawing/2014/main" id="{CC360437-E073-9887-F9EF-CBEF6B2EC505}"/>
              </a:ext>
            </a:extLst>
          </p:cNvPr>
          <p:cNvSpPr>
            <a:spLocks noChangeShapeType="1"/>
          </p:cNvSpPr>
          <p:nvPr/>
        </p:nvSpPr>
        <p:spPr bwMode="auto">
          <a:xfrm>
            <a:off x="4038600" y="3505200"/>
            <a:ext cx="0" cy="381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58410" name="Group 52">
            <a:extLst>
              <a:ext uri="{FF2B5EF4-FFF2-40B4-BE49-F238E27FC236}">
                <a16:creationId xmlns:a16="http://schemas.microsoft.com/office/drawing/2014/main" id="{3348BDC3-AE5D-00F8-1C15-62C106A15393}"/>
              </a:ext>
            </a:extLst>
          </p:cNvPr>
          <p:cNvGrpSpPr>
            <a:grpSpLocks/>
          </p:cNvGrpSpPr>
          <p:nvPr/>
        </p:nvGrpSpPr>
        <p:grpSpPr bwMode="auto">
          <a:xfrm>
            <a:off x="3962400" y="4876800"/>
            <a:ext cx="533400" cy="533400"/>
            <a:chOff x="2496" y="3072"/>
            <a:chExt cx="336" cy="336"/>
          </a:xfrm>
        </p:grpSpPr>
        <p:sp>
          <p:nvSpPr>
            <p:cNvPr id="358446" name="Rectangle 3">
              <a:extLst>
                <a:ext uri="{FF2B5EF4-FFF2-40B4-BE49-F238E27FC236}">
                  <a16:creationId xmlns:a16="http://schemas.microsoft.com/office/drawing/2014/main" id="{B94C450B-3F8D-FBFC-45D5-8723D0E7ACB8}"/>
                </a:ext>
              </a:extLst>
            </p:cNvPr>
            <p:cNvSpPr>
              <a:spLocks noChangeArrowheads="1"/>
            </p:cNvSpPr>
            <p:nvPr/>
          </p:nvSpPr>
          <p:spPr bwMode="auto">
            <a:xfrm>
              <a:off x="2496" y="3072"/>
              <a:ext cx="336" cy="336"/>
            </a:xfrm>
            <a:prstGeom prst="rect">
              <a:avLst/>
            </a:prstGeom>
            <a:solidFill>
              <a:srgbClr val="3399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8447" name="Line 14">
              <a:extLst>
                <a:ext uri="{FF2B5EF4-FFF2-40B4-BE49-F238E27FC236}">
                  <a16:creationId xmlns:a16="http://schemas.microsoft.com/office/drawing/2014/main" id="{09007E0C-4D29-84E6-DC8C-AB6252148C06}"/>
                </a:ext>
              </a:extLst>
            </p:cNvPr>
            <p:cNvSpPr>
              <a:spLocks noChangeShapeType="1"/>
            </p:cNvSpPr>
            <p:nvPr/>
          </p:nvSpPr>
          <p:spPr bwMode="auto">
            <a:xfrm flipV="1">
              <a:off x="2592" y="3120"/>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48" name="Line 23">
              <a:extLst>
                <a:ext uri="{FF2B5EF4-FFF2-40B4-BE49-F238E27FC236}">
                  <a16:creationId xmlns:a16="http://schemas.microsoft.com/office/drawing/2014/main" id="{7B6D93BF-D743-06D2-A96E-304F981FF8D1}"/>
                </a:ext>
              </a:extLst>
            </p:cNvPr>
            <p:cNvSpPr>
              <a:spLocks noChangeShapeType="1"/>
            </p:cNvSpPr>
            <p:nvPr/>
          </p:nvSpPr>
          <p:spPr bwMode="auto">
            <a:xfrm>
              <a:off x="2688" y="3120"/>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58411" name="Text Box 31">
            <a:extLst>
              <a:ext uri="{FF2B5EF4-FFF2-40B4-BE49-F238E27FC236}">
                <a16:creationId xmlns:a16="http://schemas.microsoft.com/office/drawing/2014/main" id="{2F936210-7E4A-0F27-53C0-82AB33F2C294}"/>
              </a:ext>
            </a:extLst>
          </p:cNvPr>
          <p:cNvSpPr txBox="1">
            <a:spLocks noChangeArrowheads="1"/>
          </p:cNvSpPr>
          <p:nvPr/>
        </p:nvSpPr>
        <p:spPr bwMode="auto">
          <a:xfrm>
            <a:off x="3810000" y="5791200"/>
            <a:ext cx="762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b="1">
                <a:solidFill>
                  <a:srgbClr val="FF0000"/>
                </a:solidFill>
              </a:rPr>
              <a:t>MO of HF</a:t>
            </a:r>
          </a:p>
        </p:txBody>
      </p:sp>
      <p:grpSp>
        <p:nvGrpSpPr>
          <p:cNvPr id="358412" name="Group 46">
            <a:extLst>
              <a:ext uri="{FF2B5EF4-FFF2-40B4-BE49-F238E27FC236}">
                <a16:creationId xmlns:a16="http://schemas.microsoft.com/office/drawing/2014/main" id="{25267363-FC6C-6AA8-7FCD-0CE51293557D}"/>
              </a:ext>
            </a:extLst>
          </p:cNvPr>
          <p:cNvGrpSpPr>
            <a:grpSpLocks/>
          </p:cNvGrpSpPr>
          <p:nvPr/>
        </p:nvGrpSpPr>
        <p:grpSpPr bwMode="auto">
          <a:xfrm>
            <a:off x="1676400" y="2057400"/>
            <a:ext cx="609600" cy="4435475"/>
            <a:chOff x="1056" y="1296"/>
            <a:chExt cx="384" cy="2794"/>
          </a:xfrm>
        </p:grpSpPr>
        <p:sp>
          <p:nvSpPr>
            <p:cNvPr id="358442" name="Rectangle 10">
              <a:extLst>
                <a:ext uri="{FF2B5EF4-FFF2-40B4-BE49-F238E27FC236}">
                  <a16:creationId xmlns:a16="http://schemas.microsoft.com/office/drawing/2014/main" id="{8984E38E-0CAE-F597-D8DA-738F6059FBAE}"/>
                </a:ext>
              </a:extLst>
            </p:cNvPr>
            <p:cNvSpPr>
              <a:spLocks noChangeArrowheads="1"/>
            </p:cNvSpPr>
            <p:nvPr/>
          </p:nvSpPr>
          <p:spPr bwMode="auto">
            <a:xfrm>
              <a:off x="1104" y="1296"/>
              <a:ext cx="336" cy="336"/>
            </a:xfrm>
            <a:prstGeom prst="rect">
              <a:avLst/>
            </a:prstGeom>
            <a:solidFill>
              <a:srgbClr val="3366FF">
                <a:alpha val="50195"/>
              </a:srgbClr>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8443" name="Line 12">
              <a:extLst>
                <a:ext uri="{FF2B5EF4-FFF2-40B4-BE49-F238E27FC236}">
                  <a16:creationId xmlns:a16="http://schemas.microsoft.com/office/drawing/2014/main" id="{B8ED348E-E226-3F57-94DE-BD9F3E4198CD}"/>
                </a:ext>
              </a:extLst>
            </p:cNvPr>
            <p:cNvSpPr>
              <a:spLocks noChangeShapeType="1"/>
            </p:cNvSpPr>
            <p:nvPr/>
          </p:nvSpPr>
          <p:spPr bwMode="auto">
            <a:xfrm flipV="1">
              <a:off x="1200" y="1344"/>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44" name="Text Box 33">
              <a:extLst>
                <a:ext uri="{FF2B5EF4-FFF2-40B4-BE49-F238E27FC236}">
                  <a16:creationId xmlns:a16="http://schemas.microsoft.com/office/drawing/2014/main" id="{B209D751-3893-D287-D0B0-E1E0F35BF5F6}"/>
                </a:ext>
              </a:extLst>
            </p:cNvPr>
            <p:cNvSpPr txBox="1">
              <a:spLocks noChangeArrowheads="1"/>
            </p:cNvSpPr>
            <p:nvPr/>
          </p:nvSpPr>
          <p:spPr bwMode="auto">
            <a:xfrm>
              <a:off x="1056" y="3648"/>
              <a:ext cx="38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b="1">
                  <a:solidFill>
                    <a:srgbClr val="6C18B0"/>
                  </a:solidFill>
                </a:rPr>
                <a:t>AO of H</a:t>
              </a:r>
            </a:p>
          </p:txBody>
        </p:sp>
        <p:sp>
          <p:nvSpPr>
            <p:cNvPr id="358445" name="Text Box 34">
              <a:extLst>
                <a:ext uri="{FF2B5EF4-FFF2-40B4-BE49-F238E27FC236}">
                  <a16:creationId xmlns:a16="http://schemas.microsoft.com/office/drawing/2014/main" id="{AFE30FD0-5DCC-3F89-90ED-5DC2D3D752C1}"/>
                </a:ext>
              </a:extLst>
            </p:cNvPr>
            <p:cNvSpPr txBox="1">
              <a:spLocks noChangeArrowheads="1"/>
            </p:cNvSpPr>
            <p:nvPr/>
          </p:nvSpPr>
          <p:spPr bwMode="auto">
            <a:xfrm>
              <a:off x="1104" y="1680"/>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t>1</a:t>
              </a:r>
              <a:r>
                <a:rPr lang="en-US" altLang="en-US" sz="1800" b="1" i="1"/>
                <a:t>s</a:t>
              </a:r>
              <a:endParaRPr lang="en-US" altLang="en-US" sz="1800"/>
            </a:p>
          </p:txBody>
        </p:sp>
      </p:grpSp>
      <p:grpSp>
        <p:nvGrpSpPr>
          <p:cNvPr id="358413" name="Group 49">
            <a:extLst>
              <a:ext uri="{FF2B5EF4-FFF2-40B4-BE49-F238E27FC236}">
                <a16:creationId xmlns:a16="http://schemas.microsoft.com/office/drawing/2014/main" id="{CC564D5B-A0CB-2232-241D-CE29F456D871}"/>
              </a:ext>
            </a:extLst>
          </p:cNvPr>
          <p:cNvGrpSpPr>
            <a:grpSpLocks/>
          </p:cNvGrpSpPr>
          <p:nvPr/>
        </p:nvGrpSpPr>
        <p:grpSpPr bwMode="auto">
          <a:xfrm>
            <a:off x="2286000" y="2362200"/>
            <a:ext cx="4038600" cy="3414713"/>
            <a:chOff x="1440" y="1488"/>
            <a:chExt cx="2544" cy="2151"/>
          </a:xfrm>
        </p:grpSpPr>
        <p:sp>
          <p:nvSpPr>
            <p:cNvPr id="358439" name="Line 26">
              <a:extLst>
                <a:ext uri="{FF2B5EF4-FFF2-40B4-BE49-F238E27FC236}">
                  <a16:creationId xmlns:a16="http://schemas.microsoft.com/office/drawing/2014/main" id="{9774696B-5561-8E6C-72EF-676360AD1DB5}"/>
                </a:ext>
              </a:extLst>
            </p:cNvPr>
            <p:cNvSpPr>
              <a:spLocks noChangeShapeType="1"/>
            </p:cNvSpPr>
            <p:nvPr/>
          </p:nvSpPr>
          <p:spPr bwMode="auto">
            <a:xfrm>
              <a:off x="1440" y="1488"/>
              <a:ext cx="1056" cy="1776"/>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40" name="Line 28">
              <a:extLst>
                <a:ext uri="{FF2B5EF4-FFF2-40B4-BE49-F238E27FC236}">
                  <a16:creationId xmlns:a16="http://schemas.microsoft.com/office/drawing/2014/main" id="{8ED64D39-1F9E-CBD9-F3EA-42355B560ACC}"/>
                </a:ext>
              </a:extLst>
            </p:cNvPr>
            <p:cNvSpPr>
              <a:spLocks noChangeShapeType="1"/>
            </p:cNvSpPr>
            <p:nvPr/>
          </p:nvSpPr>
          <p:spPr bwMode="auto">
            <a:xfrm flipV="1">
              <a:off x="2832" y="2352"/>
              <a:ext cx="1152" cy="912"/>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41" name="Text Box 35">
              <a:extLst>
                <a:ext uri="{FF2B5EF4-FFF2-40B4-BE49-F238E27FC236}">
                  <a16:creationId xmlns:a16="http://schemas.microsoft.com/office/drawing/2014/main" id="{E29AD51F-0408-5595-37F1-CA4351A4D839}"/>
                </a:ext>
              </a:extLst>
            </p:cNvPr>
            <p:cNvSpPr txBox="1">
              <a:spLocks noChangeArrowheads="1"/>
            </p:cNvSpPr>
            <p:nvPr/>
          </p:nvSpPr>
          <p:spPr bwMode="auto">
            <a:xfrm>
              <a:off x="2496" y="3408"/>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latin typeface="Symbol" panose="05050102010706020507" pitchFamily="18" charset="2"/>
                </a:rPr>
                <a:t>s</a:t>
              </a:r>
              <a:endParaRPr lang="en-US" altLang="en-US" sz="1800" b="1"/>
            </a:p>
          </p:txBody>
        </p:sp>
      </p:grpSp>
      <p:grpSp>
        <p:nvGrpSpPr>
          <p:cNvPr id="358414" name="Group 51">
            <a:extLst>
              <a:ext uri="{FF2B5EF4-FFF2-40B4-BE49-F238E27FC236}">
                <a16:creationId xmlns:a16="http://schemas.microsoft.com/office/drawing/2014/main" id="{8EC47C00-9F6E-A2F2-E6E7-FB5209CDB252}"/>
              </a:ext>
            </a:extLst>
          </p:cNvPr>
          <p:cNvGrpSpPr>
            <a:grpSpLocks/>
          </p:cNvGrpSpPr>
          <p:nvPr/>
        </p:nvGrpSpPr>
        <p:grpSpPr bwMode="auto">
          <a:xfrm>
            <a:off x="3733800" y="3733800"/>
            <a:ext cx="2590800" cy="793750"/>
            <a:chOff x="2352" y="2352"/>
            <a:chExt cx="1632" cy="357"/>
          </a:xfrm>
        </p:grpSpPr>
        <p:sp>
          <p:nvSpPr>
            <p:cNvPr id="358436" name="Line 30">
              <a:extLst>
                <a:ext uri="{FF2B5EF4-FFF2-40B4-BE49-F238E27FC236}">
                  <a16:creationId xmlns:a16="http://schemas.microsoft.com/office/drawing/2014/main" id="{D2E10672-1D4B-A481-9AE7-14334F71AECE}"/>
                </a:ext>
              </a:extLst>
            </p:cNvPr>
            <p:cNvSpPr>
              <a:spLocks noChangeShapeType="1"/>
            </p:cNvSpPr>
            <p:nvPr/>
          </p:nvSpPr>
          <p:spPr bwMode="auto">
            <a:xfrm flipH="1">
              <a:off x="3024" y="2352"/>
              <a:ext cx="960"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37" name="Text Box 36">
              <a:extLst>
                <a:ext uri="{FF2B5EF4-FFF2-40B4-BE49-F238E27FC236}">
                  <a16:creationId xmlns:a16="http://schemas.microsoft.com/office/drawing/2014/main" id="{D636CC5C-2CD2-E3BB-980D-3096CF049649}"/>
                </a:ext>
              </a:extLst>
            </p:cNvPr>
            <p:cNvSpPr txBox="1">
              <a:spLocks noChangeArrowheads="1"/>
            </p:cNvSpPr>
            <p:nvPr/>
          </p:nvSpPr>
          <p:spPr bwMode="auto">
            <a:xfrm>
              <a:off x="2352" y="2544"/>
              <a:ext cx="288" cy="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t>2</a:t>
              </a:r>
              <a:r>
                <a:rPr lang="en-US" altLang="en-US" sz="1800" b="1" i="1"/>
                <a:t>p</a:t>
              </a:r>
              <a:r>
                <a:rPr lang="en-US" altLang="en-US" sz="2000" b="1" baseline="-22000"/>
                <a:t>x</a:t>
              </a:r>
              <a:endParaRPr lang="en-US" altLang="en-US" sz="1800"/>
            </a:p>
          </p:txBody>
        </p:sp>
        <p:sp>
          <p:nvSpPr>
            <p:cNvPr id="358438" name="Text Box 38">
              <a:extLst>
                <a:ext uri="{FF2B5EF4-FFF2-40B4-BE49-F238E27FC236}">
                  <a16:creationId xmlns:a16="http://schemas.microsoft.com/office/drawing/2014/main" id="{93A7DA17-A898-7B87-FC5A-AC34550122FC}"/>
                </a:ext>
              </a:extLst>
            </p:cNvPr>
            <p:cNvSpPr txBox="1">
              <a:spLocks noChangeArrowheads="1"/>
            </p:cNvSpPr>
            <p:nvPr/>
          </p:nvSpPr>
          <p:spPr bwMode="auto">
            <a:xfrm>
              <a:off x="2688" y="2544"/>
              <a:ext cx="288" cy="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t>2</a:t>
              </a:r>
              <a:r>
                <a:rPr lang="en-US" altLang="en-US" sz="1800" b="1" i="1"/>
                <a:t>p</a:t>
              </a:r>
              <a:r>
                <a:rPr lang="en-US" altLang="en-US" sz="2000" b="1" baseline="-8000"/>
                <a:t>y</a:t>
              </a:r>
              <a:endParaRPr lang="en-US" altLang="en-US" sz="1800" b="1"/>
            </a:p>
          </p:txBody>
        </p:sp>
      </p:grpSp>
      <p:grpSp>
        <p:nvGrpSpPr>
          <p:cNvPr id="358415" name="Group 50">
            <a:extLst>
              <a:ext uri="{FF2B5EF4-FFF2-40B4-BE49-F238E27FC236}">
                <a16:creationId xmlns:a16="http://schemas.microsoft.com/office/drawing/2014/main" id="{E07D7C38-F46D-35DB-02C4-D326BDB286C9}"/>
              </a:ext>
            </a:extLst>
          </p:cNvPr>
          <p:cNvGrpSpPr>
            <a:grpSpLocks/>
          </p:cNvGrpSpPr>
          <p:nvPr/>
        </p:nvGrpSpPr>
        <p:grpSpPr bwMode="auto">
          <a:xfrm>
            <a:off x="2286000" y="762000"/>
            <a:ext cx="4038600" cy="2971800"/>
            <a:chOff x="1440" y="480"/>
            <a:chExt cx="2544" cy="1872"/>
          </a:xfrm>
        </p:grpSpPr>
        <p:sp>
          <p:nvSpPr>
            <p:cNvPr id="358433" name="Line 27">
              <a:extLst>
                <a:ext uri="{FF2B5EF4-FFF2-40B4-BE49-F238E27FC236}">
                  <a16:creationId xmlns:a16="http://schemas.microsoft.com/office/drawing/2014/main" id="{98CF3929-2660-2CAB-AD52-7600D1ADAE3C}"/>
                </a:ext>
              </a:extLst>
            </p:cNvPr>
            <p:cNvSpPr>
              <a:spLocks noChangeShapeType="1"/>
            </p:cNvSpPr>
            <p:nvPr/>
          </p:nvSpPr>
          <p:spPr bwMode="auto">
            <a:xfrm flipV="1">
              <a:off x="1440" y="480"/>
              <a:ext cx="1008" cy="1008"/>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34" name="Line 29">
              <a:extLst>
                <a:ext uri="{FF2B5EF4-FFF2-40B4-BE49-F238E27FC236}">
                  <a16:creationId xmlns:a16="http://schemas.microsoft.com/office/drawing/2014/main" id="{971B71F7-BA8D-D07A-9600-E350B07AE88C}"/>
                </a:ext>
              </a:extLst>
            </p:cNvPr>
            <p:cNvSpPr>
              <a:spLocks noChangeShapeType="1"/>
            </p:cNvSpPr>
            <p:nvPr/>
          </p:nvSpPr>
          <p:spPr bwMode="auto">
            <a:xfrm flipH="1" flipV="1">
              <a:off x="2784" y="480"/>
              <a:ext cx="1200" cy="1872"/>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35" name="Text Box 39">
              <a:extLst>
                <a:ext uri="{FF2B5EF4-FFF2-40B4-BE49-F238E27FC236}">
                  <a16:creationId xmlns:a16="http://schemas.microsoft.com/office/drawing/2014/main" id="{312857BF-85D4-127B-6939-665DFD554912}"/>
                </a:ext>
              </a:extLst>
            </p:cNvPr>
            <p:cNvSpPr txBox="1">
              <a:spLocks noChangeArrowheads="1"/>
            </p:cNvSpPr>
            <p:nvPr/>
          </p:nvSpPr>
          <p:spPr bwMode="auto">
            <a:xfrm>
              <a:off x="2448" y="768"/>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latin typeface="Symbol" panose="05050102010706020507" pitchFamily="18" charset="2"/>
                </a:rPr>
                <a:t>s</a:t>
              </a:r>
              <a:endParaRPr lang="en-US" altLang="en-US" sz="1800"/>
            </a:p>
          </p:txBody>
        </p:sp>
      </p:grpSp>
      <p:grpSp>
        <p:nvGrpSpPr>
          <p:cNvPr id="358416" name="Group 47">
            <a:extLst>
              <a:ext uri="{FF2B5EF4-FFF2-40B4-BE49-F238E27FC236}">
                <a16:creationId xmlns:a16="http://schemas.microsoft.com/office/drawing/2014/main" id="{704B2582-1EA0-2D8B-5759-E84C111883F1}"/>
              </a:ext>
            </a:extLst>
          </p:cNvPr>
          <p:cNvGrpSpPr>
            <a:grpSpLocks/>
          </p:cNvGrpSpPr>
          <p:nvPr/>
        </p:nvGrpSpPr>
        <p:grpSpPr bwMode="auto">
          <a:xfrm>
            <a:off x="6324600" y="3429000"/>
            <a:ext cx="1600200" cy="3063875"/>
            <a:chOff x="3984" y="2160"/>
            <a:chExt cx="1008" cy="1930"/>
          </a:xfrm>
        </p:grpSpPr>
        <p:sp>
          <p:nvSpPr>
            <p:cNvPr id="358423" name="Rectangle 6">
              <a:extLst>
                <a:ext uri="{FF2B5EF4-FFF2-40B4-BE49-F238E27FC236}">
                  <a16:creationId xmlns:a16="http://schemas.microsoft.com/office/drawing/2014/main" id="{EC0A5EC2-A8CA-EB8D-3242-4AB92AF7A2CD}"/>
                </a:ext>
              </a:extLst>
            </p:cNvPr>
            <p:cNvSpPr>
              <a:spLocks noChangeArrowheads="1"/>
            </p:cNvSpPr>
            <p:nvPr/>
          </p:nvSpPr>
          <p:spPr bwMode="auto">
            <a:xfrm>
              <a:off x="3984" y="2160"/>
              <a:ext cx="336" cy="336"/>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8424" name="Rectangle 7">
              <a:extLst>
                <a:ext uri="{FF2B5EF4-FFF2-40B4-BE49-F238E27FC236}">
                  <a16:creationId xmlns:a16="http://schemas.microsoft.com/office/drawing/2014/main" id="{7902845A-6826-02EE-0FC1-2BA4090DCECE}"/>
                </a:ext>
              </a:extLst>
            </p:cNvPr>
            <p:cNvSpPr>
              <a:spLocks noChangeArrowheads="1"/>
            </p:cNvSpPr>
            <p:nvPr/>
          </p:nvSpPr>
          <p:spPr bwMode="auto">
            <a:xfrm>
              <a:off x="4320" y="2160"/>
              <a:ext cx="336" cy="336"/>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8425" name="Rectangle 8">
              <a:extLst>
                <a:ext uri="{FF2B5EF4-FFF2-40B4-BE49-F238E27FC236}">
                  <a16:creationId xmlns:a16="http://schemas.microsoft.com/office/drawing/2014/main" id="{8AE27C20-24C4-450F-AD11-E80643E3DCD5}"/>
                </a:ext>
              </a:extLst>
            </p:cNvPr>
            <p:cNvSpPr>
              <a:spLocks noChangeArrowheads="1"/>
            </p:cNvSpPr>
            <p:nvPr/>
          </p:nvSpPr>
          <p:spPr bwMode="auto">
            <a:xfrm>
              <a:off x="4656" y="2160"/>
              <a:ext cx="336" cy="336"/>
            </a:xfrm>
            <a:prstGeom prst="rect">
              <a:avLst/>
            </a:prstGeom>
            <a:solidFill>
              <a:srgbClr val="FFFF00">
                <a:alpha val="50195"/>
              </a:srgbClr>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58426" name="Line 16">
              <a:extLst>
                <a:ext uri="{FF2B5EF4-FFF2-40B4-BE49-F238E27FC236}">
                  <a16:creationId xmlns:a16="http://schemas.microsoft.com/office/drawing/2014/main" id="{678492CA-324E-D5AD-70E8-816EE0BECBD8}"/>
                </a:ext>
              </a:extLst>
            </p:cNvPr>
            <p:cNvSpPr>
              <a:spLocks noChangeShapeType="1"/>
            </p:cNvSpPr>
            <p:nvPr/>
          </p:nvSpPr>
          <p:spPr bwMode="auto">
            <a:xfrm flipV="1">
              <a:off x="4080" y="2208"/>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27" name="Line 17">
              <a:extLst>
                <a:ext uri="{FF2B5EF4-FFF2-40B4-BE49-F238E27FC236}">
                  <a16:creationId xmlns:a16="http://schemas.microsoft.com/office/drawing/2014/main" id="{658A1AD4-1E53-6E55-5BD5-99C95B111CE4}"/>
                </a:ext>
              </a:extLst>
            </p:cNvPr>
            <p:cNvSpPr>
              <a:spLocks noChangeShapeType="1"/>
            </p:cNvSpPr>
            <p:nvPr/>
          </p:nvSpPr>
          <p:spPr bwMode="auto">
            <a:xfrm flipV="1">
              <a:off x="4416" y="2208"/>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28" name="Line 18">
              <a:extLst>
                <a:ext uri="{FF2B5EF4-FFF2-40B4-BE49-F238E27FC236}">
                  <a16:creationId xmlns:a16="http://schemas.microsoft.com/office/drawing/2014/main" id="{12FAC5B3-8717-843B-E697-2ABF20B559AF}"/>
                </a:ext>
              </a:extLst>
            </p:cNvPr>
            <p:cNvSpPr>
              <a:spLocks noChangeShapeType="1"/>
            </p:cNvSpPr>
            <p:nvPr/>
          </p:nvSpPr>
          <p:spPr bwMode="auto">
            <a:xfrm flipV="1">
              <a:off x="4752" y="2208"/>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29" name="Line 19">
              <a:extLst>
                <a:ext uri="{FF2B5EF4-FFF2-40B4-BE49-F238E27FC236}">
                  <a16:creationId xmlns:a16="http://schemas.microsoft.com/office/drawing/2014/main" id="{AA69A289-A0E5-3EDA-1918-A5BAC593CF5E}"/>
                </a:ext>
              </a:extLst>
            </p:cNvPr>
            <p:cNvSpPr>
              <a:spLocks noChangeShapeType="1"/>
            </p:cNvSpPr>
            <p:nvPr/>
          </p:nvSpPr>
          <p:spPr bwMode="auto">
            <a:xfrm>
              <a:off x="4512" y="2208"/>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30" name="Line 20">
              <a:extLst>
                <a:ext uri="{FF2B5EF4-FFF2-40B4-BE49-F238E27FC236}">
                  <a16:creationId xmlns:a16="http://schemas.microsoft.com/office/drawing/2014/main" id="{57280738-93C3-49E8-1F8F-7B6BEF954DDB}"/>
                </a:ext>
              </a:extLst>
            </p:cNvPr>
            <p:cNvSpPr>
              <a:spLocks noChangeShapeType="1"/>
            </p:cNvSpPr>
            <p:nvPr/>
          </p:nvSpPr>
          <p:spPr bwMode="auto">
            <a:xfrm>
              <a:off x="4176" y="2208"/>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31" name="Text Box 32">
              <a:extLst>
                <a:ext uri="{FF2B5EF4-FFF2-40B4-BE49-F238E27FC236}">
                  <a16:creationId xmlns:a16="http://schemas.microsoft.com/office/drawing/2014/main" id="{B467EB13-44C5-FD28-A0B5-745DA1E8EE42}"/>
                </a:ext>
              </a:extLst>
            </p:cNvPr>
            <p:cNvSpPr txBox="1">
              <a:spLocks noChangeArrowheads="1"/>
            </p:cNvSpPr>
            <p:nvPr/>
          </p:nvSpPr>
          <p:spPr bwMode="auto">
            <a:xfrm>
              <a:off x="4272" y="3648"/>
              <a:ext cx="38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b="1">
                  <a:solidFill>
                    <a:srgbClr val="6C18B0"/>
                  </a:solidFill>
                </a:rPr>
                <a:t>AO of F</a:t>
              </a:r>
            </a:p>
          </p:txBody>
        </p:sp>
        <p:sp>
          <p:nvSpPr>
            <p:cNvPr id="358432" name="Text Box 40">
              <a:extLst>
                <a:ext uri="{FF2B5EF4-FFF2-40B4-BE49-F238E27FC236}">
                  <a16:creationId xmlns:a16="http://schemas.microsoft.com/office/drawing/2014/main" id="{D113F332-7601-F8FB-3C0A-EACB91C94887}"/>
                </a:ext>
              </a:extLst>
            </p:cNvPr>
            <p:cNvSpPr txBox="1">
              <a:spLocks noChangeArrowheads="1"/>
            </p:cNvSpPr>
            <p:nvPr/>
          </p:nvSpPr>
          <p:spPr bwMode="auto">
            <a:xfrm>
              <a:off x="4368" y="2544"/>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t>2</a:t>
              </a:r>
              <a:r>
                <a:rPr lang="en-US" altLang="en-US" sz="1800" b="1" i="1"/>
                <a:t>p</a:t>
              </a:r>
              <a:endParaRPr lang="en-US" altLang="en-US" sz="1800"/>
            </a:p>
          </p:txBody>
        </p:sp>
      </p:grpSp>
      <p:sp>
        <p:nvSpPr>
          <p:cNvPr id="358417" name="Line 41">
            <a:extLst>
              <a:ext uri="{FF2B5EF4-FFF2-40B4-BE49-F238E27FC236}">
                <a16:creationId xmlns:a16="http://schemas.microsoft.com/office/drawing/2014/main" id="{BBB024CF-8E1C-BD53-FA89-BD525CB25046}"/>
              </a:ext>
            </a:extLst>
          </p:cNvPr>
          <p:cNvSpPr>
            <a:spLocks noChangeShapeType="1"/>
          </p:cNvSpPr>
          <p:nvPr/>
        </p:nvSpPr>
        <p:spPr bwMode="auto">
          <a:xfrm flipV="1">
            <a:off x="762000" y="1066800"/>
            <a:ext cx="0" cy="464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18" name="Text Box 42">
            <a:extLst>
              <a:ext uri="{FF2B5EF4-FFF2-40B4-BE49-F238E27FC236}">
                <a16:creationId xmlns:a16="http://schemas.microsoft.com/office/drawing/2014/main" id="{78EB758C-144D-83F2-5A75-AAB434D34D07}"/>
              </a:ext>
            </a:extLst>
          </p:cNvPr>
          <p:cNvSpPr txBox="1">
            <a:spLocks noChangeArrowheads="1"/>
          </p:cNvSpPr>
          <p:nvPr/>
        </p:nvSpPr>
        <p:spPr bwMode="auto">
          <a:xfrm>
            <a:off x="457200" y="471488"/>
            <a:ext cx="16922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800">
                <a:solidFill>
                  <a:srgbClr val="FF0000"/>
                </a:solidFill>
              </a:rPr>
              <a:t>Figure 11.22</a:t>
            </a:r>
            <a:endParaRPr lang="en-US" altLang="en-US" sz="1800">
              <a:latin typeface="Times" panose="02020603050405020304" pitchFamily="18" charset="0"/>
            </a:endParaRPr>
          </a:p>
        </p:txBody>
      </p:sp>
      <p:sp>
        <p:nvSpPr>
          <p:cNvPr id="358419" name="Text Box 43">
            <a:extLst>
              <a:ext uri="{FF2B5EF4-FFF2-40B4-BE49-F238E27FC236}">
                <a16:creationId xmlns:a16="http://schemas.microsoft.com/office/drawing/2014/main" id="{BEAB7C54-5563-5167-AF7A-0D5A128D0921}"/>
              </a:ext>
            </a:extLst>
          </p:cNvPr>
          <p:cNvSpPr txBox="1">
            <a:spLocks noChangeArrowheads="1"/>
          </p:cNvSpPr>
          <p:nvPr/>
        </p:nvSpPr>
        <p:spPr bwMode="auto">
          <a:xfrm>
            <a:off x="5638800" y="990600"/>
            <a:ext cx="3124200" cy="396875"/>
          </a:xfrm>
          <a:prstGeom prst="rect">
            <a:avLst/>
          </a:prstGeom>
          <a:blipFill dpi="0" rotWithShape="0">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00FFFF"/>
                </a:solidFill>
              </a:rPr>
              <a:t>The MO diagram for HF</a:t>
            </a:r>
            <a:endParaRPr lang="en-US" altLang="en-US" sz="2000" b="1"/>
          </a:p>
        </p:txBody>
      </p:sp>
      <p:sp>
        <p:nvSpPr>
          <p:cNvPr id="358420" name="Text Box 53">
            <a:extLst>
              <a:ext uri="{FF2B5EF4-FFF2-40B4-BE49-F238E27FC236}">
                <a16:creationId xmlns:a16="http://schemas.microsoft.com/office/drawing/2014/main" id="{291D33E5-9EF1-F62D-2828-649082365C3A}"/>
              </a:ext>
            </a:extLst>
          </p:cNvPr>
          <p:cNvSpPr txBox="1">
            <a:spLocks noChangeArrowheads="1"/>
          </p:cNvSpPr>
          <p:nvPr/>
        </p:nvSpPr>
        <p:spPr bwMode="auto">
          <a:xfrm>
            <a:off x="5764213" y="228600"/>
            <a:ext cx="2847975" cy="711200"/>
          </a:xfrm>
          <a:prstGeom prst="rect">
            <a:avLst/>
          </a:prstGeom>
          <a:solidFill>
            <a:srgbClr val="CCFFCC"/>
          </a:solidFill>
          <a:ln w="9525">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a:latin typeface="Helvetica" panose="020B0604020202020204" pitchFamily="34" charset="0"/>
              </a:rPr>
              <a:t>Heteronuclear Diatomic</a:t>
            </a:r>
          </a:p>
          <a:p>
            <a:pPr algn="ctr"/>
            <a:r>
              <a:rPr lang="en-US" altLang="en-US" sz="2000">
                <a:latin typeface="Helvetica" panose="020B0604020202020204" pitchFamily="34" charset="0"/>
              </a:rPr>
              <a:t>Molecules</a:t>
            </a:r>
            <a:endParaRPr lang="en-US" altLang="en-US"/>
          </a:p>
        </p:txBody>
      </p:sp>
      <p:sp>
        <p:nvSpPr>
          <p:cNvPr id="358421" name="Text Box 54">
            <a:extLst>
              <a:ext uri="{FF2B5EF4-FFF2-40B4-BE49-F238E27FC236}">
                <a16:creationId xmlns:a16="http://schemas.microsoft.com/office/drawing/2014/main" id="{C2C968D0-960D-A2DD-A6D6-A4FC3940CF23}"/>
              </a:ext>
            </a:extLst>
          </p:cNvPr>
          <p:cNvSpPr txBox="1">
            <a:spLocks noChangeArrowheads="1"/>
          </p:cNvSpPr>
          <p:nvPr/>
        </p:nvSpPr>
        <p:spPr bwMode="auto">
          <a:xfrm>
            <a:off x="6248400" y="4419600"/>
            <a:ext cx="19065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2000">
                <a:solidFill>
                  <a:srgbClr val="FF0000"/>
                </a:solidFill>
                <a:latin typeface="Helvetica" panose="020B0604020202020204" pitchFamily="34" charset="0"/>
              </a:rPr>
              <a:t>lower in energy</a:t>
            </a:r>
          </a:p>
          <a:p>
            <a:pPr algn="ctr"/>
            <a:r>
              <a:rPr lang="en-US" altLang="en-US" sz="2000">
                <a:solidFill>
                  <a:srgbClr val="FF0000"/>
                </a:solidFill>
                <a:latin typeface="Helvetica" panose="020B0604020202020204" pitchFamily="34" charset="0"/>
              </a:rPr>
              <a:t>than 1</a:t>
            </a:r>
            <a:r>
              <a:rPr lang="en-US" altLang="en-US" sz="2000" i="1">
                <a:solidFill>
                  <a:srgbClr val="FF0000"/>
                </a:solidFill>
                <a:latin typeface="Helvetica" panose="020B0604020202020204" pitchFamily="34" charset="0"/>
              </a:rPr>
              <a:t>s</a:t>
            </a:r>
            <a:r>
              <a:rPr lang="en-US" altLang="en-US" sz="2000">
                <a:solidFill>
                  <a:srgbClr val="FF0000"/>
                </a:solidFill>
                <a:latin typeface="Helvetica" panose="020B0604020202020204" pitchFamily="34" charset="0"/>
              </a:rPr>
              <a:t> of H!</a:t>
            </a:r>
          </a:p>
        </p:txBody>
      </p:sp>
      <p:sp>
        <p:nvSpPr>
          <p:cNvPr id="358422" name="Text Box 55">
            <a:extLst>
              <a:ext uri="{FF2B5EF4-FFF2-40B4-BE49-F238E27FC236}">
                <a16:creationId xmlns:a16="http://schemas.microsoft.com/office/drawing/2014/main" id="{D525A6B8-32D0-8A2C-F5AF-DD0946C8DEF9}"/>
              </a:ext>
            </a:extLst>
          </p:cNvPr>
          <p:cNvSpPr txBox="1">
            <a:spLocks noChangeArrowheads="1"/>
          </p:cNvSpPr>
          <p:nvPr/>
        </p:nvSpPr>
        <p:spPr bwMode="auto">
          <a:xfrm>
            <a:off x="3200400" y="2971800"/>
            <a:ext cx="2117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a:solidFill>
                  <a:srgbClr val="FF0000"/>
                </a:solidFill>
                <a:latin typeface="Helvetica" panose="020B0604020202020204" pitchFamily="34" charset="0"/>
              </a:rPr>
              <a:t>nonbonding MOs</a:t>
            </a:r>
            <a:endParaRPr lang="en-US" altLang="en-US" sz="200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Text Box 2">
            <a:extLst>
              <a:ext uri="{FF2B5EF4-FFF2-40B4-BE49-F238E27FC236}">
                <a16:creationId xmlns:a16="http://schemas.microsoft.com/office/drawing/2014/main" id="{E4CF43AB-FA06-5D33-63AB-452A4092E0DF}"/>
              </a:ext>
            </a:extLst>
          </p:cNvPr>
          <p:cNvSpPr txBox="1">
            <a:spLocks noChangeArrowheads="1"/>
          </p:cNvSpPr>
          <p:nvPr/>
        </p:nvSpPr>
        <p:spPr bwMode="auto">
          <a:xfrm>
            <a:off x="914400" y="1905000"/>
            <a:ext cx="6742113" cy="1200150"/>
          </a:xfrm>
          <a:prstGeom prst="rect">
            <a:avLst/>
          </a:prstGeom>
          <a:solidFill>
            <a:srgbClr val="CCFFCC"/>
          </a:solidFill>
          <a:ln w="9525">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a:t>In polar covalent compounds, bonding MOs</a:t>
            </a:r>
          </a:p>
          <a:p>
            <a:pPr algn="ctr"/>
            <a:r>
              <a:rPr lang="en-US" altLang="en-US"/>
              <a:t>are closer in energy to the AOs of the more</a:t>
            </a:r>
          </a:p>
          <a:p>
            <a:pPr algn="ctr"/>
            <a:r>
              <a:rPr lang="en-US" altLang="en-US"/>
              <a:t>electronegative atom.</a:t>
            </a: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Text Box 4">
            <a:extLst>
              <a:ext uri="{FF2B5EF4-FFF2-40B4-BE49-F238E27FC236}">
                <a16:creationId xmlns:a16="http://schemas.microsoft.com/office/drawing/2014/main" id="{2888FD56-A344-DA6C-E9D4-D3E0C3D37206}"/>
              </a:ext>
            </a:extLst>
          </p:cNvPr>
          <p:cNvSpPr txBox="1">
            <a:spLocks noChangeArrowheads="1"/>
          </p:cNvSpPr>
          <p:nvPr/>
        </p:nvSpPr>
        <p:spPr bwMode="auto">
          <a:xfrm rot="-5400000">
            <a:off x="161131" y="2648744"/>
            <a:ext cx="989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a:t>Energy</a:t>
            </a:r>
          </a:p>
        </p:txBody>
      </p:sp>
      <p:sp>
        <p:nvSpPr>
          <p:cNvPr id="360451" name="Line 5">
            <a:extLst>
              <a:ext uri="{FF2B5EF4-FFF2-40B4-BE49-F238E27FC236}">
                <a16:creationId xmlns:a16="http://schemas.microsoft.com/office/drawing/2014/main" id="{DCBDEC83-0647-4D4E-53FD-850065768C95}"/>
              </a:ext>
            </a:extLst>
          </p:cNvPr>
          <p:cNvSpPr>
            <a:spLocks noChangeShapeType="1"/>
          </p:cNvSpPr>
          <p:nvPr/>
        </p:nvSpPr>
        <p:spPr bwMode="auto">
          <a:xfrm flipV="1">
            <a:off x="914400" y="1219200"/>
            <a:ext cx="0" cy="464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452" name="Text Box 6">
            <a:extLst>
              <a:ext uri="{FF2B5EF4-FFF2-40B4-BE49-F238E27FC236}">
                <a16:creationId xmlns:a16="http://schemas.microsoft.com/office/drawing/2014/main" id="{B805F672-0646-96DE-8D46-5A288EBB41FB}"/>
              </a:ext>
            </a:extLst>
          </p:cNvPr>
          <p:cNvSpPr txBox="1">
            <a:spLocks noChangeArrowheads="1"/>
          </p:cNvSpPr>
          <p:nvPr/>
        </p:nvSpPr>
        <p:spPr bwMode="auto">
          <a:xfrm>
            <a:off x="381000" y="304800"/>
            <a:ext cx="16922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800">
                <a:solidFill>
                  <a:srgbClr val="FF0000"/>
                </a:solidFill>
              </a:rPr>
              <a:t>Figure 11.23</a:t>
            </a:r>
            <a:endParaRPr lang="en-US" altLang="en-US" sz="1800">
              <a:latin typeface="Times" panose="02020603050405020304" pitchFamily="18" charset="0"/>
            </a:endParaRPr>
          </a:p>
        </p:txBody>
      </p:sp>
      <p:sp>
        <p:nvSpPr>
          <p:cNvPr id="360453" name="Text Box 7">
            <a:extLst>
              <a:ext uri="{FF2B5EF4-FFF2-40B4-BE49-F238E27FC236}">
                <a16:creationId xmlns:a16="http://schemas.microsoft.com/office/drawing/2014/main" id="{8211BAB3-CEC0-2A55-7BA1-6CB47CA8D154}"/>
              </a:ext>
            </a:extLst>
          </p:cNvPr>
          <p:cNvSpPr txBox="1">
            <a:spLocks noChangeArrowheads="1"/>
          </p:cNvSpPr>
          <p:nvPr/>
        </p:nvSpPr>
        <p:spPr bwMode="auto">
          <a:xfrm>
            <a:off x="5562600" y="685800"/>
            <a:ext cx="3124200" cy="396875"/>
          </a:xfrm>
          <a:prstGeom prst="rect">
            <a:avLst/>
          </a:prstGeom>
          <a:blipFill dpi="0" rotWithShape="0">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solidFill>
                  <a:srgbClr val="00FFFF"/>
                </a:solidFill>
              </a:rPr>
              <a:t>The MO diagram for NO</a:t>
            </a:r>
            <a:endParaRPr lang="en-US" altLang="en-US" sz="2000" b="1"/>
          </a:p>
        </p:txBody>
      </p:sp>
      <p:sp>
        <p:nvSpPr>
          <p:cNvPr id="360454" name="Text Box 72">
            <a:extLst>
              <a:ext uri="{FF2B5EF4-FFF2-40B4-BE49-F238E27FC236}">
                <a16:creationId xmlns:a16="http://schemas.microsoft.com/office/drawing/2014/main" id="{CBC1C187-2D57-E836-3A5C-FE1329C549B0}"/>
              </a:ext>
            </a:extLst>
          </p:cNvPr>
          <p:cNvSpPr txBox="1">
            <a:spLocks noChangeArrowheads="1"/>
          </p:cNvSpPr>
          <p:nvPr/>
        </p:nvSpPr>
        <p:spPr bwMode="auto">
          <a:xfrm>
            <a:off x="3657600" y="6172200"/>
            <a:ext cx="1371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b="1">
                <a:solidFill>
                  <a:srgbClr val="6C18B0"/>
                </a:solidFill>
              </a:rPr>
              <a:t>MO of NO</a:t>
            </a:r>
          </a:p>
        </p:txBody>
      </p:sp>
      <p:grpSp>
        <p:nvGrpSpPr>
          <p:cNvPr id="360455" name="Group 91">
            <a:extLst>
              <a:ext uri="{FF2B5EF4-FFF2-40B4-BE49-F238E27FC236}">
                <a16:creationId xmlns:a16="http://schemas.microsoft.com/office/drawing/2014/main" id="{7B419863-8F1F-58B3-6838-CF1ED8041EA3}"/>
              </a:ext>
            </a:extLst>
          </p:cNvPr>
          <p:cNvGrpSpPr>
            <a:grpSpLocks/>
          </p:cNvGrpSpPr>
          <p:nvPr/>
        </p:nvGrpSpPr>
        <p:grpSpPr bwMode="auto">
          <a:xfrm>
            <a:off x="1371600" y="1828800"/>
            <a:ext cx="2057400" cy="3902075"/>
            <a:chOff x="864" y="1152"/>
            <a:chExt cx="1296" cy="2458"/>
          </a:xfrm>
        </p:grpSpPr>
        <p:sp>
          <p:nvSpPr>
            <p:cNvPr id="360522" name="Rectangle 13">
              <a:extLst>
                <a:ext uri="{FF2B5EF4-FFF2-40B4-BE49-F238E27FC236}">
                  <a16:creationId xmlns:a16="http://schemas.microsoft.com/office/drawing/2014/main" id="{206FC194-1DBB-B93E-CA3C-9EFF9272FC58}"/>
                </a:ext>
              </a:extLst>
            </p:cNvPr>
            <p:cNvSpPr>
              <a:spLocks noChangeArrowheads="1"/>
            </p:cNvSpPr>
            <p:nvPr/>
          </p:nvSpPr>
          <p:spPr bwMode="auto">
            <a:xfrm>
              <a:off x="1824" y="2736"/>
              <a:ext cx="336" cy="288"/>
            </a:xfrm>
            <a:prstGeom prst="rect">
              <a:avLst/>
            </a:prstGeom>
            <a:solidFill>
              <a:srgbClr val="0000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grpSp>
          <p:nvGrpSpPr>
            <p:cNvPr id="360523" name="Group 27">
              <a:extLst>
                <a:ext uri="{FF2B5EF4-FFF2-40B4-BE49-F238E27FC236}">
                  <a16:creationId xmlns:a16="http://schemas.microsoft.com/office/drawing/2014/main" id="{E08F9D5B-849A-0094-1328-F0538C13751F}"/>
                </a:ext>
              </a:extLst>
            </p:cNvPr>
            <p:cNvGrpSpPr>
              <a:grpSpLocks/>
            </p:cNvGrpSpPr>
            <p:nvPr/>
          </p:nvGrpSpPr>
          <p:grpSpPr bwMode="auto">
            <a:xfrm>
              <a:off x="864" y="1152"/>
              <a:ext cx="1008" cy="288"/>
              <a:chOff x="1248" y="1152"/>
              <a:chExt cx="1008" cy="288"/>
            </a:xfrm>
          </p:grpSpPr>
          <p:sp>
            <p:nvSpPr>
              <p:cNvPr id="360533" name="Rectangle 19">
                <a:extLst>
                  <a:ext uri="{FF2B5EF4-FFF2-40B4-BE49-F238E27FC236}">
                    <a16:creationId xmlns:a16="http://schemas.microsoft.com/office/drawing/2014/main" id="{B6C54BFF-0823-6AE8-6117-B7BE41ADA02F}"/>
                  </a:ext>
                </a:extLst>
              </p:cNvPr>
              <p:cNvSpPr>
                <a:spLocks noChangeArrowheads="1"/>
              </p:cNvSpPr>
              <p:nvPr/>
            </p:nvSpPr>
            <p:spPr bwMode="auto">
              <a:xfrm>
                <a:off x="1584" y="1152"/>
                <a:ext cx="336" cy="288"/>
              </a:xfrm>
              <a:prstGeom prst="rect">
                <a:avLst/>
              </a:prstGeom>
              <a:solidFill>
                <a:srgbClr val="0000FF">
                  <a:alpha val="50195"/>
                </a:srgbClr>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60534" name="Rectangle 20">
                <a:extLst>
                  <a:ext uri="{FF2B5EF4-FFF2-40B4-BE49-F238E27FC236}">
                    <a16:creationId xmlns:a16="http://schemas.microsoft.com/office/drawing/2014/main" id="{511AA060-A04D-3408-0AB7-CDAA14B9A708}"/>
                  </a:ext>
                </a:extLst>
              </p:cNvPr>
              <p:cNvSpPr>
                <a:spLocks noChangeArrowheads="1"/>
              </p:cNvSpPr>
              <p:nvPr/>
            </p:nvSpPr>
            <p:spPr bwMode="auto">
              <a:xfrm>
                <a:off x="1248" y="1152"/>
                <a:ext cx="336" cy="288"/>
              </a:xfrm>
              <a:prstGeom prst="rect">
                <a:avLst/>
              </a:prstGeom>
              <a:solidFill>
                <a:srgbClr val="0000FF">
                  <a:alpha val="50195"/>
                </a:srgbClr>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60535" name="Rectangle 21">
                <a:extLst>
                  <a:ext uri="{FF2B5EF4-FFF2-40B4-BE49-F238E27FC236}">
                    <a16:creationId xmlns:a16="http://schemas.microsoft.com/office/drawing/2014/main" id="{4E98860F-EB45-0A4F-E018-5A29F425B8CA}"/>
                  </a:ext>
                </a:extLst>
              </p:cNvPr>
              <p:cNvSpPr>
                <a:spLocks noChangeArrowheads="1"/>
              </p:cNvSpPr>
              <p:nvPr/>
            </p:nvSpPr>
            <p:spPr bwMode="auto">
              <a:xfrm>
                <a:off x="1920" y="1152"/>
                <a:ext cx="336" cy="288"/>
              </a:xfrm>
              <a:prstGeom prst="rect">
                <a:avLst/>
              </a:prstGeom>
              <a:solidFill>
                <a:srgbClr val="0000FF">
                  <a:alpha val="50195"/>
                </a:srgbClr>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grpSp>
        <p:grpSp>
          <p:nvGrpSpPr>
            <p:cNvPr id="360524" name="Group 41">
              <a:extLst>
                <a:ext uri="{FF2B5EF4-FFF2-40B4-BE49-F238E27FC236}">
                  <a16:creationId xmlns:a16="http://schemas.microsoft.com/office/drawing/2014/main" id="{F5F4BD8F-FD3F-C8CD-3E7A-192F646C8F61}"/>
                </a:ext>
              </a:extLst>
            </p:cNvPr>
            <p:cNvGrpSpPr>
              <a:grpSpLocks/>
            </p:cNvGrpSpPr>
            <p:nvPr/>
          </p:nvGrpSpPr>
          <p:grpSpPr bwMode="auto">
            <a:xfrm>
              <a:off x="1920" y="2736"/>
              <a:ext cx="120" cy="240"/>
              <a:chOff x="2592" y="3312"/>
              <a:chExt cx="96" cy="240"/>
            </a:xfrm>
          </p:grpSpPr>
          <p:sp>
            <p:nvSpPr>
              <p:cNvPr id="360531" name="Line 42">
                <a:extLst>
                  <a:ext uri="{FF2B5EF4-FFF2-40B4-BE49-F238E27FC236}">
                    <a16:creationId xmlns:a16="http://schemas.microsoft.com/office/drawing/2014/main" id="{05E53EE3-0C2F-C965-478B-C6D4DBC2E8B4}"/>
                  </a:ext>
                </a:extLst>
              </p:cNvPr>
              <p:cNvSpPr>
                <a:spLocks noChangeShapeType="1"/>
              </p:cNvSpPr>
              <p:nvPr/>
            </p:nvSpPr>
            <p:spPr bwMode="auto">
              <a:xfrm flipV="1">
                <a:off x="2592" y="331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32" name="Line 43">
                <a:extLst>
                  <a:ext uri="{FF2B5EF4-FFF2-40B4-BE49-F238E27FC236}">
                    <a16:creationId xmlns:a16="http://schemas.microsoft.com/office/drawing/2014/main" id="{67ADB953-91BB-8947-4937-43B439A76727}"/>
                  </a:ext>
                </a:extLst>
              </p:cNvPr>
              <p:cNvSpPr>
                <a:spLocks noChangeShapeType="1"/>
              </p:cNvSpPr>
              <p:nvPr/>
            </p:nvSpPr>
            <p:spPr bwMode="auto">
              <a:xfrm>
                <a:off x="2688" y="331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60525" name="Line 62">
              <a:extLst>
                <a:ext uri="{FF2B5EF4-FFF2-40B4-BE49-F238E27FC236}">
                  <a16:creationId xmlns:a16="http://schemas.microsoft.com/office/drawing/2014/main" id="{DF444290-CEA9-B014-6CA5-3FCE72BA8E1A}"/>
                </a:ext>
              </a:extLst>
            </p:cNvPr>
            <p:cNvSpPr>
              <a:spLocks noChangeShapeType="1"/>
            </p:cNvSpPr>
            <p:nvPr/>
          </p:nvSpPr>
          <p:spPr bwMode="auto">
            <a:xfrm flipV="1">
              <a:off x="960" y="115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26" name="Line 63">
              <a:extLst>
                <a:ext uri="{FF2B5EF4-FFF2-40B4-BE49-F238E27FC236}">
                  <a16:creationId xmlns:a16="http://schemas.microsoft.com/office/drawing/2014/main" id="{8E99D67C-D5CA-A23C-4C50-B034122E1B7E}"/>
                </a:ext>
              </a:extLst>
            </p:cNvPr>
            <p:cNvSpPr>
              <a:spLocks noChangeShapeType="1"/>
            </p:cNvSpPr>
            <p:nvPr/>
          </p:nvSpPr>
          <p:spPr bwMode="auto">
            <a:xfrm flipV="1">
              <a:off x="1296" y="115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27" name="Line 64">
              <a:extLst>
                <a:ext uri="{FF2B5EF4-FFF2-40B4-BE49-F238E27FC236}">
                  <a16:creationId xmlns:a16="http://schemas.microsoft.com/office/drawing/2014/main" id="{64FC7008-795F-5186-45C8-95F4513668BA}"/>
                </a:ext>
              </a:extLst>
            </p:cNvPr>
            <p:cNvSpPr>
              <a:spLocks noChangeShapeType="1"/>
            </p:cNvSpPr>
            <p:nvPr/>
          </p:nvSpPr>
          <p:spPr bwMode="auto">
            <a:xfrm flipV="1">
              <a:off x="1632" y="115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28" name="Text Box 68">
              <a:extLst>
                <a:ext uri="{FF2B5EF4-FFF2-40B4-BE49-F238E27FC236}">
                  <a16:creationId xmlns:a16="http://schemas.microsoft.com/office/drawing/2014/main" id="{6C6331E2-A928-24D9-A870-DCB2A88B5677}"/>
                </a:ext>
              </a:extLst>
            </p:cNvPr>
            <p:cNvSpPr txBox="1">
              <a:spLocks noChangeArrowheads="1"/>
            </p:cNvSpPr>
            <p:nvPr/>
          </p:nvSpPr>
          <p:spPr bwMode="auto">
            <a:xfrm>
              <a:off x="1776" y="3072"/>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b="1"/>
                <a:t>2s</a:t>
              </a:r>
            </a:p>
          </p:txBody>
        </p:sp>
        <p:sp>
          <p:nvSpPr>
            <p:cNvPr id="360529" name="Text Box 70">
              <a:extLst>
                <a:ext uri="{FF2B5EF4-FFF2-40B4-BE49-F238E27FC236}">
                  <a16:creationId xmlns:a16="http://schemas.microsoft.com/office/drawing/2014/main" id="{4C9A0054-E170-B9F3-9883-C9B96DB70EF6}"/>
                </a:ext>
              </a:extLst>
            </p:cNvPr>
            <p:cNvSpPr txBox="1">
              <a:spLocks noChangeArrowheads="1"/>
            </p:cNvSpPr>
            <p:nvPr/>
          </p:nvSpPr>
          <p:spPr bwMode="auto">
            <a:xfrm>
              <a:off x="1152" y="3360"/>
              <a:ext cx="76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b="1">
                  <a:solidFill>
                    <a:srgbClr val="6C18B0"/>
                  </a:solidFill>
                </a:rPr>
                <a:t>AO of N</a:t>
              </a:r>
              <a:endParaRPr lang="en-US" altLang="en-US" sz="2000" b="1">
                <a:solidFill>
                  <a:srgbClr val="1822CD"/>
                </a:solidFill>
              </a:endParaRPr>
            </a:p>
          </p:txBody>
        </p:sp>
        <p:sp>
          <p:nvSpPr>
            <p:cNvPr id="360530" name="Text Box 75">
              <a:extLst>
                <a:ext uri="{FF2B5EF4-FFF2-40B4-BE49-F238E27FC236}">
                  <a16:creationId xmlns:a16="http://schemas.microsoft.com/office/drawing/2014/main" id="{E8EA1218-355C-354F-3711-D7A1E3A746C3}"/>
                </a:ext>
              </a:extLst>
            </p:cNvPr>
            <p:cNvSpPr txBox="1">
              <a:spLocks noChangeArrowheads="1"/>
            </p:cNvSpPr>
            <p:nvPr/>
          </p:nvSpPr>
          <p:spPr bwMode="auto">
            <a:xfrm>
              <a:off x="1152" y="1488"/>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b="1"/>
                <a:t>2</a:t>
              </a:r>
              <a:r>
                <a:rPr lang="en-US" altLang="en-US" sz="2000" b="1" i="1"/>
                <a:t>p</a:t>
              </a:r>
              <a:endParaRPr lang="en-US" altLang="en-US" sz="2000" b="1"/>
            </a:p>
          </p:txBody>
        </p:sp>
      </p:grpSp>
      <p:grpSp>
        <p:nvGrpSpPr>
          <p:cNvPr id="360456" name="Group 100">
            <a:extLst>
              <a:ext uri="{FF2B5EF4-FFF2-40B4-BE49-F238E27FC236}">
                <a16:creationId xmlns:a16="http://schemas.microsoft.com/office/drawing/2014/main" id="{502F7414-C1EB-217B-8FE0-B2BC518DB8A3}"/>
              </a:ext>
            </a:extLst>
          </p:cNvPr>
          <p:cNvGrpSpPr>
            <a:grpSpLocks/>
          </p:cNvGrpSpPr>
          <p:nvPr/>
        </p:nvGrpSpPr>
        <p:grpSpPr bwMode="auto">
          <a:xfrm>
            <a:off x="3429000" y="3886200"/>
            <a:ext cx="1524000" cy="2195513"/>
            <a:chOff x="2160" y="2448"/>
            <a:chExt cx="960" cy="1383"/>
          </a:xfrm>
        </p:grpSpPr>
        <p:sp>
          <p:nvSpPr>
            <p:cNvPr id="360508" name="Rectangle 11">
              <a:extLst>
                <a:ext uri="{FF2B5EF4-FFF2-40B4-BE49-F238E27FC236}">
                  <a16:creationId xmlns:a16="http://schemas.microsoft.com/office/drawing/2014/main" id="{EF84B2E1-9623-DC6C-B89F-3B1C6F9CA226}"/>
                </a:ext>
              </a:extLst>
            </p:cNvPr>
            <p:cNvSpPr>
              <a:spLocks noChangeArrowheads="1"/>
            </p:cNvSpPr>
            <p:nvPr/>
          </p:nvSpPr>
          <p:spPr bwMode="auto">
            <a:xfrm>
              <a:off x="2496" y="3312"/>
              <a:ext cx="336" cy="288"/>
            </a:xfrm>
            <a:prstGeom prst="rect">
              <a:avLst/>
            </a:prstGeom>
            <a:solidFill>
              <a:srgbClr val="9933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60509" name="Rectangle 12">
              <a:extLst>
                <a:ext uri="{FF2B5EF4-FFF2-40B4-BE49-F238E27FC236}">
                  <a16:creationId xmlns:a16="http://schemas.microsoft.com/office/drawing/2014/main" id="{9221F1A2-E42D-D74D-3455-84EBE29F2A56}"/>
                </a:ext>
              </a:extLst>
            </p:cNvPr>
            <p:cNvSpPr>
              <a:spLocks noChangeArrowheads="1"/>
            </p:cNvSpPr>
            <p:nvPr/>
          </p:nvSpPr>
          <p:spPr bwMode="auto">
            <a:xfrm>
              <a:off x="2448" y="2448"/>
              <a:ext cx="336" cy="288"/>
            </a:xfrm>
            <a:prstGeom prst="rect">
              <a:avLst/>
            </a:prstGeom>
            <a:solidFill>
              <a:srgbClr val="9933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60510" name="Line 32">
              <a:extLst>
                <a:ext uri="{FF2B5EF4-FFF2-40B4-BE49-F238E27FC236}">
                  <a16:creationId xmlns:a16="http://schemas.microsoft.com/office/drawing/2014/main" id="{2DFB5426-FAA3-B890-0CFC-7D95F252ECDE}"/>
                </a:ext>
              </a:extLst>
            </p:cNvPr>
            <p:cNvSpPr>
              <a:spLocks noChangeShapeType="1"/>
            </p:cNvSpPr>
            <p:nvPr/>
          </p:nvSpPr>
          <p:spPr bwMode="auto">
            <a:xfrm flipV="1">
              <a:off x="2832" y="2976"/>
              <a:ext cx="288" cy="48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11" name="Line 33">
              <a:extLst>
                <a:ext uri="{FF2B5EF4-FFF2-40B4-BE49-F238E27FC236}">
                  <a16:creationId xmlns:a16="http://schemas.microsoft.com/office/drawing/2014/main" id="{F173A522-67CE-FEF6-C954-F87C5E31FE39}"/>
                </a:ext>
              </a:extLst>
            </p:cNvPr>
            <p:cNvSpPr>
              <a:spLocks noChangeShapeType="1"/>
            </p:cNvSpPr>
            <p:nvPr/>
          </p:nvSpPr>
          <p:spPr bwMode="auto">
            <a:xfrm flipH="1" flipV="1">
              <a:off x="2784" y="2592"/>
              <a:ext cx="336" cy="38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12" name="Line 34">
              <a:extLst>
                <a:ext uri="{FF2B5EF4-FFF2-40B4-BE49-F238E27FC236}">
                  <a16:creationId xmlns:a16="http://schemas.microsoft.com/office/drawing/2014/main" id="{801E2B1B-236A-9928-3933-69CE2B48EA32}"/>
                </a:ext>
              </a:extLst>
            </p:cNvPr>
            <p:cNvSpPr>
              <a:spLocks noChangeShapeType="1"/>
            </p:cNvSpPr>
            <p:nvPr/>
          </p:nvSpPr>
          <p:spPr bwMode="auto">
            <a:xfrm flipH="1" flipV="1">
              <a:off x="2160" y="2880"/>
              <a:ext cx="336" cy="576"/>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13" name="Line 35">
              <a:extLst>
                <a:ext uri="{FF2B5EF4-FFF2-40B4-BE49-F238E27FC236}">
                  <a16:creationId xmlns:a16="http://schemas.microsoft.com/office/drawing/2014/main" id="{1EA238F5-D792-DDA4-9B4B-AFF3A663BCD7}"/>
                </a:ext>
              </a:extLst>
            </p:cNvPr>
            <p:cNvSpPr>
              <a:spLocks noChangeShapeType="1"/>
            </p:cNvSpPr>
            <p:nvPr/>
          </p:nvSpPr>
          <p:spPr bwMode="auto">
            <a:xfrm flipV="1">
              <a:off x="2160" y="2592"/>
              <a:ext cx="288" cy="288"/>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60514" name="Group 39">
              <a:extLst>
                <a:ext uri="{FF2B5EF4-FFF2-40B4-BE49-F238E27FC236}">
                  <a16:creationId xmlns:a16="http://schemas.microsoft.com/office/drawing/2014/main" id="{1A8ABAD2-6BD9-2D43-9DA8-629B5301D47B}"/>
                </a:ext>
              </a:extLst>
            </p:cNvPr>
            <p:cNvGrpSpPr>
              <a:grpSpLocks/>
            </p:cNvGrpSpPr>
            <p:nvPr/>
          </p:nvGrpSpPr>
          <p:grpSpPr bwMode="auto">
            <a:xfrm>
              <a:off x="2592" y="3312"/>
              <a:ext cx="120" cy="240"/>
              <a:chOff x="2592" y="3312"/>
              <a:chExt cx="96" cy="240"/>
            </a:xfrm>
          </p:grpSpPr>
          <p:sp>
            <p:nvSpPr>
              <p:cNvPr id="360520" name="Line 37">
                <a:extLst>
                  <a:ext uri="{FF2B5EF4-FFF2-40B4-BE49-F238E27FC236}">
                    <a16:creationId xmlns:a16="http://schemas.microsoft.com/office/drawing/2014/main" id="{FACAF732-8274-44B0-8F1F-7EB8D5E2B7B5}"/>
                  </a:ext>
                </a:extLst>
              </p:cNvPr>
              <p:cNvSpPr>
                <a:spLocks noChangeShapeType="1"/>
              </p:cNvSpPr>
              <p:nvPr/>
            </p:nvSpPr>
            <p:spPr bwMode="auto">
              <a:xfrm flipV="1">
                <a:off x="2592" y="331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21" name="Line 38">
                <a:extLst>
                  <a:ext uri="{FF2B5EF4-FFF2-40B4-BE49-F238E27FC236}">
                    <a16:creationId xmlns:a16="http://schemas.microsoft.com/office/drawing/2014/main" id="{4F5CCB34-A36A-0783-A2B1-FA135CA99604}"/>
                  </a:ext>
                </a:extLst>
              </p:cNvPr>
              <p:cNvSpPr>
                <a:spLocks noChangeShapeType="1"/>
              </p:cNvSpPr>
              <p:nvPr/>
            </p:nvSpPr>
            <p:spPr bwMode="auto">
              <a:xfrm>
                <a:off x="2688" y="331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60515" name="Group 47">
              <a:extLst>
                <a:ext uri="{FF2B5EF4-FFF2-40B4-BE49-F238E27FC236}">
                  <a16:creationId xmlns:a16="http://schemas.microsoft.com/office/drawing/2014/main" id="{4C5AE8E1-22BC-A957-345C-1ECFB0B096A4}"/>
                </a:ext>
              </a:extLst>
            </p:cNvPr>
            <p:cNvGrpSpPr>
              <a:grpSpLocks/>
            </p:cNvGrpSpPr>
            <p:nvPr/>
          </p:nvGrpSpPr>
          <p:grpSpPr bwMode="auto">
            <a:xfrm>
              <a:off x="2544" y="2448"/>
              <a:ext cx="120" cy="240"/>
              <a:chOff x="2592" y="3312"/>
              <a:chExt cx="96" cy="240"/>
            </a:xfrm>
          </p:grpSpPr>
          <p:sp>
            <p:nvSpPr>
              <p:cNvPr id="360518" name="Line 48">
                <a:extLst>
                  <a:ext uri="{FF2B5EF4-FFF2-40B4-BE49-F238E27FC236}">
                    <a16:creationId xmlns:a16="http://schemas.microsoft.com/office/drawing/2014/main" id="{9D873A31-EEBB-E8D2-D23B-C112F3B32D3C}"/>
                  </a:ext>
                </a:extLst>
              </p:cNvPr>
              <p:cNvSpPr>
                <a:spLocks noChangeShapeType="1"/>
              </p:cNvSpPr>
              <p:nvPr/>
            </p:nvSpPr>
            <p:spPr bwMode="auto">
              <a:xfrm flipV="1">
                <a:off x="2592" y="331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19" name="Line 49">
                <a:extLst>
                  <a:ext uri="{FF2B5EF4-FFF2-40B4-BE49-F238E27FC236}">
                    <a16:creationId xmlns:a16="http://schemas.microsoft.com/office/drawing/2014/main" id="{DEC8FD0D-33EE-BD74-3051-8BC648A3AD01}"/>
                  </a:ext>
                </a:extLst>
              </p:cNvPr>
              <p:cNvSpPr>
                <a:spLocks noChangeShapeType="1"/>
              </p:cNvSpPr>
              <p:nvPr/>
            </p:nvSpPr>
            <p:spPr bwMode="auto">
              <a:xfrm>
                <a:off x="2688" y="331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60516" name="Text Box 73">
              <a:extLst>
                <a:ext uri="{FF2B5EF4-FFF2-40B4-BE49-F238E27FC236}">
                  <a16:creationId xmlns:a16="http://schemas.microsoft.com/office/drawing/2014/main" id="{4C9B3E79-781A-DE4E-1E96-269B47BC4E6B}"/>
                </a:ext>
              </a:extLst>
            </p:cNvPr>
            <p:cNvSpPr txBox="1">
              <a:spLocks noChangeArrowheads="1"/>
            </p:cNvSpPr>
            <p:nvPr/>
          </p:nvSpPr>
          <p:spPr bwMode="auto">
            <a:xfrm>
              <a:off x="2448" y="2736"/>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latin typeface="Symbol" panose="05050102010706020507" pitchFamily="18" charset="2"/>
                </a:rPr>
                <a:t>s</a:t>
              </a:r>
              <a:r>
                <a:rPr lang="en-US" altLang="en-US" sz="1800" b="1"/>
                <a:t>*</a:t>
              </a:r>
              <a:r>
                <a:rPr lang="en-US" altLang="en-US" sz="2000" b="1" baseline="-25000"/>
                <a:t>2</a:t>
              </a:r>
              <a:r>
                <a:rPr lang="en-US" altLang="en-US" sz="2000" b="1" i="1" baseline="-25000"/>
                <a:t>s</a:t>
              </a:r>
              <a:endParaRPr lang="en-US" altLang="en-US" sz="1800" baseline="-25000"/>
            </a:p>
          </p:txBody>
        </p:sp>
        <p:sp>
          <p:nvSpPr>
            <p:cNvPr id="360517" name="Text Box 74">
              <a:extLst>
                <a:ext uri="{FF2B5EF4-FFF2-40B4-BE49-F238E27FC236}">
                  <a16:creationId xmlns:a16="http://schemas.microsoft.com/office/drawing/2014/main" id="{E5EFDDAD-E149-1E78-C2EA-FFF091D47CF0}"/>
                </a:ext>
              </a:extLst>
            </p:cNvPr>
            <p:cNvSpPr txBox="1">
              <a:spLocks noChangeArrowheads="1"/>
            </p:cNvSpPr>
            <p:nvPr/>
          </p:nvSpPr>
          <p:spPr bwMode="auto">
            <a:xfrm>
              <a:off x="2544" y="3600"/>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latin typeface="Symbol" panose="05050102010706020507" pitchFamily="18" charset="2"/>
                </a:rPr>
                <a:t>s</a:t>
              </a:r>
              <a:r>
                <a:rPr lang="en-US" altLang="en-US" sz="2000" b="1" baseline="-25000"/>
                <a:t>2</a:t>
              </a:r>
              <a:r>
                <a:rPr lang="en-US" altLang="en-US" sz="2000" b="1" i="1" baseline="-25000"/>
                <a:t>s</a:t>
              </a:r>
              <a:endParaRPr lang="en-US" altLang="en-US" sz="1800" b="1"/>
            </a:p>
          </p:txBody>
        </p:sp>
      </p:grpSp>
      <p:grpSp>
        <p:nvGrpSpPr>
          <p:cNvPr id="360457" name="Group 92">
            <a:extLst>
              <a:ext uri="{FF2B5EF4-FFF2-40B4-BE49-F238E27FC236}">
                <a16:creationId xmlns:a16="http://schemas.microsoft.com/office/drawing/2014/main" id="{CB0D0312-B85C-AACF-4C25-86BBFC508B98}"/>
              </a:ext>
            </a:extLst>
          </p:cNvPr>
          <p:cNvGrpSpPr>
            <a:grpSpLocks/>
          </p:cNvGrpSpPr>
          <p:nvPr/>
        </p:nvGrpSpPr>
        <p:grpSpPr bwMode="auto">
          <a:xfrm>
            <a:off x="4876800" y="2133600"/>
            <a:ext cx="2286000" cy="3749675"/>
            <a:chOff x="3072" y="1248"/>
            <a:chExt cx="1440" cy="2362"/>
          </a:xfrm>
        </p:grpSpPr>
        <p:sp>
          <p:nvSpPr>
            <p:cNvPr id="360492" name="Rectangle 10">
              <a:extLst>
                <a:ext uri="{FF2B5EF4-FFF2-40B4-BE49-F238E27FC236}">
                  <a16:creationId xmlns:a16="http://schemas.microsoft.com/office/drawing/2014/main" id="{4ABA4598-9096-7D0E-4214-E92933FAF041}"/>
                </a:ext>
              </a:extLst>
            </p:cNvPr>
            <p:cNvSpPr>
              <a:spLocks noChangeArrowheads="1"/>
            </p:cNvSpPr>
            <p:nvPr/>
          </p:nvSpPr>
          <p:spPr bwMode="auto">
            <a:xfrm>
              <a:off x="3120" y="2832"/>
              <a:ext cx="336" cy="288"/>
            </a:xfrm>
            <a:prstGeom prst="rect">
              <a:avLst/>
            </a:prstGeom>
            <a:solidFill>
              <a:srgbClr val="ED181E"/>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grpSp>
          <p:nvGrpSpPr>
            <p:cNvPr id="360493" name="Group 36">
              <a:extLst>
                <a:ext uri="{FF2B5EF4-FFF2-40B4-BE49-F238E27FC236}">
                  <a16:creationId xmlns:a16="http://schemas.microsoft.com/office/drawing/2014/main" id="{6F56E5E2-840D-0741-A112-EE50CA6B3CCE}"/>
                </a:ext>
              </a:extLst>
            </p:cNvPr>
            <p:cNvGrpSpPr>
              <a:grpSpLocks/>
            </p:cNvGrpSpPr>
            <p:nvPr/>
          </p:nvGrpSpPr>
          <p:grpSpPr bwMode="auto">
            <a:xfrm>
              <a:off x="3504" y="1248"/>
              <a:ext cx="1008" cy="288"/>
              <a:chOff x="3504" y="1248"/>
              <a:chExt cx="1008" cy="288"/>
            </a:xfrm>
          </p:grpSpPr>
          <p:sp>
            <p:nvSpPr>
              <p:cNvPr id="360505" name="Rectangle 16">
                <a:extLst>
                  <a:ext uri="{FF2B5EF4-FFF2-40B4-BE49-F238E27FC236}">
                    <a16:creationId xmlns:a16="http://schemas.microsoft.com/office/drawing/2014/main" id="{82F64731-14ED-4152-6401-5C99E1C7ABCB}"/>
                  </a:ext>
                </a:extLst>
              </p:cNvPr>
              <p:cNvSpPr>
                <a:spLocks noChangeArrowheads="1"/>
              </p:cNvSpPr>
              <p:nvPr/>
            </p:nvSpPr>
            <p:spPr bwMode="auto">
              <a:xfrm>
                <a:off x="3840" y="1248"/>
                <a:ext cx="336" cy="288"/>
              </a:xfrm>
              <a:prstGeom prst="rect">
                <a:avLst/>
              </a:prstGeom>
              <a:solidFill>
                <a:srgbClr val="ED181E">
                  <a:alpha val="50195"/>
                </a:srgbClr>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60506" name="Rectangle 17">
                <a:extLst>
                  <a:ext uri="{FF2B5EF4-FFF2-40B4-BE49-F238E27FC236}">
                    <a16:creationId xmlns:a16="http://schemas.microsoft.com/office/drawing/2014/main" id="{96B22707-1447-0114-474A-35DE8621B0E2}"/>
                  </a:ext>
                </a:extLst>
              </p:cNvPr>
              <p:cNvSpPr>
                <a:spLocks noChangeArrowheads="1"/>
              </p:cNvSpPr>
              <p:nvPr/>
            </p:nvSpPr>
            <p:spPr bwMode="auto">
              <a:xfrm>
                <a:off x="3504" y="1248"/>
                <a:ext cx="336" cy="288"/>
              </a:xfrm>
              <a:prstGeom prst="rect">
                <a:avLst/>
              </a:prstGeom>
              <a:solidFill>
                <a:srgbClr val="ED181E"/>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60507" name="Rectangle 18">
                <a:extLst>
                  <a:ext uri="{FF2B5EF4-FFF2-40B4-BE49-F238E27FC236}">
                    <a16:creationId xmlns:a16="http://schemas.microsoft.com/office/drawing/2014/main" id="{517A6B03-7B30-FEF5-4FB0-A4472AE83DB1}"/>
                  </a:ext>
                </a:extLst>
              </p:cNvPr>
              <p:cNvSpPr>
                <a:spLocks noChangeArrowheads="1"/>
              </p:cNvSpPr>
              <p:nvPr/>
            </p:nvSpPr>
            <p:spPr bwMode="auto">
              <a:xfrm>
                <a:off x="4176" y="1248"/>
                <a:ext cx="336" cy="288"/>
              </a:xfrm>
              <a:prstGeom prst="rect">
                <a:avLst/>
              </a:prstGeom>
              <a:solidFill>
                <a:srgbClr val="ED181E">
                  <a:alpha val="50195"/>
                </a:srgbClr>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grpSp>
        <p:grpSp>
          <p:nvGrpSpPr>
            <p:cNvPr id="360494" name="Group 44">
              <a:extLst>
                <a:ext uri="{FF2B5EF4-FFF2-40B4-BE49-F238E27FC236}">
                  <a16:creationId xmlns:a16="http://schemas.microsoft.com/office/drawing/2014/main" id="{0C527241-F085-A46F-A638-DFC77EF051C9}"/>
                </a:ext>
              </a:extLst>
            </p:cNvPr>
            <p:cNvGrpSpPr>
              <a:grpSpLocks/>
            </p:cNvGrpSpPr>
            <p:nvPr/>
          </p:nvGrpSpPr>
          <p:grpSpPr bwMode="auto">
            <a:xfrm>
              <a:off x="3216" y="2880"/>
              <a:ext cx="120" cy="240"/>
              <a:chOff x="2592" y="3312"/>
              <a:chExt cx="96" cy="240"/>
            </a:xfrm>
          </p:grpSpPr>
          <p:sp>
            <p:nvSpPr>
              <p:cNvPr id="360503" name="Line 45">
                <a:extLst>
                  <a:ext uri="{FF2B5EF4-FFF2-40B4-BE49-F238E27FC236}">
                    <a16:creationId xmlns:a16="http://schemas.microsoft.com/office/drawing/2014/main" id="{040924DC-E564-27D5-F2CF-BE2009A2956B}"/>
                  </a:ext>
                </a:extLst>
              </p:cNvPr>
              <p:cNvSpPr>
                <a:spLocks noChangeShapeType="1"/>
              </p:cNvSpPr>
              <p:nvPr/>
            </p:nvSpPr>
            <p:spPr bwMode="auto">
              <a:xfrm flipV="1">
                <a:off x="2592" y="331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04" name="Line 46">
                <a:extLst>
                  <a:ext uri="{FF2B5EF4-FFF2-40B4-BE49-F238E27FC236}">
                    <a16:creationId xmlns:a16="http://schemas.microsoft.com/office/drawing/2014/main" id="{E5A90ADF-E313-C23F-DABD-FB4A3CA519F5}"/>
                  </a:ext>
                </a:extLst>
              </p:cNvPr>
              <p:cNvSpPr>
                <a:spLocks noChangeShapeType="1"/>
              </p:cNvSpPr>
              <p:nvPr/>
            </p:nvSpPr>
            <p:spPr bwMode="auto">
              <a:xfrm>
                <a:off x="2688" y="331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60495" name="Group 59">
              <a:extLst>
                <a:ext uri="{FF2B5EF4-FFF2-40B4-BE49-F238E27FC236}">
                  <a16:creationId xmlns:a16="http://schemas.microsoft.com/office/drawing/2014/main" id="{099634B8-BCC4-11DB-A7C8-0C82BCD9C3EE}"/>
                </a:ext>
              </a:extLst>
            </p:cNvPr>
            <p:cNvGrpSpPr>
              <a:grpSpLocks/>
            </p:cNvGrpSpPr>
            <p:nvPr/>
          </p:nvGrpSpPr>
          <p:grpSpPr bwMode="auto">
            <a:xfrm>
              <a:off x="3648" y="1248"/>
              <a:ext cx="120" cy="240"/>
              <a:chOff x="2592" y="3312"/>
              <a:chExt cx="96" cy="240"/>
            </a:xfrm>
          </p:grpSpPr>
          <p:sp>
            <p:nvSpPr>
              <p:cNvPr id="360501" name="Line 60">
                <a:extLst>
                  <a:ext uri="{FF2B5EF4-FFF2-40B4-BE49-F238E27FC236}">
                    <a16:creationId xmlns:a16="http://schemas.microsoft.com/office/drawing/2014/main" id="{E4E69E89-F30B-9817-CE89-E8DEA036FFA5}"/>
                  </a:ext>
                </a:extLst>
              </p:cNvPr>
              <p:cNvSpPr>
                <a:spLocks noChangeShapeType="1"/>
              </p:cNvSpPr>
              <p:nvPr/>
            </p:nvSpPr>
            <p:spPr bwMode="auto">
              <a:xfrm flipV="1">
                <a:off x="2592" y="331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502" name="Line 61">
                <a:extLst>
                  <a:ext uri="{FF2B5EF4-FFF2-40B4-BE49-F238E27FC236}">
                    <a16:creationId xmlns:a16="http://schemas.microsoft.com/office/drawing/2014/main" id="{215E539A-886C-10CA-2E0F-1D0BBD4F74AD}"/>
                  </a:ext>
                </a:extLst>
              </p:cNvPr>
              <p:cNvSpPr>
                <a:spLocks noChangeShapeType="1"/>
              </p:cNvSpPr>
              <p:nvPr/>
            </p:nvSpPr>
            <p:spPr bwMode="auto">
              <a:xfrm>
                <a:off x="2688" y="331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60496" name="Line 65">
              <a:extLst>
                <a:ext uri="{FF2B5EF4-FFF2-40B4-BE49-F238E27FC236}">
                  <a16:creationId xmlns:a16="http://schemas.microsoft.com/office/drawing/2014/main" id="{911144B2-D17C-3C27-800C-5F21E840C2C3}"/>
                </a:ext>
              </a:extLst>
            </p:cNvPr>
            <p:cNvSpPr>
              <a:spLocks noChangeShapeType="1"/>
            </p:cNvSpPr>
            <p:nvPr/>
          </p:nvSpPr>
          <p:spPr bwMode="auto">
            <a:xfrm flipV="1">
              <a:off x="3936" y="1248"/>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497" name="Line 66">
              <a:extLst>
                <a:ext uri="{FF2B5EF4-FFF2-40B4-BE49-F238E27FC236}">
                  <a16:creationId xmlns:a16="http://schemas.microsoft.com/office/drawing/2014/main" id="{2E34674F-226D-387D-3D85-2CD2FFCFA171}"/>
                </a:ext>
              </a:extLst>
            </p:cNvPr>
            <p:cNvSpPr>
              <a:spLocks noChangeShapeType="1"/>
            </p:cNvSpPr>
            <p:nvPr/>
          </p:nvSpPr>
          <p:spPr bwMode="auto">
            <a:xfrm flipV="1">
              <a:off x="4272" y="1248"/>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498" name="Text Box 69">
              <a:extLst>
                <a:ext uri="{FF2B5EF4-FFF2-40B4-BE49-F238E27FC236}">
                  <a16:creationId xmlns:a16="http://schemas.microsoft.com/office/drawing/2014/main" id="{3A4BBB1B-CE8C-2ABF-DFAD-4665D901BF8C}"/>
                </a:ext>
              </a:extLst>
            </p:cNvPr>
            <p:cNvSpPr txBox="1">
              <a:spLocks noChangeArrowheads="1"/>
            </p:cNvSpPr>
            <p:nvPr/>
          </p:nvSpPr>
          <p:spPr bwMode="auto">
            <a:xfrm>
              <a:off x="3072" y="3168"/>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b="1"/>
                <a:t>2s</a:t>
              </a:r>
            </a:p>
          </p:txBody>
        </p:sp>
        <p:sp>
          <p:nvSpPr>
            <p:cNvPr id="360499" name="Text Box 71">
              <a:extLst>
                <a:ext uri="{FF2B5EF4-FFF2-40B4-BE49-F238E27FC236}">
                  <a16:creationId xmlns:a16="http://schemas.microsoft.com/office/drawing/2014/main" id="{1B0A6EA3-803B-F1FE-55EA-6D80A0559460}"/>
                </a:ext>
              </a:extLst>
            </p:cNvPr>
            <p:cNvSpPr txBox="1">
              <a:spLocks noChangeArrowheads="1"/>
            </p:cNvSpPr>
            <p:nvPr/>
          </p:nvSpPr>
          <p:spPr bwMode="auto">
            <a:xfrm>
              <a:off x="3408" y="3360"/>
              <a:ext cx="76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b="1">
                  <a:solidFill>
                    <a:srgbClr val="6C18B0"/>
                  </a:solidFill>
                </a:rPr>
                <a:t>AO of O</a:t>
              </a:r>
              <a:endParaRPr lang="en-US" altLang="en-US" sz="2000" b="1">
                <a:solidFill>
                  <a:srgbClr val="ED181E"/>
                </a:solidFill>
              </a:endParaRPr>
            </a:p>
          </p:txBody>
        </p:sp>
        <p:sp>
          <p:nvSpPr>
            <p:cNvPr id="360500" name="Text Box 76">
              <a:extLst>
                <a:ext uri="{FF2B5EF4-FFF2-40B4-BE49-F238E27FC236}">
                  <a16:creationId xmlns:a16="http://schemas.microsoft.com/office/drawing/2014/main" id="{3A62461F-65BB-1241-4721-456DE9B78007}"/>
                </a:ext>
              </a:extLst>
            </p:cNvPr>
            <p:cNvSpPr txBox="1">
              <a:spLocks noChangeArrowheads="1"/>
            </p:cNvSpPr>
            <p:nvPr/>
          </p:nvSpPr>
          <p:spPr bwMode="auto">
            <a:xfrm>
              <a:off x="3840" y="1584"/>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2000" b="1"/>
                <a:t>2</a:t>
              </a:r>
              <a:r>
                <a:rPr lang="en-US" altLang="en-US" sz="2000" b="1" i="1"/>
                <a:t>p</a:t>
              </a:r>
              <a:endParaRPr lang="en-US" altLang="en-US" sz="2000" b="1"/>
            </a:p>
          </p:txBody>
        </p:sp>
      </p:grpSp>
      <p:grpSp>
        <p:nvGrpSpPr>
          <p:cNvPr id="360458" name="Group 99">
            <a:extLst>
              <a:ext uri="{FF2B5EF4-FFF2-40B4-BE49-F238E27FC236}">
                <a16:creationId xmlns:a16="http://schemas.microsoft.com/office/drawing/2014/main" id="{90C00824-C007-8B6C-6F98-6F0D6F80A6A0}"/>
              </a:ext>
            </a:extLst>
          </p:cNvPr>
          <p:cNvGrpSpPr>
            <a:grpSpLocks/>
          </p:cNvGrpSpPr>
          <p:nvPr/>
        </p:nvGrpSpPr>
        <p:grpSpPr bwMode="auto">
          <a:xfrm>
            <a:off x="2971800" y="228600"/>
            <a:ext cx="2590800" cy="3490913"/>
            <a:chOff x="1872" y="144"/>
            <a:chExt cx="1632" cy="2199"/>
          </a:xfrm>
        </p:grpSpPr>
        <p:grpSp>
          <p:nvGrpSpPr>
            <p:cNvPr id="360463" name="Group 29">
              <a:extLst>
                <a:ext uri="{FF2B5EF4-FFF2-40B4-BE49-F238E27FC236}">
                  <a16:creationId xmlns:a16="http://schemas.microsoft.com/office/drawing/2014/main" id="{E8D00EC9-AD6C-4CBC-4EA2-AA07DB6305AA}"/>
                </a:ext>
              </a:extLst>
            </p:cNvPr>
            <p:cNvGrpSpPr>
              <a:grpSpLocks/>
            </p:cNvGrpSpPr>
            <p:nvPr/>
          </p:nvGrpSpPr>
          <p:grpSpPr bwMode="auto">
            <a:xfrm>
              <a:off x="2352" y="1872"/>
              <a:ext cx="672" cy="288"/>
              <a:chOff x="2352" y="1728"/>
              <a:chExt cx="672" cy="288"/>
            </a:xfrm>
          </p:grpSpPr>
          <p:sp>
            <p:nvSpPr>
              <p:cNvPr id="360490" name="Rectangle 14">
                <a:extLst>
                  <a:ext uri="{FF2B5EF4-FFF2-40B4-BE49-F238E27FC236}">
                    <a16:creationId xmlns:a16="http://schemas.microsoft.com/office/drawing/2014/main" id="{3F5AEA52-1BEE-8B4E-A054-1FF046ED3C79}"/>
                  </a:ext>
                </a:extLst>
              </p:cNvPr>
              <p:cNvSpPr>
                <a:spLocks noChangeArrowheads="1"/>
              </p:cNvSpPr>
              <p:nvPr/>
            </p:nvSpPr>
            <p:spPr bwMode="auto">
              <a:xfrm>
                <a:off x="2688" y="1728"/>
                <a:ext cx="336" cy="288"/>
              </a:xfrm>
              <a:prstGeom prst="rect">
                <a:avLst/>
              </a:prstGeom>
              <a:solidFill>
                <a:srgbClr val="9933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60491" name="Rectangle 15">
                <a:extLst>
                  <a:ext uri="{FF2B5EF4-FFF2-40B4-BE49-F238E27FC236}">
                    <a16:creationId xmlns:a16="http://schemas.microsoft.com/office/drawing/2014/main" id="{B7E92C2C-C928-22CF-8E1D-4EBCD98BB1D7}"/>
                  </a:ext>
                </a:extLst>
              </p:cNvPr>
              <p:cNvSpPr>
                <a:spLocks noChangeArrowheads="1"/>
              </p:cNvSpPr>
              <p:nvPr/>
            </p:nvSpPr>
            <p:spPr bwMode="auto">
              <a:xfrm>
                <a:off x="2352" y="1728"/>
                <a:ext cx="336" cy="288"/>
              </a:xfrm>
              <a:prstGeom prst="rect">
                <a:avLst/>
              </a:prstGeom>
              <a:solidFill>
                <a:srgbClr val="9933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grpSp>
        <p:sp>
          <p:nvSpPr>
            <p:cNvPr id="360464" name="Rectangle 22">
              <a:extLst>
                <a:ext uri="{FF2B5EF4-FFF2-40B4-BE49-F238E27FC236}">
                  <a16:creationId xmlns:a16="http://schemas.microsoft.com/office/drawing/2014/main" id="{724D0775-0632-08CB-7DA5-62067AFEE222}"/>
                </a:ext>
              </a:extLst>
            </p:cNvPr>
            <p:cNvSpPr>
              <a:spLocks noChangeArrowheads="1"/>
            </p:cNvSpPr>
            <p:nvPr/>
          </p:nvSpPr>
          <p:spPr bwMode="auto">
            <a:xfrm>
              <a:off x="2688" y="768"/>
              <a:ext cx="336" cy="2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60465" name="Rectangle 23">
              <a:extLst>
                <a:ext uri="{FF2B5EF4-FFF2-40B4-BE49-F238E27FC236}">
                  <a16:creationId xmlns:a16="http://schemas.microsoft.com/office/drawing/2014/main" id="{0EEE85D9-1480-905E-B0C2-397A5F58FF49}"/>
                </a:ext>
              </a:extLst>
            </p:cNvPr>
            <p:cNvSpPr>
              <a:spLocks noChangeArrowheads="1"/>
            </p:cNvSpPr>
            <p:nvPr/>
          </p:nvSpPr>
          <p:spPr bwMode="auto">
            <a:xfrm>
              <a:off x="2352" y="768"/>
              <a:ext cx="336" cy="288"/>
            </a:xfrm>
            <a:prstGeom prst="rect">
              <a:avLst/>
            </a:prstGeom>
            <a:solidFill>
              <a:srgbClr val="993366">
                <a:alpha val="50195"/>
              </a:srgbClr>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60466" name="Rectangle 24">
              <a:extLst>
                <a:ext uri="{FF2B5EF4-FFF2-40B4-BE49-F238E27FC236}">
                  <a16:creationId xmlns:a16="http://schemas.microsoft.com/office/drawing/2014/main" id="{A2035DDE-0BFB-13FB-A7B6-82CDDA2FF527}"/>
                </a:ext>
              </a:extLst>
            </p:cNvPr>
            <p:cNvSpPr>
              <a:spLocks noChangeArrowheads="1"/>
            </p:cNvSpPr>
            <p:nvPr/>
          </p:nvSpPr>
          <p:spPr bwMode="auto">
            <a:xfrm>
              <a:off x="2496" y="144"/>
              <a:ext cx="336" cy="2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360467" name="Rectangle 25">
              <a:extLst>
                <a:ext uri="{FF2B5EF4-FFF2-40B4-BE49-F238E27FC236}">
                  <a16:creationId xmlns:a16="http://schemas.microsoft.com/office/drawing/2014/main" id="{6525BDB6-BD5B-962F-AC77-6812BF078EE0}"/>
                </a:ext>
              </a:extLst>
            </p:cNvPr>
            <p:cNvSpPr>
              <a:spLocks noChangeArrowheads="1"/>
            </p:cNvSpPr>
            <p:nvPr/>
          </p:nvSpPr>
          <p:spPr bwMode="auto">
            <a:xfrm>
              <a:off x="2544" y="1392"/>
              <a:ext cx="336" cy="288"/>
            </a:xfrm>
            <a:prstGeom prst="rect">
              <a:avLst/>
            </a:prstGeom>
            <a:solidFill>
              <a:srgbClr val="9933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grpSp>
          <p:nvGrpSpPr>
            <p:cNvPr id="360468" name="Group 50">
              <a:extLst>
                <a:ext uri="{FF2B5EF4-FFF2-40B4-BE49-F238E27FC236}">
                  <a16:creationId xmlns:a16="http://schemas.microsoft.com/office/drawing/2014/main" id="{5BE361CE-2213-C101-9315-5471FC7C2A54}"/>
                </a:ext>
              </a:extLst>
            </p:cNvPr>
            <p:cNvGrpSpPr>
              <a:grpSpLocks/>
            </p:cNvGrpSpPr>
            <p:nvPr/>
          </p:nvGrpSpPr>
          <p:grpSpPr bwMode="auto">
            <a:xfrm>
              <a:off x="2448" y="1872"/>
              <a:ext cx="120" cy="240"/>
              <a:chOff x="2592" y="3312"/>
              <a:chExt cx="96" cy="240"/>
            </a:xfrm>
          </p:grpSpPr>
          <p:sp>
            <p:nvSpPr>
              <p:cNvPr id="360488" name="Line 51">
                <a:extLst>
                  <a:ext uri="{FF2B5EF4-FFF2-40B4-BE49-F238E27FC236}">
                    <a16:creationId xmlns:a16="http://schemas.microsoft.com/office/drawing/2014/main" id="{1B154399-A62A-E0C0-B155-0A1B053D8800}"/>
                  </a:ext>
                </a:extLst>
              </p:cNvPr>
              <p:cNvSpPr>
                <a:spLocks noChangeShapeType="1"/>
              </p:cNvSpPr>
              <p:nvPr/>
            </p:nvSpPr>
            <p:spPr bwMode="auto">
              <a:xfrm flipV="1">
                <a:off x="2592" y="331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489" name="Line 52">
                <a:extLst>
                  <a:ext uri="{FF2B5EF4-FFF2-40B4-BE49-F238E27FC236}">
                    <a16:creationId xmlns:a16="http://schemas.microsoft.com/office/drawing/2014/main" id="{A896D1C5-5BFB-F275-38E3-E795C8CE88EF}"/>
                  </a:ext>
                </a:extLst>
              </p:cNvPr>
              <p:cNvSpPr>
                <a:spLocks noChangeShapeType="1"/>
              </p:cNvSpPr>
              <p:nvPr/>
            </p:nvSpPr>
            <p:spPr bwMode="auto">
              <a:xfrm>
                <a:off x="2688" y="331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60469" name="Group 53">
              <a:extLst>
                <a:ext uri="{FF2B5EF4-FFF2-40B4-BE49-F238E27FC236}">
                  <a16:creationId xmlns:a16="http://schemas.microsoft.com/office/drawing/2014/main" id="{226ADFE3-683D-1E54-D9F6-1FD4E1BD120F}"/>
                </a:ext>
              </a:extLst>
            </p:cNvPr>
            <p:cNvGrpSpPr>
              <a:grpSpLocks/>
            </p:cNvGrpSpPr>
            <p:nvPr/>
          </p:nvGrpSpPr>
          <p:grpSpPr bwMode="auto">
            <a:xfrm>
              <a:off x="2784" y="1872"/>
              <a:ext cx="120" cy="240"/>
              <a:chOff x="2592" y="3312"/>
              <a:chExt cx="96" cy="240"/>
            </a:xfrm>
          </p:grpSpPr>
          <p:sp>
            <p:nvSpPr>
              <p:cNvPr id="360486" name="Line 54">
                <a:extLst>
                  <a:ext uri="{FF2B5EF4-FFF2-40B4-BE49-F238E27FC236}">
                    <a16:creationId xmlns:a16="http://schemas.microsoft.com/office/drawing/2014/main" id="{C9F063C6-EA2C-21A9-0174-602A01F1087D}"/>
                  </a:ext>
                </a:extLst>
              </p:cNvPr>
              <p:cNvSpPr>
                <a:spLocks noChangeShapeType="1"/>
              </p:cNvSpPr>
              <p:nvPr/>
            </p:nvSpPr>
            <p:spPr bwMode="auto">
              <a:xfrm flipV="1">
                <a:off x="2592" y="331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487" name="Line 55">
                <a:extLst>
                  <a:ext uri="{FF2B5EF4-FFF2-40B4-BE49-F238E27FC236}">
                    <a16:creationId xmlns:a16="http://schemas.microsoft.com/office/drawing/2014/main" id="{F9F928A1-282A-34EA-18F9-922E1762ED06}"/>
                  </a:ext>
                </a:extLst>
              </p:cNvPr>
              <p:cNvSpPr>
                <a:spLocks noChangeShapeType="1"/>
              </p:cNvSpPr>
              <p:nvPr/>
            </p:nvSpPr>
            <p:spPr bwMode="auto">
              <a:xfrm>
                <a:off x="2688" y="331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60470" name="Group 56">
              <a:extLst>
                <a:ext uri="{FF2B5EF4-FFF2-40B4-BE49-F238E27FC236}">
                  <a16:creationId xmlns:a16="http://schemas.microsoft.com/office/drawing/2014/main" id="{42C7AFB0-E038-BC4E-9595-91F215ABFEE9}"/>
                </a:ext>
              </a:extLst>
            </p:cNvPr>
            <p:cNvGrpSpPr>
              <a:grpSpLocks/>
            </p:cNvGrpSpPr>
            <p:nvPr/>
          </p:nvGrpSpPr>
          <p:grpSpPr bwMode="auto">
            <a:xfrm>
              <a:off x="2640" y="1392"/>
              <a:ext cx="120" cy="240"/>
              <a:chOff x="2592" y="3312"/>
              <a:chExt cx="96" cy="240"/>
            </a:xfrm>
          </p:grpSpPr>
          <p:sp>
            <p:nvSpPr>
              <p:cNvPr id="360484" name="Line 57">
                <a:extLst>
                  <a:ext uri="{FF2B5EF4-FFF2-40B4-BE49-F238E27FC236}">
                    <a16:creationId xmlns:a16="http://schemas.microsoft.com/office/drawing/2014/main" id="{77AB8C14-4133-BB1E-D4EE-8AD2729D922B}"/>
                  </a:ext>
                </a:extLst>
              </p:cNvPr>
              <p:cNvSpPr>
                <a:spLocks noChangeShapeType="1"/>
              </p:cNvSpPr>
              <p:nvPr/>
            </p:nvSpPr>
            <p:spPr bwMode="auto">
              <a:xfrm flipV="1">
                <a:off x="2592" y="331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485" name="Line 58">
                <a:extLst>
                  <a:ext uri="{FF2B5EF4-FFF2-40B4-BE49-F238E27FC236}">
                    <a16:creationId xmlns:a16="http://schemas.microsoft.com/office/drawing/2014/main" id="{04C43E42-CA26-394B-DC1A-4A37896CFD37}"/>
                  </a:ext>
                </a:extLst>
              </p:cNvPr>
              <p:cNvSpPr>
                <a:spLocks noChangeShapeType="1"/>
              </p:cNvSpPr>
              <p:nvPr/>
            </p:nvSpPr>
            <p:spPr bwMode="auto">
              <a:xfrm>
                <a:off x="2688" y="3312"/>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60471" name="Line 67">
              <a:extLst>
                <a:ext uri="{FF2B5EF4-FFF2-40B4-BE49-F238E27FC236}">
                  <a16:creationId xmlns:a16="http://schemas.microsoft.com/office/drawing/2014/main" id="{82A53D4A-B7BF-84D4-BEE1-4E08EC0C024E}"/>
                </a:ext>
              </a:extLst>
            </p:cNvPr>
            <p:cNvSpPr>
              <a:spLocks noChangeShapeType="1"/>
            </p:cNvSpPr>
            <p:nvPr/>
          </p:nvSpPr>
          <p:spPr bwMode="auto">
            <a:xfrm flipV="1">
              <a:off x="2448" y="768"/>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472" name="Line 77">
              <a:extLst>
                <a:ext uri="{FF2B5EF4-FFF2-40B4-BE49-F238E27FC236}">
                  <a16:creationId xmlns:a16="http://schemas.microsoft.com/office/drawing/2014/main" id="{A3CE8637-C016-6CD5-EDEC-936B9262F99D}"/>
                </a:ext>
              </a:extLst>
            </p:cNvPr>
            <p:cNvSpPr>
              <a:spLocks noChangeShapeType="1"/>
            </p:cNvSpPr>
            <p:nvPr/>
          </p:nvSpPr>
          <p:spPr bwMode="auto">
            <a:xfrm flipV="1">
              <a:off x="3024" y="1392"/>
              <a:ext cx="480" cy="62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473" name="Line 79">
              <a:extLst>
                <a:ext uri="{FF2B5EF4-FFF2-40B4-BE49-F238E27FC236}">
                  <a16:creationId xmlns:a16="http://schemas.microsoft.com/office/drawing/2014/main" id="{FBE1527F-F23D-81BE-EE8B-E166AB5EBBB0}"/>
                </a:ext>
              </a:extLst>
            </p:cNvPr>
            <p:cNvSpPr>
              <a:spLocks noChangeShapeType="1"/>
            </p:cNvSpPr>
            <p:nvPr/>
          </p:nvSpPr>
          <p:spPr bwMode="auto">
            <a:xfrm flipH="1" flipV="1">
              <a:off x="1872" y="1296"/>
              <a:ext cx="480" cy="72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474" name="Line 80">
              <a:extLst>
                <a:ext uri="{FF2B5EF4-FFF2-40B4-BE49-F238E27FC236}">
                  <a16:creationId xmlns:a16="http://schemas.microsoft.com/office/drawing/2014/main" id="{B57DB817-CB82-7F8E-E328-32F1C0A8FDDE}"/>
                </a:ext>
              </a:extLst>
            </p:cNvPr>
            <p:cNvSpPr>
              <a:spLocks noChangeShapeType="1"/>
            </p:cNvSpPr>
            <p:nvPr/>
          </p:nvSpPr>
          <p:spPr bwMode="auto">
            <a:xfrm flipV="1">
              <a:off x="1872" y="960"/>
              <a:ext cx="432" cy="336"/>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475" name="Line 81">
              <a:extLst>
                <a:ext uri="{FF2B5EF4-FFF2-40B4-BE49-F238E27FC236}">
                  <a16:creationId xmlns:a16="http://schemas.microsoft.com/office/drawing/2014/main" id="{279ED7A7-F62F-A068-D27C-3D104551A73C}"/>
                </a:ext>
              </a:extLst>
            </p:cNvPr>
            <p:cNvSpPr>
              <a:spLocks noChangeShapeType="1"/>
            </p:cNvSpPr>
            <p:nvPr/>
          </p:nvSpPr>
          <p:spPr bwMode="auto">
            <a:xfrm flipH="1" flipV="1">
              <a:off x="3024" y="864"/>
              <a:ext cx="480" cy="528"/>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476" name="Line 82">
              <a:extLst>
                <a:ext uri="{FF2B5EF4-FFF2-40B4-BE49-F238E27FC236}">
                  <a16:creationId xmlns:a16="http://schemas.microsoft.com/office/drawing/2014/main" id="{105C572B-FDA8-BFF3-DE88-1E09AAC4B9A3}"/>
                </a:ext>
              </a:extLst>
            </p:cNvPr>
            <p:cNvSpPr>
              <a:spLocks noChangeShapeType="1"/>
            </p:cNvSpPr>
            <p:nvPr/>
          </p:nvSpPr>
          <p:spPr bwMode="auto">
            <a:xfrm flipV="1">
              <a:off x="1872" y="240"/>
              <a:ext cx="624" cy="1056"/>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477" name="Line 83">
              <a:extLst>
                <a:ext uri="{FF2B5EF4-FFF2-40B4-BE49-F238E27FC236}">
                  <a16:creationId xmlns:a16="http://schemas.microsoft.com/office/drawing/2014/main" id="{ABC3257A-0FC1-DB5D-895E-067E65289D07}"/>
                </a:ext>
              </a:extLst>
            </p:cNvPr>
            <p:cNvSpPr>
              <a:spLocks noChangeShapeType="1"/>
            </p:cNvSpPr>
            <p:nvPr/>
          </p:nvSpPr>
          <p:spPr bwMode="auto">
            <a:xfrm>
              <a:off x="1872" y="1296"/>
              <a:ext cx="672" cy="24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478" name="Line 84">
              <a:extLst>
                <a:ext uri="{FF2B5EF4-FFF2-40B4-BE49-F238E27FC236}">
                  <a16:creationId xmlns:a16="http://schemas.microsoft.com/office/drawing/2014/main" id="{21CAFA98-89C9-E8E7-5576-DC6391E43954}"/>
                </a:ext>
              </a:extLst>
            </p:cNvPr>
            <p:cNvSpPr>
              <a:spLocks noChangeShapeType="1"/>
            </p:cNvSpPr>
            <p:nvPr/>
          </p:nvSpPr>
          <p:spPr bwMode="auto">
            <a:xfrm flipH="1">
              <a:off x="2880" y="1392"/>
              <a:ext cx="624" cy="14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479" name="Line 85">
              <a:extLst>
                <a:ext uri="{FF2B5EF4-FFF2-40B4-BE49-F238E27FC236}">
                  <a16:creationId xmlns:a16="http://schemas.microsoft.com/office/drawing/2014/main" id="{449E54A7-B1F4-A07F-10BE-845CEC485725}"/>
                </a:ext>
              </a:extLst>
            </p:cNvPr>
            <p:cNvSpPr>
              <a:spLocks noChangeShapeType="1"/>
            </p:cNvSpPr>
            <p:nvPr/>
          </p:nvSpPr>
          <p:spPr bwMode="auto">
            <a:xfrm flipH="1" flipV="1">
              <a:off x="2832" y="240"/>
              <a:ext cx="672" cy="1152"/>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0480" name="Text Box 86">
              <a:extLst>
                <a:ext uri="{FF2B5EF4-FFF2-40B4-BE49-F238E27FC236}">
                  <a16:creationId xmlns:a16="http://schemas.microsoft.com/office/drawing/2014/main" id="{88C2F60F-5673-92A6-577E-BA302DFCE1AD}"/>
                </a:ext>
              </a:extLst>
            </p:cNvPr>
            <p:cNvSpPr txBox="1">
              <a:spLocks noChangeArrowheads="1"/>
            </p:cNvSpPr>
            <p:nvPr/>
          </p:nvSpPr>
          <p:spPr bwMode="auto">
            <a:xfrm>
              <a:off x="2496" y="211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latin typeface="Symbol" panose="05050102010706020507" pitchFamily="18" charset="2"/>
                </a:rPr>
                <a:t></a:t>
              </a:r>
              <a:r>
                <a:rPr lang="en-US" altLang="en-US" sz="2000" b="1" baseline="-25000"/>
                <a:t>2</a:t>
              </a:r>
              <a:r>
                <a:rPr lang="en-US" altLang="en-US" sz="2000" b="1" i="1" baseline="-25000"/>
                <a:t>p</a:t>
              </a:r>
              <a:endParaRPr lang="en-US" altLang="en-US" sz="1800" b="1" baseline="-25000"/>
            </a:p>
          </p:txBody>
        </p:sp>
        <p:sp>
          <p:nvSpPr>
            <p:cNvPr id="360481" name="Text Box 87">
              <a:extLst>
                <a:ext uri="{FF2B5EF4-FFF2-40B4-BE49-F238E27FC236}">
                  <a16:creationId xmlns:a16="http://schemas.microsoft.com/office/drawing/2014/main" id="{6D4F6677-A3D5-B981-CAF9-AB4DFD0A7536}"/>
                </a:ext>
              </a:extLst>
            </p:cNvPr>
            <p:cNvSpPr txBox="1">
              <a:spLocks noChangeArrowheads="1"/>
            </p:cNvSpPr>
            <p:nvPr/>
          </p:nvSpPr>
          <p:spPr bwMode="auto">
            <a:xfrm>
              <a:off x="2544" y="163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latin typeface="Symbol" panose="05050102010706020507" pitchFamily="18" charset="2"/>
                </a:rPr>
                <a:t>s</a:t>
              </a:r>
              <a:r>
                <a:rPr lang="en-US" altLang="en-US" sz="2000" b="1" baseline="-20000"/>
                <a:t>2</a:t>
              </a:r>
              <a:r>
                <a:rPr lang="en-US" altLang="en-US" sz="2000" b="1" i="1" baseline="-20000"/>
                <a:t>p</a:t>
              </a:r>
              <a:endParaRPr lang="en-US" altLang="en-US" sz="1800" b="1" baseline="-25000"/>
            </a:p>
          </p:txBody>
        </p:sp>
        <p:sp>
          <p:nvSpPr>
            <p:cNvPr id="360482" name="Text Box 88">
              <a:extLst>
                <a:ext uri="{FF2B5EF4-FFF2-40B4-BE49-F238E27FC236}">
                  <a16:creationId xmlns:a16="http://schemas.microsoft.com/office/drawing/2014/main" id="{06BD4362-B7D2-A2CA-6942-8A4814D54BE9}"/>
                </a:ext>
              </a:extLst>
            </p:cNvPr>
            <p:cNvSpPr txBox="1">
              <a:spLocks noChangeArrowheads="1"/>
            </p:cNvSpPr>
            <p:nvPr/>
          </p:nvSpPr>
          <p:spPr bwMode="auto">
            <a:xfrm>
              <a:off x="2496" y="1056"/>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latin typeface="Symbol" panose="05050102010706020507" pitchFamily="18" charset="2"/>
                </a:rPr>
                <a:t></a:t>
              </a:r>
              <a:r>
                <a:rPr lang="en-US" altLang="en-US" sz="1800" b="1"/>
                <a:t>*</a:t>
              </a:r>
              <a:r>
                <a:rPr lang="en-US" altLang="en-US" sz="2000" b="1" baseline="-20000"/>
                <a:t>2</a:t>
              </a:r>
              <a:r>
                <a:rPr lang="en-US" altLang="en-US" sz="2000" b="1" i="1" baseline="-20000"/>
                <a:t>p</a:t>
              </a:r>
              <a:endParaRPr lang="en-US" altLang="en-US" sz="1800" baseline="-25000"/>
            </a:p>
          </p:txBody>
        </p:sp>
        <p:sp>
          <p:nvSpPr>
            <p:cNvPr id="360483" name="Text Box 89">
              <a:extLst>
                <a:ext uri="{FF2B5EF4-FFF2-40B4-BE49-F238E27FC236}">
                  <a16:creationId xmlns:a16="http://schemas.microsoft.com/office/drawing/2014/main" id="{958C4038-7AF4-C6B7-DC04-CBE5240E5924}"/>
                </a:ext>
              </a:extLst>
            </p:cNvPr>
            <p:cNvSpPr txBox="1">
              <a:spLocks noChangeArrowheads="1"/>
            </p:cNvSpPr>
            <p:nvPr/>
          </p:nvSpPr>
          <p:spPr bwMode="auto">
            <a:xfrm>
              <a:off x="2448" y="43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b="1">
                  <a:latin typeface="Symbol" panose="05050102010706020507" pitchFamily="18" charset="2"/>
                </a:rPr>
                <a:t>s</a:t>
              </a:r>
              <a:r>
                <a:rPr lang="en-US" altLang="en-US" sz="1800" b="1"/>
                <a:t>*</a:t>
              </a:r>
              <a:r>
                <a:rPr lang="en-US" altLang="en-US" sz="2000" b="1" baseline="-25000"/>
                <a:t>2</a:t>
              </a:r>
              <a:r>
                <a:rPr lang="en-US" altLang="en-US" sz="2000" b="1" i="1" baseline="-25000"/>
                <a:t>s</a:t>
              </a:r>
              <a:endParaRPr lang="en-US" altLang="en-US" sz="1800" baseline="-25000"/>
            </a:p>
          </p:txBody>
        </p:sp>
      </p:grpSp>
      <p:pic>
        <p:nvPicPr>
          <p:cNvPr id="360459" name="Picture 94">
            <a:extLst>
              <a:ext uri="{FF2B5EF4-FFF2-40B4-BE49-F238E27FC236}">
                <a16:creationId xmlns:a16="http://schemas.microsoft.com/office/drawing/2014/main" id="{FA9CD501-6437-F6A6-AEC7-1B17682E93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7600" y="4114800"/>
            <a:ext cx="1143000"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0460" name="Picture 95">
            <a:extLst>
              <a:ext uri="{FF2B5EF4-FFF2-40B4-BE49-F238E27FC236}">
                <a16:creationId xmlns:a16="http://schemas.microsoft.com/office/drawing/2014/main" id="{63701CEA-5555-D6E1-CE1D-C409FCA000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7600" y="5029200"/>
            <a:ext cx="1143000"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60461" name="Text Box 96">
            <a:extLst>
              <a:ext uri="{FF2B5EF4-FFF2-40B4-BE49-F238E27FC236}">
                <a16:creationId xmlns:a16="http://schemas.microsoft.com/office/drawing/2014/main" id="{8ED4AA75-B355-4E09-A24F-8A83FC7557C7}"/>
              </a:ext>
            </a:extLst>
          </p:cNvPr>
          <p:cNvSpPr txBox="1">
            <a:spLocks noChangeArrowheads="1"/>
          </p:cNvSpPr>
          <p:nvPr/>
        </p:nvSpPr>
        <p:spPr bwMode="auto">
          <a:xfrm>
            <a:off x="7086600" y="3352800"/>
            <a:ext cx="1905000" cy="641350"/>
          </a:xfrm>
          <a:prstGeom prst="rect">
            <a:avLst/>
          </a:prstGeom>
          <a:blipFill dpi="0" rotWithShape="0">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US" altLang="en-US" sz="1800"/>
              <a:t>possible Lewis structures</a:t>
            </a:r>
          </a:p>
        </p:txBody>
      </p:sp>
      <p:sp>
        <p:nvSpPr>
          <p:cNvPr id="360462" name="Text Box 101">
            <a:extLst>
              <a:ext uri="{FF2B5EF4-FFF2-40B4-BE49-F238E27FC236}">
                <a16:creationId xmlns:a16="http://schemas.microsoft.com/office/drawing/2014/main" id="{7F59426B-D232-491D-7346-C3324049FD66}"/>
              </a:ext>
            </a:extLst>
          </p:cNvPr>
          <p:cNvSpPr txBox="1">
            <a:spLocks noChangeArrowheads="1"/>
          </p:cNvSpPr>
          <p:nvPr/>
        </p:nvSpPr>
        <p:spPr bwMode="auto">
          <a:xfrm>
            <a:off x="6172200" y="1219200"/>
            <a:ext cx="20510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a:t>bond order = 2.5</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1474" name="Picture 2">
            <a:extLst>
              <a:ext uri="{FF2B5EF4-FFF2-40B4-BE49-F238E27FC236}">
                <a16:creationId xmlns:a16="http://schemas.microsoft.com/office/drawing/2014/main" id="{DB74E183-8D9D-5A19-344B-A127B12385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825" y="228600"/>
            <a:ext cx="839787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1475" name="TextBox 4">
            <a:extLst>
              <a:ext uri="{FF2B5EF4-FFF2-40B4-BE49-F238E27FC236}">
                <a16:creationId xmlns:a16="http://schemas.microsoft.com/office/drawing/2014/main" id="{91993EB2-E3E2-529F-CA02-DD71B0CAA1C3}"/>
              </a:ext>
            </a:extLst>
          </p:cNvPr>
          <p:cNvSpPr txBox="1">
            <a:spLocks noChangeArrowheads="1"/>
          </p:cNvSpPr>
          <p:nvPr/>
        </p:nvSpPr>
        <p:spPr bwMode="auto">
          <a:xfrm>
            <a:off x="411163" y="5105400"/>
            <a:ext cx="86280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GB" altLang="en-US" sz="2000">
                <a:latin typeface="Calibri" panose="020F0502020204030204" pitchFamily="34" charset="0"/>
                <a:cs typeface="Calibri" panose="020F0502020204030204" pitchFamily="34" charset="0"/>
              </a:rPr>
              <a:t>The Molecular Orbital Energy-Level Diagram for a Linear Arrangement of n Atoms, Each of Which Contains a Singly Occupied s Orbital. </a:t>
            </a:r>
            <a:endParaRPr lang="en-US" altLang="en-US" sz="2000">
              <a:latin typeface="Calibri" panose="020F0502020204030204" pitchFamily="34" charset="0"/>
              <a:cs typeface="Calibri" panose="020F0502020204030204" pitchFamily="34" charset="0"/>
            </a:endParaRP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TextBox 2">
            <a:extLst>
              <a:ext uri="{FF2B5EF4-FFF2-40B4-BE49-F238E27FC236}">
                <a16:creationId xmlns:a16="http://schemas.microsoft.com/office/drawing/2014/main" id="{7EEDB711-061E-B19C-EF32-70CD5E38E6B0}"/>
              </a:ext>
            </a:extLst>
          </p:cNvPr>
          <p:cNvSpPr txBox="1">
            <a:spLocks noChangeArrowheads="1"/>
          </p:cNvSpPr>
          <p:nvPr/>
        </p:nvSpPr>
        <p:spPr bwMode="auto">
          <a:xfrm>
            <a:off x="685800" y="1019175"/>
            <a:ext cx="8153400" cy="445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nSpc>
                <a:spcPct val="150000"/>
              </a:lnSpc>
            </a:pPr>
            <a:r>
              <a:rPr lang="en-GB" altLang="en-US"/>
              <a:t>As n becomes very large, the energy separation between adjacent levels becomes so small that a single continuous band of allowed energy levels results. The lowest-energy molecular orbital corresponds to positive overlap between all the atomic orbitals to give a totally bonding combination, whereas the highest-energy molecular orbital contains a node between each pair of atoms and is thus totally antibonding</a:t>
            </a:r>
            <a:endParaRPr lang="en-US" altLang="en-US"/>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0B3042-8117-09CC-E3DF-982E71994934}"/>
              </a:ext>
            </a:extLst>
          </p:cNvPr>
          <p:cNvSpPr txBox="1"/>
          <p:nvPr/>
        </p:nvSpPr>
        <p:spPr>
          <a:xfrm>
            <a:off x="762000" y="1143000"/>
            <a:ext cx="8077200" cy="3970338"/>
          </a:xfrm>
          <a:prstGeom prst="rect">
            <a:avLst/>
          </a:prstGeom>
          <a:noFill/>
        </p:spPr>
        <p:txBody>
          <a:bodyPr>
            <a:spAutoFit/>
          </a:bodyPr>
          <a:lstStyle/>
          <a:p>
            <a:pPr>
              <a:spcBef>
                <a:spcPts val="1200"/>
              </a:spcBef>
              <a:spcAft>
                <a:spcPts val="600"/>
              </a:spcAft>
              <a:defRPr/>
            </a:pPr>
            <a:r>
              <a:rPr lang="en-GB" dirty="0"/>
              <a:t>For a solid to exhibit metallic </a:t>
            </a:r>
            <a:r>
              <a:rPr lang="en-GB" dirty="0" err="1"/>
              <a:t>behavior</a:t>
            </a:r>
            <a:r>
              <a:rPr lang="en-GB" dirty="0"/>
              <a:t>,</a:t>
            </a:r>
          </a:p>
          <a:p>
            <a:pPr>
              <a:spcBef>
                <a:spcPts val="1200"/>
              </a:spcBef>
              <a:spcAft>
                <a:spcPts val="600"/>
              </a:spcAft>
              <a:defRPr/>
            </a:pPr>
            <a:endParaRPr lang="en-GB" dirty="0"/>
          </a:p>
          <a:p>
            <a:pPr marL="457200" indent="-457200">
              <a:spcBef>
                <a:spcPts val="1200"/>
              </a:spcBef>
              <a:spcAft>
                <a:spcPts val="600"/>
              </a:spcAft>
              <a:buFont typeface="+mj-lt"/>
              <a:buAutoNum type="arabicPeriod"/>
              <a:defRPr/>
            </a:pPr>
            <a:r>
              <a:rPr lang="en-GB" dirty="0"/>
              <a:t>it must have a set of delocalized orbitals forming a band of allowed energy levels, and</a:t>
            </a:r>
          </a:p>
          <a:p>
            <a:pPr marL="457200" indent="-457200">
              <a:spcBef>
                <a:spcPts val="1200"/>
              </a:spcBef>
              <a:spcAft>
                <a:spcPts val="600"/>
              </a:spcAft>
              <a:buFont typeface="+mj-lt"/>
              <a:buAutoNum type="arabicPeriod"/>
              <a:defRPr/>
            </a:pPr>
            <a:r>
              <a:rPr lang="en-GB" dirty="0"/>
              <a:t>the resulting band must be partially filled (10%–90%) with electrons.</a:t>
            </a:r>
          </a:p>
          <a:p>
            <a:pPr>
              <a:spcBef>
                <a:spcPts val="1200"/>
              </a:spcBef>
              <a:spcAft>
                <a:spcPts val="600"/>
              </a:spcAft>
              <a:defRPr/>
            </a:pPr>
            <a:r>
              <a:rPr lang="en-GB" dirty="0"/>
              <a:t>Without a set of delocalized orbitals, there is no pathway by which electrons can move through the solid.</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Text Box 3">
            <a:extLst>
              <a:ext uri="{FF2B5EF4-FFF2-40B4-BE49-F238E27FC236}">
                <a16:creationId xmlns:a16="http://schemas.microsoft.com/office/drawing/2014/main" id="{601DF253-D8E3-41D2-033C-DBC05FB75FD1}"/>
              </a:ext>
            </a:extLst>
          </p:cNvPr>
          <p:cNvSpPr txBox="1">
            <a:spLocks noChangeArrowheads="1"/>
          </p:cNvSpPr>
          <p:nvPr/>
        </p:nvSpPr>
        <p:spPr bwMode="auto">
          <a:xfrm>
            <a:off x="381000" y="152400"/>
            <a:ext cx="83058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b="1" i="1"/>
              <a:t>Delocalized molecular orbitals</a:t>
            </a:r>
            <a:r>
              <a:rPr lang="en-US" altLang="en-US"/>
              <a:t> are not confined between two adjacent bonding atoms, but actually extend over three or more atoms.</a:t>
            </a:r>
            <a:endParaRPr lang="en-US" altLang="en-US" b="1" i="1"/>
          </a:p>
        </p:txBody>
      </p:sp>
      <p:pic>
        <p:nvPicPr>
          <p:cNvPr id="364547" name="Picture 4" descr="cha56011_1029">
            <a:extLst>
              <a:ext uri="{FF2B5EF4-FFF2-40B4-BE49-F238E27FC236}">
                <a16:creationId xmlns:a16="http://schemas.microsoft.com/office/drawing/2014/main" id="{77E8AE1C-BAA1-3A17-EED5-013F88DF5D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8571"/>
          <a:stretch>
            <a:fillRect/>
          </a:stretch>
        </p:blipFill>
        <p:spPr bwMode="auto">
          <a:xfrm>
            <a:off x="651670" y="3489324"/>
            <a:ext cx="8077199" cy="287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4548" name="Picture 5" descr="cha56011_1028">
            <a:extLst>
              <a:ext uri="{FF2B5EF4-FFF2-40B4-BE49-F238E27FC236}">
                <a16:creationId xmlns:a16="http://schemas.microsoft.com/office/drawing/2014/main" id="{0A0A8E87-9046-46B6-618C-9DAB32C0EE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1143000"/>
            <a:ext cx="1800472" cy="204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549" name="Text Box 6">
            <a:extLst>
              <a:ext uri="{FF2B5EF4-FFF2-40B4-BE49-F238E27FC236}">
                <a16:creationId xmlns:a16="http://schemas.microsoft.com/office/drawing/2014/main" id="{50737E9D-9712-8821-CCA8-A9D3895DA1D4}"/>
              </a:ext>
            </a:extLst>
          </p:cNvPr>
          <p:cNvSpPr txBox="1">
            <a:spLocks noChangeArrowheads="1"/>
          </p:cNvSpPr>
          <p:nvPr/>
        </p:nvSpPr>
        <p:spPr bwMode="auto">
          <a:xfrm>
            <a:off x="8389938" y="6384925"/>
            <a:ext cx="677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eaLnBrk="1" hangingPunct="1">
              <a:spcBef>
                <a:spcPct val="50000"/>
              </a:spcBef>
            </a:pPr>
            <a:r>
              <a:rPr lang="en-US" altLang="en-US" sz="2000"/>
              <a:t>10.8</a:t>
            </a:r>
          </a:p>
        </p:txBody>
      </p:sp>
    </p:spTree>
  </p:cSld>
  <p:clrMapOvr>
    <a:masterClrMapping/>
  </p:clrMapOvr>
  <p:transition/>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5570" name="Picture 2" descr="cha56011_ma1014">
            <a:extLst>
              <a:ext uri="{FF2B5EF4-FFF2-40B4-BE49-F238E27FC236}">
                <a16:creationId xmlns:a16="http://schemas.microsoft.com/office/drawing/2014/main" id="{79DDBCE5-B788-F24E-F902-65FD58D900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520825"/>
            <a:ext cx="7772400" cy="442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5571" name="Text Box 3">
            <a:extLst>
              <a:ext uri="{FF2B5EF4-FFF2-40B4-BE49-F238E27FC236}">
                <a16:creationId xmlns:a16="http://schemas.microsoft.com/office/drawing/2014/main" id="{634D9219-C718-FCEA-396B-377F5003A1E7}"/>
              </a:ext>
            </a:extLst>
          </p:cNvPr>
          <p:cNvSpPr txBox="1">
            <a:spLocks noChangeArrowheads="1"/>
          </p:cNvSpPr>
          <p:nvPr/>
        </p:nvSpPr>
        <p:spPr bwMode="auto">
          <a:xfrm>
            <a:off x="647700" y="355600"/>
            <a:ext cx="7848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a:t>Electron density above and below the plane of the benzene molecule.</a:t>
            </a:r>
          </a:p>
        </p:txBody>
      </p:sp>
      <p:sp>
        <p:nvSpPr>
          <p:cNvPr id="365572" name="Text Box 4">
            <a:extLst>
              <a:ext uri="{FF2B5EF4-FFF2-40B4-BE49-F238E27FC236}">
                <a16:creationId xmlns:a16="http://schemas.microsoft.com/office/drawing/2014/main" id="{D7A68317-C078-2B24-AA0D-60D4A0DFA4E7}"/>
              </a:ext>
            </a:extLst>
          </p:cNvPr>
          <p:cNvSpPr txBox="1">
            <a:spLocks noChangeArrowheads="1"/>
          </p:cNvSpPr>
          <p:nvPr/>
        </p:nvSpPr>
        <p:spPr bwMode="auto">
          <a:xfrm>
            <a:off x="8389938" y="6384925"/>
            <a:ext cx="677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eaLnBrk="1" hangingPunct="1">
              <a:spcBef>
                <a:spcPct val="50000"/>
              </a:spcBef>
            </a:pPr>
            <a:r>
              <a:rPr lang="en-US" altLang="en-US" sz="2000"/>
              <a:t>10.8</a:t>
            </a: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6594" name="Picture 1026" descr="10_30">
            <a:extLst>
              <a:ext uri="{FF2B5EF4-FFF2-40B4-BE49-F238E27FC236}">
                <a16:creationId xmlns:a16="http://schemas.microsoft.com/office/drawing/2014/main" id="{BE31824C-30B0-8D41-053F-0D5FBFDD7F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000" b="14999"/>
          <a:stretch>
            <a:fillRect/>
          </a:stretch>
        </p:blipFill>
        <p:spPr bwMode="auto">
          <a:xfrm>
            <a:off x="508000" y="685800"/>
            <a:ext cx="81280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6595" name="Text Box 1027">
            <a:extLst>
              <a:ext uri="{FF2B5EF4-FFF2-40B4-BE49-F238E27FC236}">
                <a16:creationId xmlns:a16="http://schemas.microsoft.com/office/drawing/2014/main" id="{35AE6E76-13F1-F0E5-37BC-453213FC9140}"/>
              </a:ext>
            </a:extLst>
          </p:cNvPr>
          <p:cNvSpPr txBox="1">
            <a:spLocks noChangeArrowheads="1"/>
          </p:cNvSpPr>
          <p:nvPr/>
        </p:nvSpPr>
        <p:spPr bwMode="auto">
          <a:xfrm>
            <a:off x="8389938" y="6384925"/>
            <a:ext cx="677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r" eaLnBrk="1" hangingPunct="1">
              <a:spcBef>
                <a:spcPct val="50000"/>
              </a:spcBef>
            </a:pPr>
            <a:r>
              <a:rPr lang="en-US" altLang="en-US" sz="2000"/>
              <a:t>10.8</a:t>
            </a: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Text Box 2">
            <a:extLst>
              <a:ext uri="{FF2B5EF4-FFF2-40B4-BE49-F238E27FC236}">
                <a16:creationId xmlns:a16="http://schemas.microsoft.com/office/drawing/2014/main" id="{6BA48361-3C95-0A12-784E-DBF8D9A6D192}"/>
              </a:ext>
            </a:extLst>
          </p:cNvPr>
          <p:cNvSpPr txBox="1">
            <a:spLocks noChangeArrowheads="1"/>
          </p:cNvSpPr>
          <p:nvPr/>
        </p:nvSpPr>
        <p:spPr bwMode="auto">
          <a:xfrm>
            <a:off x="609600" y="533400"/>
            <a:ext cx="29225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i="1"/>
              <a:t>Chemical Connections</a:t>
            </a:r>
          </a:p>
        </p:txBody>
      </p:sp>
      <p:sp>
        <p:nvSpPr>
          <p:cNvPr id="367619" name="Text Box 3">
            <a:extLst>
              <a:ext uri="{FF2B5EF4-FFF2-40B4-BE49-F238E27FC236}">
                <a16:creationId xmlns:a16="http://schemas.microsoft.com/office/drawing/2014/main" id="{7B576308-C130-594F-F1B9-AEDE12135AFC}"/>
              </a:ext>
            </a:extLst>
          </p:cNvPr>
          <p:cNvSpPr txBox="1">
            <a:spLocks noChangeArrowheads="1"/>
          </p:cNvSpPr>
          <p:nvPr/>
        </p:nvSpPr>
        <p:spPr bwMode="auto">
          <a:xfrm>
            <a:off x="609600" y="1066800"/>
            <a:ext cx="6413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2000" b="1"/>
              <a:t>Figure B10.3	Molecular shape and enzyme action.</a:t>
            </a:r>
          </a:p>
        </p:txBody>
      </p:sp>
      <p:sp>
        <p:nvSpPr>
          <p:cNvPr id="367620" name="Text Box 5">
            <a:extLst>
              <a:ext uri="{FF2B5EF4-FFF2-40B4-BE49-F238E27FC236}">
                <a16:creationId xmlns:a16="http://schemas.microsoft.com/office/drawing/2014/main" id="{B2819353-06FF-92EE-DA68-C38743B3715B}"/>
              </a:ext>
            </a:extLst>
          </p:cNvPr>
          <p:cNvSpPr txBox="1">
            <a:spLocks noChangeArrowheads="1"/>
          </p:cNvSpPr>
          <p:nvPr/>
        </p:nvSpPr>
        <p:spPr bwMode="auto">
          <a:xfrm>
            <a:off x="838200" y="5181600"/>
            <a:ext cx="3673475"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04813" indent="-404813">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b="1"/>
              <a:t>A</a:t>
            </a:r>
            <a:r>
              <a:rPr lang="en-US" altLang="en-US" sz="1800"/>
              <a:t>.  A small sugar molecule is shown near a specific region of an enzyme molecule.</a:t>
            </a:r>
            <a:endParaRPr lang="en-US" altLang="en-US" sz="1800" b="1"/>
          </a:p>
        </p:txBody>
      </p:sp>
      <p:sp>
        <p:nvSpPr>
          <p:cNvPr id="367621" name="Text Box 6">
            <a:extLst>
              <a:ext uri="{FF2B5EF4-FFF2-40B4-BE49-F238E27FC236}">
                <a16:creationId xmlns:a16="http://schemas.microsoft.com/office/drawing/2014/main" id="{5F528763-3423-A6EE-EC57-158653277226}"/>
              </a:ext>
            </a:extLst>
          </p:cNvPr>
          <p:cNvSpPr txBox="1">
            <a:spLocks noChangeArrowheads="1"/>
          </p:cNvSpPr>
          <p:nvPr/>
        </p:nvSpPr>
        <p:spPr bwMode="auto">
          <a:xfrm>
            <a:off x="4648200" y="5181600"/>
            <a:ext cx="36734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04813" indent="-404813">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r>
              <a:rPr lang="en-US" altLang="en-US" sz="1800" b="1"/>
              <a:t>B</a:t>
            </a:r>
            <a:r>
              <a:rPr lang="en-US" altLang="en-US" sz="1800"/>
              <a:t>.  When the sugar lands in that region, the reaction begins.</a:t>
            </a:r>
            <a:endParaRPr lang="en-US" altLang="en-US" sz="1800" b="1"/>
          </a:p>
        </p:txBody>
      </p:sp>
      <p:pic>
        <p:nvPicPr>
          <p:cNvPr id="367622" name="Picture 8" descr="siL40183_b10_03.jpg">
            <a:extLst>
              <a:ext uri="{FF2B5EF4-FFF2-40B4-BE49-F238E27FC236}">
                <a16:creationId xmlns:a16="http://schemas.microsoft.com/office/drawing/2014/main" id="{6FA85628-4D8F-B7E1-6E36-97DD68E278D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924050"/>
            <a:ext cx="8229600"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6.0&quot;&gt;&lt;object type=&quot;1&quot; unique_id=&quot;10001&quot;&gt;&lt;object type=&quot;8&quot; unique_id=&quot;10152&quot;&gt;&lt;/object&gt;&lt;object type=&quot;2&quot; unique_id=&quot;10153&quot;&gt;&lt;object type=&quot;3&quot; unique_id=&quot;10154&quot;&gt;&lt;property id=&quot;20148&quot; value=&quot;5&quot;/&gt;&lt;property id=&quot;20300&quot; value=&quot;Slide 1&quot;/&gt;&lt;property id=&quot;20307&quot; value=&quot;296&quot;/&gt;&lt;/object&gt;&lt;object type=&quot;3&quot; unique_id=&quot;10155&quot;&gt;&lt;property id=&quot;20148&quot; value=&quot;5&quot;/&gt;&lt;property id=&quot;20300&quot; value=&quot;Slide 2&quot;/&gt;&lt;property id=&quot;20307&quot; value=&quot;256&quot;/&gt;&lt;/object&gt;&lt;object type=&quot;3&quot; unique_id=&quot;10156&quot;&gt;&lt;property id=&quot;20148&quot; value=&quot;5&quot;/&gt;&lt;property id=&quot;20300&quot; value=&quot;Slide 3&quot;/&gt;&lt;property id=&quot;20307&quot; value=&quot;280&quot;/&gt;&lt;/object&gt;&lt;object type=&quot;3&quot; unique_id=&quot;10157&quot;&gt;&lt;property id=&quot;20148&quot; value=&quot;5&quot;/&gt;&lt;property id=&quot;20300&quot; value=&quot;Slide 4&quot;/&gt;&lt;property id=&quot;20307&quot; value=&quot;281&quot;/&gt;&lt;/object&gt;&lt;object type=&quot;3&quot; unique_id=&quot;10158&quot;&gt;&lt;property id=&quot;20148&quot; value=&quot;5&quot;/&gt;&lt;property id=&quot;20300&quot; value=&quot;Slide 5&quot;/&gt;&lt;property id=&quot;20307&quot; value=&quot;282&quot;/&gt;&lt;/object&gt;&lt;object type=&quot;3&quot; unique_id=&quot;10159&quot;&gt;&lt;property id=&quot;20148&quot; value=&quot;5&quot;/&gt;&lt;property id=&quot;20300&quot; value=&quot;Slide 6&quot;/&gt;&lt;property id=&quot;20307&quot; value=&quot;270&quot;/&gt;&lt;/object&gt;&lt;object type=&quot;3&quot; unique_id=&quot;10160&quot;&gt;&lt;property id=&quot;20148&quot; value=&quot;5&quot;/&gt;&lt;property id=&quot;20300&quot; value=&quot;Slide 7&quot;/&gt;&lt;property id=&quot;20307&quot; value=&quot;271&quot;/&gt;&lt;/object&gt;&lt;object type=&quot;3&quot; unique_id=&quot;10161&quot;&gt;&lt;property id=&quot;20148&quot; value=&quot;5&quot;/&gt;&lt;property id=&quot;20300&quot; value=&quot;Slide 8&quot;/&gt;&lt;property id=&quot;20307&quot; value=&quot;272&quot;/&gt;&lt;/object&gt;&lt;object type=&quot;3&quot; unique_id=&quot;10162&quot;&gt;&lt;property id=&quot;20148&quot; value=&quot;5&quot;/&gt;&lt;property id=&quot;20300&quot; value=&quot;Slide 9&quot;/&gt;&lt;property id=&quot;20307&quot; value=&quot;286&quot;/&gt;&lt;/object&gt;&lt;object type=&quot;3&quot; unique_id=&quot;10163&quot;&gt;&lt;property id=&quot;20148&quot; value=&quot;5&quot;/&gt;&lt;property id=&quot;20300&quot; value=&quot;Slide 10&quot;/&gt;&lt;property id=&quot;20307&quot; value=&quot;273&quot;/&gt;&lt;/object&gt;&lt;object type=&quot;3&quot; unique_id=&quot;10164&quot;&gt;&lt;property id=&quot;20148&quot; value=&quot;5&quot;/&gt;&lt;property id=&quot;20300&quot; value=&quot;Slide 11&quot;/&gt;&lt;property id=&quot;20307&quot; value=&quot;287&quot;/&gt;&lt;/object&gt;&lt;object type=&quot;3&quot; unique_id=&quot;10165&quot;&gt;&lt;property id=&quot;20148&quot; value=&quot;5&quot;/&gt;&lt;property id=&quot;20300&quot; value=&quot;Slide 12&quot;/&gt;&lt;property id=&quot;20307&quot; value=&quot;289&quot;/&gt;&lt;/object&gt;&lt;object type=&quot;3&quot; unique_id=&quot;10166&quot;&gt;&lt;property id=&quot;20148&quot; value=&quot;5&quot;/&gt;&lt;property id=&quot;20300&quot; value=&quot;Slide 13&quot;/&gt;&lt;property id=&quot;20307&quot; value=&quot;288&quot;/&gt;&lt;/object&gt;&lt;object type=&quot;3&quot; unique_id=&quot;10167&quot;&gt;&lt;property id=&quot;20148&quot; value=&quot;5&quot;/&gt;&lt;property id=&quot;20300&quot; value=&quot;Slide 14&quot;/&gt;&lt;property id=&quot;20307&quot; value=&quot;274&quot;/&gt;&lt;/object&gt;&lt;object type=&quot;3&quot; unique_id=&quot;10168&quot;&gt;&lt;property id=&quot;20148&quot; value=&quot;5&quot;/&gt;&lt;property id=&quot;20300&quot; value=&quot;Slide 15&quot;/&gt;&lt;property id=&quot;20307&quot; value=&quot;294&quot;/&gt;&lt;/object&gt;&lt;object type=&quot;3&quot; unique_id=&quot;10169&quot;&gt;&lt;property id=&quot;20148&quot; value=&quot;5&quot;/&gt;&lt;property id=&quot;20300&quot; value=&quot;Slide 16&quot;/&gt;&lt;property id=&quot;20307&quot; value=&quot;259&quot;/&gt;&lt;/object&gt;&lt;object type=&quot;3&quot; unique_id=&quot;10170&quot;&gt;&lt;property id=&quot;20148&quot; value=&quot;5&quot;/&gt;&lt;property id=&quot;20300&quot; value=&quot;Slide 17&quot;/&gt;&lt;property id=&quot;20307&quot; value=&quot;261&quot;/&gt;&lt;/object&gt;&lt;object type=&quot;3&quot; unique_id=&quot;10171&quot;&gt;&lt;property id=&quot;20148&quot; value=&quot;5&quot;/&gt;&lt;property id=&quot;20300&quot; value=&quot;Slide 18&quot;/&gt;&lt;property id=&quot;20307&quot; value=&quot;262&quot;/&gt;&lt;/object&gt;&lt;object type=&quot;3&quot; unique_id=&quot;10172&quot;&gt;&lt;property id=&quot;20148&quot; value=&quot;5&quot;/&gt;&lt;property id=&quot;20300&quot; value=&quot;Slide 19&quot;/&gt;&lt;property id=&quot;20307&quot; value=&quot;291&quot;/&gt;&lt;/object&gt;&lt;object type=&quot;3&quot; unique_id=&quot;10173&quot;&gt;&lt;property id=&quot;20148&quot; value=&quot;5&quot;/&gt;&lt;property id=&quot;20300&quot; value=&quot;Slide 20&quot;/&gt;&lt;property id=&quot;20307&quot; value=&quot;263&quot;/&gt;&lt;/object&gt;&lt;object type=&quot;3&quot; unique_id=&quot;10174&quot;&gt;&lt;property id=&quot;20148&quot; value=&quot;5&quot;/&gt;&lt;property id=&quot;20300&quot; value=&quot;Slide 21&quot;/&gt;&lt;property id=&quot;20307&quot; value=&quot;264&quot;/&gt;&lt;/object&gt;&lt;object type=&quot;3&quot; unique_id=&quot;10175&quot;&gt;&lt;property id=&quot;20148&quot; value=&quot;5&quot;/&gt;&lt;property id=&quot;20300&quot; value=&quot;Slide 22&quot;/&gt;&lt;property id=&quot;20307&quot; value=&quot;265&quot;/&gt;&lt;/object&gt;&lt;object type=&quot;3&quot; unique_id=&quot;10176&quot;&gt;&lt;property id=&quot;20148&quot; value=&quot;5&quot;/&gt;&lt;property id=&quot;20300&quot; value=&quot;Slide 23&quot;/&gt;&lt;property id=&quot;20307&quot; value=&quot;266&quot;/&gt;&lt;/object&gt;&lt;object type=&quot;3&quot; unique_id=&quot;10177&quot;&gt;&lt;property id=&quot;20148&quot; value=&quot;5&quot;/&gt;&lt;property id=&quot;20300&quot; value=&quot;Slide 24&quot;/&gt;&lt;property id=&quot;20307&quot; value=&quot;295&quot;/&gt;&lt;/object&gt;&lt;object type=&quot;3&quot; unique_id=&quot;10178&quot;&gt;&lt;property id=&quot;20148&quot; value=&quot;5&quot;/&gt;&lt;property id=&quot;20300&quot; value=&quot;Slide 25&quot;/&gt;&lt;property id=&quot;20307&quot; value=&quot;283&quot;/&gt;&lt;/object&gt;&lt;object type=&quot;3&quot; unique_id=&quot;10179&quot;&gt;&lt;property id=&quot;20148&quot; value=&quot;5&quot;/&gt;&lt;property id=&quot;20300&quot; value=&quot;Slide 26&quot;/&gt;&lt;property id=&quot;20307&quot; value=&quot;276&quot;/&gt;&lt;/object&gt;&lt;object type=&quot;3&quot; unique_id=&quot;10180&quot;&gt;&lt;property id=&quot;20148&quot; value=&quot;5&quot;/&gt;&lt;property id=&quot;20300&quot; value=&quot;Slide 27&quot;/&gt;&lt;property id=&quot;20307&quot; value=&quot;292&quot;/&gt;&lt;/object&gt;&lt;object type=&quot;3&quot; unique_id=&quot;10181&quot;&gt;&lt;property id=&quot;20148&quot; value=&quot;5&quot;/&gt;&lt;property id=&quot;20300&quot; value=&quot;Slide 28&quot;/&gt;&lt;property id=&quot;20307&quot; value=&quot;277&quot;/&gt;&lt;/object&gt;&lt;object type=&quot;3&quot; unique_id=&quot;10182&quot;&gt;&lt;property id=&quot;20148&quot; value=&quot;5&quot;/&gt;&lt;property id=&quot;20300&quot; value=&quot;Slide 29&quot;/&gt;&lt;property id=&quot;20307&quot; value=&quot;267&quot;/&gt;&lt;/object&gt;&lt;object type=&quot;3&quot; unique_id=&quot;10183&quot;&gt;&lt;property id=&quot;20148&quot; value=&quot;5&quot;/&gt;&lt;property id=&quot;20300&quot; value=&quot;Slide 30&quot;/&gt;&lt;property id=&quot;20307&quot; value=&quot;278&quot;/&gt;&lt;/object&gt;&lt;object type=&quot;3&quot; unique_id=&quot;10184&quot;&gt;&lt;property id=&quot;20148&quot; value=&quot;5&quot;/&gt;&lt;property id=&quot;20300&quot; value=&quot;Slide 31&quot;/&gt;&lt;property id=&quot;20307&quot; value=&quot;269&quot;/&gt;&lt;/object&gt;&lt;object type=&quot;3&quot; unique_id=&quot;10185&quot;&gt;&lt;property id=&quot;20148&quot; value=&quot;5&quot;/&gt;&lt;property id=&quot;20300&quot; value=&quot;Slide 32&quot;/&gt;&lt;property id=&quot;20307&quot; value=&quot;279&quot;/&gt;&lt;/object&gt;&lt;object type=&quot;3&quot; unique_id=&quot;10186&quot;&gt;&lt;property id=&quot;20148&quot; value=&quot;5&quot;/&gt;&lt;property id=&quot;20300&quot; value=&quot;Slide 33&quot;/&gt;&lt;property id=&quot;20307&quot; value=&quot;293&quot;/&gt;&lt;/object&gt;&lt;object type=&quot;3&quot; unique_id=&quot;10187&quot;&gt;&lt;property id=&quot;20148&quot; value=&quot;5&quot;/&gt;&lt;property id=&quot;20300&quot; value=&quot;Slide 34&quot;/&gt;&lt;property id=&quot;20307&quot; value=&quot;284&quot;/&gt;&lt;/object&gt;&lt;object type=&quot;3&quot; unique_id=&quot;10188&quot;&gt;&lt;property id=&quot;20148&quot; value=&quot;5&quot;/&gt;&lt;property id=&quot;20300&quot; value=&quot;Slide 35&quot;/&gt;&lt;property id=&quot;20307&quot; value=&quot;285&quot;/&gt;&lt;/object&gt;&lt;/object&gt;&lt;/object&gt;&lt;/database&gt;"/>
  <p:tag name="PREVIOUS_ACTIVE_SLIDE" val="335"/>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6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6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62.xml><?xml version="1.0" encoding="utf-8"?>
<p:tagLst xmlns:a="http://schemas.openxmlformats.org/drawingml/2006/main" xmlns:r="http://schemas.openxmlformats.org/officeDocument/2006/relationships" xmlns:p="http://schemas.openxmlformats.org/presentationml/2006/main">
  <p:tag name="SLIDEID" val="D854DBA6F19C4A36AFB15B22173EBD85"/>
  <p:tag name="SLIDETYPE" val="Q"/>
  <p:tag name="DEMOGRAPHIC" val="False"/>
  <p:tag name="TEAMASSIGN" val="False"/>
  <p:tag name="SPEEDSCORING" val="False"/>
  <p:tag name="CORRECTPOINTVALUE" val="100"/>
  <p:tag name="INCORRECTPOINTVALUE" val="0"/>
  <p:tag name="ZEROBASED" val="False"/>
  <p:tag name="DELIMITERS" val="3.1"/>
  <p:tag name="SLIDEORDER" val="5"/>
  <p:tag name="SLIDEGUID" val="5EFE6DA76E0541348E1DE0ACE4CA15AC"/>
  <p:tag name="QUESTIONALIAS" val="How many regions of density in XeF4?"/>
  <p:tag name="ANSWERSALIAS" val="2|smicln|3|smicln|4|smicln|5|smicln|6"/>
  <p:tag name="RESPONSECOUNT" val="34"/>
  <p:tag name="RESPONSESGATHERED" val="True"/>
  <p:tag name="TOTALRESPONSES" val="13"/>
  <p:tag name="SLICED" val="False"/>
  <p:tag name="RESPONSES" val="USB[HED999],1,250,5;5;5;5;5;5;3;5;-;-;5;5;5;-;5;5;-;-;-;-;-;-;-;-;-;-;-;-;-;-;-;-;-;-;-;-;-;-;-;-;-;-;-;-;-;-;-;-;-;-;-;-;-;-;-;-;-;-;-;-;-;-;-;-;-;-;-;-;-;-;-;-;-;-;-;-;-;-;-;-;-;-;-;-;-;-;-;-;-;-;-;-;-;-;-;-;-;-;-;-;-;-;-;-;-;-;-;-;-;-;-;-;-;-;-;-;-;-;-;-;-;-;-;-;-;-;-;-;-;-;-;-;-;-;-;-;-;-;-;-;-;-;-;-;-;-;-;-;-;-;-;-;-;-;-;-;-;-;-;-;-;-;-;-;-;-;-;-;-;-;-;-;-;-;-;-;-;-;-;-;-;-;-;-;-;-;-;-;-;-;-;-;-;-;-;-;-;-;-;-;-;-;-;-;-;-;-;-;-;-;-;-;-;-;-;-;-;-;-;-;-;-;-;-;-;-;-;-;-;-;-;-;-;-;-;-;-;-;-;-;-;-;-;-;-;-;-;-;-;-;"/>
  <p:tag name="CHARTSTRINGSTD" val="0 0 1 0 12"/>
  <p:tag name="CHARTSTRINGREV" val="12 0 1 0 0"/>
  <p:tag name="CHARTSTRINGSTDPER" val="0 0 0.0769230769230769 0 0.923076923076923"/>
  <p:tag name="CHARTSTRINGREVPER" val="0.923076923076923 0 0.0769230769230769 0 0"/>
</p:tagLst>
</file>

<file path=ppt/tags/tag63.xml><?xml version="1.0" encoding="utf-8"?>
<p:tagLst xmlns:a="http://schemas.openxmlformats.org/drawingml/2006/main" xmlns:r="http://schemas.openxmlformats.org/officeDocument/2006/relationships" xmlns:p="http://schemas.openxmlformats.org/presentationml/2006/main">
  <p:tag name="OLDNUMANSWERS" val="5"/>
  <p:tag name="TEXTLENGTH" val="13"/>
  <p:tag name="FONTSIZE" val="32"/>
  <p:tag name="BULLETTYPE" val="ppBulletArabicPeriod"/>
  <p:tag name="ANSWERTEXT" val="2&#10;3&#10;4&#10;5&#10;6"/>
</p:tagLst>
</file>

<file path=ppt/tags/tag64.xml><?xml version="1.0" encoding="utf-8"?>
<p:tagLst xmlns:a="http://schemas.openxmlformats.org/drawingml/2006/main" xmlns:r="http://schemas.openxmlformats.org/officeDocument/2006/relationships" xmlns:p="http://schemas.openxmlformats.org/presentationml/2006/main">
  <p:tag name="SLIDEID" val="D854DBA6F19C4A36AFB15B22173EBD85"/>
  <p:tag name="SLIDETYPE" val="Q"/>
  <p:tag name="DEMOGRAPHIC" val="False"/>
  <p:tag name="TEAMASSIGN" val="False"/>
  <p:tag name="SPEEDSCORING" val="False"/>
  <p:tag name="CORRECTPOINTVALUE" val="100"/>
  <p:tag name="INCORRECTPOINTVALUE" val="0"/>
  <p:tag name="ZEROBASED" val="False"/>
  <p:tag name="DELIMITERS" val="3.1"/>
  <p:tag name="SLIDEORDER" val="5"/>
  <p:tag name="SLIDEGUID" val="5EFE6DA76E0541348E1DE0ACE4CA15AC"/>
  <p:tag name="QUESTIONALIAS" val="How many regions of density in XeF4?"/>
  <p:tag name="ANSWERSALIAS" val="2|smicln|3|smicln|4|smicln|5|smicln|6"/>
  <p:tag name="RESPONSECOUNT" val="34"/>
  <p:tag name="RESPONSESGATHERED" val="True"/>
  <p:tag name="TOTALRESPONSES" val="13"/>
  <p:tag name="SLICED" val="False"/>
  <p:tag name="RESPONSES" val="USB[HED999],1,250,5;5;5;5;5;5;3;5;-;-;5;5;5;-;5;5;-;-;-;-;-;-;-;-;-;-;-;-;-;-;-;-;-;-;-;-;-;-;-;-;-;-;-;-;-;-;-;-;-;-;-;-;-;-;-;-;-;-;-;-;-;-;-;-;-;-;-;-;-;-;-;-;-;-;-;-;-;-;-;-;-;-;-;-;-;-;-;-;-;-;-;-;-;-;-;-;-;-;-;-;-;-;-;-;-;-;-;-;-;-;-;-;-;-;-;-;-;-;-;-;-;-;-;-;-;-;-;-;-;-;-;-;-;-;-;-;-;-;-;-;-;-;-;-;-;-;-;-;-;-;-;-;-;-;-;-;-;-;-;-;-;-;-;-;-;-;-;-;-;-;-;-;-;-;-;-;-;-;-;-;-;-;-;-;-;-;-;-;-;-;-;-;-;-;-;-;-;-;-;-;-;-;-;-;-;-;-;-;-;-;-;-;-;-;-;-;-;-;-;-;-;-;-;-;-;-;-;-;-;-;-;-;-;-;-;-;-;-;-;-;-;-;-;-;-;-;-;-;-;-;"/>
  <p:tag name="CHARTSTRINGSTD" val="0 0 1 0 12"/>
  <p:tag name="CHARTSTRINGREV" val="12 0 1 0 0"/>
  <p:tag name="CHARTSTRINGSTDPER" val="0 0 0.0769230769230769 0 0.923076923076923"/>
  <p:tag name="CHARTSTRINGREVPER" val="0.923076923076923 0 0.0769230769230769 0 0"/>
</p:tagLst>
</file>

<file path=ppt/tags/tag65.xml><?xml version="1.0" encoding="utf-8"?>
<p:tagLst xmlns:a="http://schemas.openxmlformats.org/drawingml/2006/main" xmlns:r="http://schemas.openxmlformats.org/officeDocument/2006/relationships" xmlns:p="http://schemas.openxmlformats.org/presentationml/2006/main">
  <p:tag name="OLDNUMANSWERS" val="5"/>
  <p:tag name="TEXTLENGTH" val="13"/>
  <p:tag name="FONTSIZE" val="32"/>
  <p:tag name="BULLETTYPE" val="ppBulletArabicPeriod"/>
  <p:tag name="ANSWERTEXT" val="2&#10;3&#10;4&#10;5&#10;6"/>
</p:tagLst>
</file>

<file path=ppt/tags/tag6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6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6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6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8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8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8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8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Soarings">
  <a:themeElements>
    <a:clrScheme name="">
      <a:dk1>
        <a:srgbClr val="000000"/>
      </a:dk1>
      <a:lt1>
        <a:srgbClr val="FFFFFF"/>
      </a:lt1>
      <a:dk2>
        <a:srgbClr val="0000FF"/>
      </a:dk2>
      <a:lt2>
        <a:srgbClr val="F6BF69"/>
      </a:lt2>
      <a:accent1>
        <a:srgbClr val="00FFFF"/>
      </a:accent1>
      <a:accent2>
        <a:srgbClr val="FAFD00"/>
      </a:accent2>
      <a:accent3>
        <a:srgbClr val="AAAAFF"/>
      </a:accent3>
      <a:accent4>
        <a:srgbClr val="DADADA"/>
      </a:accent4>
      <a:accent5>
        <a:srgbClr val="AAFFFF"/>
      </a:accent5>
      <a:accent6>
        <a:srgbClr val="E3E500"/>
      </a:accent6>
      <a:hlink>
        <a:srgbClr val="FC0128"/>
      </a:hlink>
      <a:folHlink>
        <a:srgbClr val="3365FB"/>
      </a:folHlink>
    </a:clrScheme>
    <a:fontScheme name="Soarings">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Soaring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oarings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oarings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oarings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oarings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oarings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oarings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3CAD8091307A6409284C3186B445670" ma:contentTypeVersion="3" ma:contentTypeDescription="Create a new document." ma:contentTypeScope="" ma:versionID="ad338b11f40dd0ebf0c12919e36a4a3b">
  <xsd:schema xmlns:xsd="http://www.w3.org/2001/XMLSchema" xmlns:xs="http://www.w3.org/2001/XMLSchema" xmlns:p="http://schemas.microsoft.com/office/2006/metadata/properties" xmlns:ns2="9ae6a514-a179-410e-84e8-c7caef495cca" targetNamespace="http://schemas.microsoft.com/office/2006/metadata/properties" ma:root="true" ma:fieldsID="8954f165ce59e2ed9fb64b595951faee" ns2:_="">
    <xsd:import namespace="9ae6a514-a179-410e-84e8-c7caef495cc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e6a514-a179-410e-84e8-c7caef495c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001AB5A-FBF1-4323-A272-A2985BA499CF}"/>
</file>

<file path=customXml/itemProps2.xml><?xml version="1.0" encoding="utf-8"?>
<ds:datastoreItem xmlns:ds="http://schemas.openxmlformats.org/officeDocument/2006/customXml" ds:itemID="{81B476E6-131F-41E8-89F0-82FE686E0D3F}">
  <ds:schemaRefs>
    <ds:schemaRef ds:uri="http://schemas.microsoft.com/sharepoint/v3/contenttype/forms"/>
  </ds:schemaRefs>
</ds:datastoreItem>
</file>

<file path=customXml/itemProps3.xml><?xml version="1.0" encoding="utf-8"?>
<ds:datastoreItem xmlns:ds="http://schemas.openxmlformats.org/officeDocument/2006/customXml" ds:itemID="{43046FA2-A319-4E46-A5F4-F97ACD233CEE}"/>
</file>

<file path=docProps/app.xml><?xml version="1.0" encoding="utf-8"?>
<Properties xmlns="http://schemas.openxmlformats.org/officeDocument/2006/extended-properties" xmlns:vt="http://schemas.openxmlformats.org/officeDocument/2006/docPropsVTypes">
  <TotalTime>5304</TotalTime>
  <Words>8161</Words>
  <Application>Microsoft Office PowerPoint</Application>
  <PresentationFormat>On-screen Show (4:3)</PresentationFormat>
  <Paragraphs>1520</Paragraphs>
  <Slides>204</Slides>
  <Notes>113</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204</vt:i4>
      </vt:variant>
    </vt:vector>
  </HeadingPairs>
  <TitlesOfParts>
    <vt:vector size="216" baseType="lpstr">
      <vt:lpstr>Arial</vt:lpstr>
      <vt:lpstr>Arial Narrow</vt:lpstr>
      <vt:lpstr>Calibri</vt:lpstr>
      <vt:lpstr>Helvetica</vt:lpstr>
      <vt:lpstr>Monotype Sorts</vt:lpstr>
      <vt:lpstr>Symbol</vt:lpstr>
      <vt:lpstr>Textile</vt:lpstr>
      <vt:lpstr>Times</vt:lpstr>
      <vt:lpstr>Times New Roman</vt:lpstr>
      <vt:lpstr>Blank</vt:lpstr>
      <vt:lpstr>Soarings</vt:lpstr>
      <vt:lpstr>CS ChemDraw Drawing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Shapes of Molecules</vt:lpstr>
      <vt:lpstr>Molecules in which the central atom has no lone pairs  Beryllium Chloride</vt:lpstr>
      <vt:lpstr>Hybridization- mixing of two or more atomic orbitals to form a new set of hybrid orbitals</vt:lpstr>
      <vt:lpstr>PowerPoint Presentation</vt:lpstr>
      <vt:lpstr>Formation of sp3 Hybrid Orbitals</vt:lpstr>
      <vt:lpstr>Formation of Covalent bonds in CH4</vt:lpstr>
      <vt:lpstr>sp3 Hybridizes N atom in NH3</vt:lpstr>
      <vt:lpstr>PowerPoint Presentation</vt:lpstr>
      <vt:lpstr>PowerPoint Presentation</vt:lpstr>
      <vt:lpstr>PowerPoint Presentation</vt:lpstr>
      <vt:lpstr>PowerPoint Presentation</vt:lpstr>
      <vt:lpstr>PowerPoint Presentation</vt:lpstr>
      <vt:lpstr>Bonding of ethylene, C2H4</vt:lpstr>
      <vt:lpstr>Another view of   bonding in ethylene, C2H4 </vt:lpstr>
      <vt:lpstr>sp hybridization of carbon</vt:lpstr>
      <vt:lpstr>PowerPoint Presentation</vt:lpstr>
      <vt:lpstr>PowerPoint Presentation</vt:lpstr>
      <vt:lpstr>Sigma () and Pi Bonds ()</vt:lpstr>
      <vt:lpstr>Delocalized molecular orbitals are not confined between two adjacent bonding atoms, but actually extend over three or more atoms.</vt:lpstr>
      <vt:lpstr>Electron density above and below the plane of the benzene molecule</vt:lpstr>
      <vt:lpstr>Bonding in the Carbonate ion CO32-</vt:lpstr>
      <vt:lpstr>The VSEPR Model</vt:lpstr>
      <vt:lpstr>3 Steps to VSEPR Shape </vt:lpstr>
      <vt:lpstr>PowerPoint Presentation</vt:lpstr>
      <vt:lpstr>PowerPoint Presentation</vt:lpstr>
      <vt:lpstr>Example 1: Laughing Gas</vt:lpstr>
      <vt:lpstr>Example 1: Laughing Gas</vt:lpstr>
      <vt:lpstr>Example 1: Laughing Gas</vt:lpstr>
      <vt:lpstr>Example 1: Laughing Gas</vt:lpstr>
      <vt:lpstr>Example 1: Laughing Gas</vt:lpstr>
      <vt:lpstr>Example 1: Laughing Gas</vt:lpstr>
      <vt:lpstr>Example 1: Laughing Gas</vt:lpstr>
      <vt:lpstr>Example 1: Laughing Gas</vt:lpstr>
      <vt:lpstr>Example 1: Laughing Gas</vt:lpstr>
      <vt:lpstr>Example 1: Laughing Gas</vt:lpstr>
      <vt:lpstr>PowerPoint Presentation</vt:lpstr>
      <vt:lpstr>PowerPoint Presentation</vt:lpstr>
      <vt:lpstr>PowerPoint Presentation</vt:lpstr>
      <vt:lpstr>PowerPoint Presentation</vt:lpstr>
      <vt:lpstr>Example 2: Carbonate Ion</vt:lpstr>
      <vt:lpstr>Example 2: Carbonate Ion</vt:lpstr>
      <vt:lpstr>Example 2: Carbonate Ion</vt:lpstr>
      <vt:lpstr>Example 2: Carbonate Ion</vt:lpstr>
      <vt:lpstr>Example 2: Carbonate Ion</vt:lpstr>
      <vt:lpstr>Example 2: Carbonate Ion</vt:lpstr>
      <vt:lpstr>Example 2: Carbonate Ion</vt:lpstr>
      <vt:lpstr>Example 2: Carbonate Ion</vt:lpstr>
      <vt:lpstr>Example 2: Carbonate Ion</vt:lpstr>
      <vt:lpstr>Example 2: Carbonate Ion</vt:lpstr>
      <vt:lpstr>Example 2: Carbonate Ion</vt:lpstr>
      <vt:lpstr>Example 2: Carbonate Ion</vt:lpstr>
      <vt:lpstr>Example 2: Carbonate Ion</vt:lpstr>
      <vt:lpstr>Example 2: Carbonate Ion</vt:lpstr>
      <vt:lpstr>PowerPoint Presentation</vt:lpstr>
      <vt:lpstr>Example 2: Carbonate Ion</vt:lpstr>
      <vt:lpstr>Resonance structures</vt:lpstr>
      <vt:lpstr>Example 2: Carbonate Ion</vt:lpstr>
      <vt:lpstr>PowerPoint Presentation</vt:lpstr>
      <vt:lpstr>Example 2: Carbonate Ion</vt:lpstr>
      <vt:lpstr>Example 2: Carbonate Ion</vt:lpstr>
      <vt:lpstr>Example 2: Carbonate Ion</vt:lpstr>
      <vt:lpstr>Example 2: Carbonate Ion</vt:lpstr>
      <vt:lpstr>Example 2: Carbonate Ion</vt:lpstr>
      <vt:lpstr>Example 4: Xenon Tetrafluoride</vt:lpstr>
      <vt:lpstr>Example 4: Xenon Tetrafluoride</vt:lpstr>
      <vt:lpstr>Example 4: Xenon Tetrafluoride</vt:lpstr>
      <vt:lpstr>Example 4: Xenon Tetrafluoride</vt:lpstr>
      <vt:lpstr>Example 4: Xenon Tetrafluoride</vt:lpstr>
      <vt:lpstr>Example 4: Xenon Tetrafluoride</vt:lpstr>
      <vt:lpstr>Example 4: Xenon Tetrafluoride</vt:lpstr>
      <vt:lpstr>Example 4: Xenon Tetrafluoride</vt:lpstr>
      <vt:lpstr>Example 4: Xenon Tetrafluoride</vt:lpstr>
      <vt:lpstr>Example 4: Xenon Tetrafluoride</vt:lpstr>
      <vt:lpstr>Example 4: Xenon Tetrafluoride</vt:lpstr>
      <vt:lpstr>Example 4: Xenon Tetrafluoride</vt:lpstr>
      <vt:lpstr>Example 4: Xenon Tetrafluoride</vt:lpstr>
      <vt:lpstr>Example 4: Xenon Tetrafluoride</vt:lpstr>
      <vt:lpstr>Example 4: Xenon Tetrafluoride</vt:lpstr>
      <vt:lpstr>Example 4: Xenon Tetrafluoride</vt:lpstr>
      <vt:lpstr>Example 4: Xenon Tetrafluoride</vt:lpstr>
      <vt:lpstr>How many regions of density in XeF4?</vt:lpstr>
      <vt:lpstr>How many regions of density in XeF4?</vt:lpstr>
      <vt:lpstr>Example 4: Xenon Tetrafluoride</vt:lpstr>
      <vt:lpstr>Example 4: Xenon Tetrafluoride</vt:lpstr>
      <vt:lpstr>Example 4: Xenon Tetrafluoride</vt:lpstr>
      <vt:lpstr>Example 4: Xenon Tetrafluoride</vt:lpstr>
      <vt:lpstr>Example 4: Xenon Tetrafluoride</vt:lpstr>
      <vt:lpstr>Example 4: Xenon Tetrafluoride</vt:lpstr>
      <vt:lpstr>Example 4: Xenon Tetrafluoride</vt:lpstr>
      <vt:lpstr>Example 4: Xenon Tetrafluoride</vt:lpstr>
      <vt:lpstr>Example 4: Xenon Tetrafluoride</vt:lpstr>
      <vt:lpstr>Example 4: Xenon Tetrafluoride</vt:lpstr>
      <vt:lpstr>Example 4: Xenon Tetrafluoride</vt:lpstr>
      <vt:lpstr>Example 4: Xenon Tetrafluoride</vt:lpstr>
      <vt:lpstr>Example 4: Xenon Tetrafluoride</vt:lpstr>
      <vt:lpstr>PowerPoint Presentation</vt:lpstr>
      <vt:lpstr>PowerPoint Presentation</vt:lpstr>
      <vt:lpstr>PowerPoint Presentation</vt:lpstr>
      <vt:lpstr>PowerPoint Presentation</vt:lpstr>
      <vt:lpstr>Example 4: Xenon Tetrafluoride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Ruth Leslie</dc:creator>
  <cp:lastModifiedBy>mainul hossain</cp:lastModifiedBy>
  <cp:revision>319</cp:revision>
  <dcterms:created xsi:type="dcterms:W3CDTF">2002-05-24T17:36:46Z</dcterms:created>
  <dcterms:modified xsi:type="dcterms:W3CDTF">2024-10-20T17:41:13Z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0x01010033CAD8091307A6409284C3186B445670</vt:lpwstr>
  </property>
</Properties>
</file>