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269" r:id="rId4"/>
    <p:sldId id="271" r:id="rId5"/>
    <p:sldId id="272" r:id="rId6"/>
    <p:sldId id="260" r:id="rId7"/>
    <p:sldId id="261" r:id="rId8"/>
    <p:sldId id="263" r:id="rId9"/>
    <p:sldId id="264" r:id="rId10"/>
    <p:sldId id="273" r:id="rId11"/>
    <p:sldId id="274" r:id="rId12"/>
    <p:sldId id="275" r:id="rId13"/>
    <p:sldId id="262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-629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kkkk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20C44-8E66-45B8-9684-94EE9D08AECE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2E8D2-B478-4574-BA0C-F6DC8A9B8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6440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kkkk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0FBE0-94C5-41BF-834E-BF05BD35B25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4C9FB-2065-496D-8619-F3C327B4E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7333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4C9FB-2065-496D-8619-F3C327B4EB93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 smtClean="0"/>
              <a:t>kkkk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88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kkkk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E4C9FB-2065-496D-8619-F3C327B4EB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8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55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9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8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0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8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2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6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1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BB3C6-E94C-4711-A05B-E80D787BE11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1E9A3-2690-45FD-99F9-65F67720D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1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612" y="81888"/>
            <a:ext cx="3054824" cy="17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4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125"/>
                <a:ext cx="10515600" cy="60268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00B050"/>
                    </a:solidFill>
                  </a:rPr>
                  <a:t>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The set of all ordered pairs of real numbers is called two-dimensional vector space and is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Example: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;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US">
                            <a:latin typeface="Cambria Math" panose="02040503050406030204" pitchFamily="18" charset="0"/>
                          </a:rPr>
                          <m:t>,5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;(0,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00B050"/>
                    </a:solidFill>
                  </a:rPr>
                  <a:t>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The set of all ordered triplets of real numbers is called three-dimensional vector space and is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00B050"/>
                    </a:solidFill>
                  </a:rPr>
                  <a:t>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a positive integer then the set of all ordered </a:t>
                </a:r>
                <a:r>
                  <a:rPr lang="en-US" b="1" i="1" dirty="0"/>
                  <a:t>n</a:t>
                </a:r>
                <a:r>
                  <a:rPr lang="en-US" dirty="0"/>
                  <a:t> triplets of real numbers is called vector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-space and is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dirty="0"/>
                  <a:t>;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,……,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dirty="0"/>
                  <a:t> is called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-dimensional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 A particular </a:t>
                </a:r>
                <a:r>
                  <a:rPr lang="en-US" b="1" i="1" dirty="0"/>
                  <a:t>n</a:t>
                </a:r>
                <a:r>
                  <a:rPr lang="en-US" dirty="0"/>
                  <a:t> triplets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𝐧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called co-ordinates of point.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125"/>
                <a:ext cx="10515600" cy="6026838"/>
              </a:xfrm>
              <a:blipFill rotWithShape="0">
                <a:blip r:embed="rId2"/>
                <a:stretch>
                  <a:fillRect l="-1043" t="-172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99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00B050"/>
                </a:solidFill>
              </a:rPr>
              <a:t>There </a:t>
            </a:r>
            <a:r>
              <a:rPr lang="en-US" sz="3100" b="1" dirty="0">
                <a:solidFill>
                  <a:srgbClr val="00B050"/>
                </a:solidFill>
              </a:rPr>
              <a:t>are some typical applications that lead to </a:t>
            </a:r>
            <a:r>
              <a:rPr lang="en-US" sz="3100" b="1" i="1" dirty="0">
                <a:solidFill>
                  <a:srgbClr val="00B050"/>
                </a:solidFill>
              </a:rPr>
              <a:t>n</a:t>
            </a:r>
            <a:r>
              <a:rPr lang="en-US" sz="3100" b="1" dirty="0">
                <a:solidFill>
                  <a:srgbClr val="00B050"/>
                </a:solidFill>
              </a:rPr>
              <a:t>-tuples.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44" y="1177632"/>
            <a:ext cx="10432474" cy="4702981"/>
          </a:xfrm>
        </p:spPr>
      </p:pic>
    </p:spTree>
    <p:extLst>
      <p:ext uri="{BB962C8B-B14F-4D97-AF65-F5344CB8AC3E}">
        <p14:creationId xmlns:p14="http://schemas.microsoft.com/office/powerpoint/2010/main" val="30430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47" y="886687"/>
            <a:ext cx="10212224" cy="4821385"/>
          </a:xfrm>
        </p:spPr>
      </p:pic>
    </p:spTree>
    <p:extLst>
      <p:ext uri="{BB962C8B-B14F-4D97-AF65-F5344CB8AC3E}">
        <p14:creationId xmlns:p14="http://schemas.microsoft.com/office/powerpoint/2010/main" val="106267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B050"/>
                </a:solidFill>
              </a:rPr>
              <a:t>Definition:</a:t>
            </a:r>
            <a:endParaRPr lang="en-US" sz="4000" b="1" dirty="0">
              <a:solidFill>
                <a:srgbClr val="00B05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15" y="1330030"/>
            <a:ext cx="9407239" cy="1967346"/>
          </a:xfrm>
        </p:spPr>
      </p:pic>
    </p:spTree>
    <p:extLst>
      <p:ext uri="{BB962C8B-B14F-4D97-AF65-F5344CB8AC3E}">
        <p14:creationId xmlns:p14="http://schemas.microsoft.com/office/powerpoint/2010/main" val="315845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00B050"/>
                    </a:solidFill>
                  </a:rPr>
                  <a:t>Addition of two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b="1" dirty="0"/>
                  <a:t>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be two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:\Users\Administrator\Desktop\Smart draw Figures\vector.t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9797" y="3157186"/>
            <a:ext cx="3593200" cy="2916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786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7823" y="228833"/>
                <a:ext cx="10515600" cy="595029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00B050"/>
                    </a:solidFill>
                  </a:rPr>
                  <a:t>Scalar multiplication of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be a scalar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 smtClean="0">
                    <a:solidFill>
                      <a:srgbClr val="00B050"/>
                    </a:solidFill>
                  </a:rPr>
                  <a:t>Zero </a:t>
                </a:r>
                <a:r>
                  <a:rPr lang="en-US" b="1" dirty="0">
                    <a:solidFill>
                      <a:srgbClr val="00B050"/>
                    </a:solidFill>
                  </a:rPr>
                  <a:t>Vector: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The vector whose components are all zero is called the zero vector and is denoted by </a:t>
                </a:r>
                <a:r>
                  <a:rPr lang="en-US" b="1" dirty="0"/>
                  <a:t>0</a:t>
                </a:r>
                <a:r>
                  <a:rPr lang="en-US" dirty="0"/>
                  <a:t> and defined by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=(0,0,…..,0)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7823" y="228833"/>
                <a:ext cx="10515600" cy="5950294"/>
              </a:xfrm>
              <a:blipFill>
                <a:blip r:embed="rId2"/>
                <a:stretch>
                  <a:fillRect l="-1217" t="-2254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965" y="1983652"/>
            <a:ext cx="4267200" cy="281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5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 smtClean="0">
                    <a:solidFill>
                      <a:srgbClr val="00B050"/>
                    </a:solidFill>
                  </a:rPr>
                  <a:t>Addition of two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br>
                  <a:rPr lang="en-US" b="1" dirty="0">
                    <a:solidFill>
                      <a:srgbClr val="00B050"/>
                    </a:solidFill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377" t="-13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77" y="1220493"/>
            <a:ext cx="7929349" cy="2341564"/>
          </a:xfrm>
        </p:spPr>
      </p:pic>
    </p:spTree>
    <p:extLst>
      <p:ext uri="{BB962C8B-B14F-4D97-AF65-F5344CB8AC3E}">
        <p14:creationId xmlns:p14="http://schemas.microsoft.com/office/powerpoint/2010/main" val="254245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6527" y="3293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Some important </a:t>
            </a:r>
            <a:r>
              <a:rPr lang="en-US" b="1" dirty="0">
                <a:solidFill>
                  <a:srgbClr val="00B050"/>
                </a:solidFill>
              </a:rPr>
              <a:t>properties of vector operations. </a:t>
            </a:r>
            <a:br>
              <a:rPr lang="en-US" b="1" dirty="0">
                <a:solidFill>
                  <a:srgbClr val="00B050"/>
                </a:solidFill>
              </a:rPr>
            </a:b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0" y="942110"/>
            <a:ext cx="7827818" cy="4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4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08" y="748143"/>
            <a:ext cx="9576490" cy="4003964"/>
          </a:xfrm>
        </p:spPr>
      </p:pic>
    </p:spTree>
    <p:extLst>
      <p:ext uri="{BB962C8B-B14F-4D97-AF65-F5344CB8AC3E}">
        <p14:creationId xmlns:p14="http://schemas.microsoft.com/office/powerpoint/2010/main" val="300921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 of a Vector </a:t>
            </a:r>
            <a:b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19" y="994752"/>
            <a:ext cx="9559636" cy="1734595"/>
          </a:xfrm>
        </p:spPr>
      </p:pic>
    </p:spTree>
    <p:extLst>
      <p:ext uri="{BB962C8B-B14F-4D97-AF65-F5344CB8AC3E}">
        <p14:creationId xmlns:p14="http://schemas.microsoft.com/office/powerpoint/2010/main" val="219869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>
                <a:solidFill>
                  <a:srgbClr val="00B050"/>
                </a:solidFill>
              </a:rPr>
              <a:t>P</a:t>
            </a:r>
            <a:r>
              <a:rPr lang="en-US" b="1" dirty="0" smtClean="0">
                <a:solidFill>
                  <a:srgbClr val="00B050"/>
                </a:solidFill>
              </a:rPr>
              <a:t>roperties of Norm: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07" y="1871475"/>
            <a:ext cx="5957748" cy="22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4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00B050"/>
                </a:solidFill>
              </a:rPr>
              <a:t>Inner </a:t>
            </a:r>
            <a:r>
              <a:rPr lang="en-US" sz="3200" b="1" dirty="0">
                <a:solidFill>
                  <a:srgbClr val="00B050"/>
                </a:solidFill>
              </a:rPr>
              <a:t>product of </a:t>
            </a:r>
            <a:r>
              <a:rPr lang="en-US" sz="3200" b="1" dirty="0" smtClean="0">
                <a:solidFill>
                  <a:srgbClr val="00B050"/>
                </a:solidFill>
              </a:rPr>
              <a:t>non-zero </a:t>
            </a:r>
            <a:r>
              <a:rPr lang="en-US" sz="3200" b="1" dirty="0">
                <a:solidFill>
                  <a:srgbClr val="00B050"/>
                </a:solidFill>
              </a:rPr>
              <a:t>vectors: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782" y="1082206"/>
            <a:ext cx="9310254" cy="2229030"/>
          </a:xfrm>
        </p:spPr>
      </p:pic>
    </p:spTree>
    <p:extLst>
      <p:ext uri="{BB962C8B-B14F-4D97-AF65-F5344CB8AC3E}">
        <p14:creationId xmlns:p14="http://schemas.microsoft.com/office/powerpoint/2010/main" val="127755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87" y="245759"/>
            <a:ext cx="9798084" cy="6182337"/>
          </a:xfrm>
        </p:spPr>
      </p:pic>
    </p:spTree>
    <p:extLst>
      <p:ext uri="{BB962C8B-B14F-4D97-AF65-F5344CB8AC3E}">
        <p14:creationId xmlns:p14="http://schemas.microsoft.com/office/powerpoint/2010/main" val="137640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Orthogonal  Vector </a:t>
            </a:r>
            <a:b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16" y="1105466"/>
            <a:ext cx="10289275" cy="1290352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3236"/>
            <a:ext cx="7328005" cy="110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4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1347</TotalTime>
  <Words>440</Words>
  <Application>Microsoft Office PowerPoint</Application>
  <PresentationFormat>Custom</PresentationFormat>
  <Paragraphs>37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Lecturer -6</vt:lpstr>
      <vt:lpstr>PowerPoint Presentation</vt:lpstr>
      <vt:lpstr>There are some typical applications that lead to n-tuples.  </vt:lpstr>
      <vt:lpstr>PowerPoint Presentation</vt:lpstr>
      <vt:lpstr>Definition:</vt:lpstr>
      <vt:lpstr>PowerPoint Presentation</vt:lpstr>
      <vt:lpstr>PowerPoint Presentation</vt:lpstr>
      <vt:lpstr>Addition of two vectors in R^n: </vt:lpstr>
      <vt:lpstr>PowerPoint Presentation</vt:lpstr>
      <vt:lpstr>PowerPoint Presentation</vt:lpstr>
      <vt:lpstr>Norm of a Vector  </vt:lpstr>
      <vt:lpstr>Properties of Norm:</vt:lpstr>
      <vt:lpstr>Inner product of non-zero vectors: </vt:lpstr>
      <vt:lpstr>PowerPoint Presentation</vt:lpstr>
      <vt:lpstr>Orthogonal  Vector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Lecturer -1</dc:title>
  <dc:creator>AmiT</dc:creator>
  <cp:lastModifiedBy>Asus</cp:lastModifiedBy>
  <cp:revision>29</cp:revision>
  <dcterms:created xsi:type="dcterms:W3CDTF">2021-11-11T10:01:27Z</dcterms:created>
  <dcterms:modified xsi:type="dcterms:W3CDTF">2025-05-09T11:32:33Z</dcterms:modified>
</cp:coreProperties>
</file>