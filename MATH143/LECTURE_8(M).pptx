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4" r:id="rId9"/>
    <p:sldId id="265" r:id="rId10"/>
    <p:sldId id="263" r:id="rId11"/>
    <p:sldId id="270" r:id="rId12"/>
    <p:sldId id="266" r:id="rId13"/>
    <p:sldId id="262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8" autoAdjust="0"/>
    <p:restoredTop sz="94660"/>
  </p:normalViewPr>
  <p:slideViewPr>
    <p:cSldViewPr>
      <p:cViewPr varScale="1">
        <p:scale>
          <a:sx n="88" d="100"/>
          <a:sy n="88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209800"/>
            <a:ext cx="76200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Diagonalization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4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ACB744DB-8625-4DF8-B1E9-0AF8D9BC5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14" y="1295400"/>
            <a:ext cx="7548235" cy="541060"/>
          </a:xfr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51C0BC-183F-4203-AD6A-35EFAA289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899502"/>
            <a:ext cx="7353865" cy="8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3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EF146CEC-3C68-4E22-AAC0-E145E68E8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838200"/>
            <a:ext cx="7940842" cy="4572000"/>
          </a:xfrm>
        </p:spPr>
      </p:pic>
    </p:spTree>
    <p:extLst>
      <p:ext uri="{BB962C8B-B14F-4D97-AF65-F5344CB8AC3E}">
        <p14:creationId xmlns:p14="http://schemas.microsoft.com/office/powerpoint/2010/main" val="132985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C06A2CEA-C3DF-4F1D-AABA-E5E536F07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73" y="1143000"/>
            <a:ext cx="8161727" cy="1219200"/>
          </a:xfrm>
        </p:spPr>
      </p:pic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C0D8BEFF-5E97-4D70-88EB-C995C731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36" y="3101115"/>
            <a:ext cx="8161727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5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C11E12F-DA01-4B12-93AE-93AB1B378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1" y="533400"/>
            <a:ext cx="7954969" cy="4343400"/>
          </a:xfrm>
        </p:spPr>
      </p:pic>
    </p:spTree>
    <p:extLst>
      <p:ext uri="{BB962C8B-B14F-4D97-AF65-F5344CB8AC3E}">
        <p14:creationId xmlns:p14="http://schemas.microsoft.com/office/powerpoint/2010/main" val="185304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6CAAD0D-1E43-4DCA-9DA2-00621EB4B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09600"/>
            <a:ext cx="7147891" cy="1447800"/>
          </a:xfrm>
        </p:spPr>
      </p:pic>
    </p:spTree>
    <p:extLst>
      <p:ext uri="{BB962C8B-B14F-4D97-AF65-F5344CB8AC3E}">
        <p14:creationId xmlns:p14="http://schemas.microsoft.com/office/powerpoint/2010/main" val="149883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04850"/>
            <a:ext cx="8353425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702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9030449-F6C8-42BD-B6FA-26A2AAB18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61" y="381000"/>
            <a:ext cx="7898939" cy="5973854"/>
          </a:xfrm>
        </p:spPr>
      </p:pic>
    </p:spTree>
    <p:extLst>
      <p:ext uri="{BB962C8B-B14F-4D97-AF65-F5344CB8AC3E}">
        <p14:creationId xmlns:p14="http://schemas.microsoft.com/office/powerpoint/2010/main" val="205916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3732609E-398A-4315-B01A-FF3FB21F3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0" y="1447800"/>
            <a:ext cx="7789820" cy="2766011"/>
          </a:xfrm>
        </p:spPr>
      </p:pic>
    </p:spTree>
    <p:extLst>
      <p:ext uri="{BB962C8B-B14F-4D97-AF65-F5344CB8AC3E}">
        <p14:creationId xmlns:p14="http://schemas.microsoft.com/office/powerpoint/2010/main" val="30828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05FAAF-EC6F-49C3-B584-DC8D9F24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Eigenvalues of Powers of a Matrix</a:t>
            </a:r>
            <a:endParaRPr lang="en-US" sz="6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0A20D6C-91E8-491D-BBC1-174578EE1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95400"/>
            <a:ext cx="7618847" cy="970157"/>
          </a:xfrm>
        </p:spPr>
      </p:pic>
    </p:spTree>
    <p:extLst>
      <p:ext uri="{BB962C8B-B14F-4D97-AF65-F5344CB8AC3E}">
        <p14:creationId xmlns:p14="http://schemas.microsoft.com/office/powerpoint/2010/main" val="679261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792" y="76200"/>
            <a:ext cx="3249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Powers of a Matrix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25" y="402642"/>
            <a:ext cx="7858125" cy="637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10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13650E-257C-4E31-BF73-D097B14B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Powers of a Matrix</a:t>
            </a:r>
            <a:endParaRPr lang="en-US" sz="6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88AEA28-2B5A-4F69-BDF3-C5D9B2BF2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0"/>
            <a:ext cx="8177563" cy="1524000"/>
          </a:xfrm>
        </p:spPr>
      </p:pic>
    </p:spTree>
    <p:extLst>
      <p:ext uri="{BB962C8B-B14F-4D97-AF65-F5344CB8AC3E}">
        <p14:creationId xmlns:p14="http://schemas.microsoft.com/office/powerpoint/2010/main" val="2328279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20DB8B35-EBD2-4E82-949E-50FC7E73D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85800"/>
            <a:ext cx="4876800" cy="1135478"/>
          </a:xfr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957388"/>
            <a:ext cx="7524750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052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000250"/>
            <a:ext cx="835342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323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19</Words>
  <Application>Microsoft Office PowerPoint</Application>
  <PresentationFormat>On-screen Show (4:3)</PresentationFormat>
  <Paragraphs>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Eigenvalues of Powers of a Matrix</vt:lpstr>
      <vt:lpstr>PowerPoint Presentation</vt:lpstr>
      <vt:lpstr>Computing Powers of a Matrix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dc:creator>Teacher</dc:creator>
  <cp:lastModifiedBy>Asus</cp:lastModifiedBy>
  <cp:revision>44</cp:revision>
  <dcterms:created xsi:type="dcterms:W3CDTF">2006-08-16T00:00:00Z</dcterms:created>
  <dcterms:modified xsi:type="dcterms:W3CDTF">2025-05-23T15:44:27Z</dcterms:modified>
</cp:coreProperties>
</file>