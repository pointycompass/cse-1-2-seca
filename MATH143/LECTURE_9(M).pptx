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>
      <p:cViewPr varScale="1">
        <p:scale>
          <a:sx n="88" d="100"/>
          <a:sy n="88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2209800"/>
            <a:ext cx="7620000" cy="10668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9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346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52400"/>
            <a:ext cx="4800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Complex Vector Spaces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2000"/>
            <a:ext cx="8768219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62225"/>
            <a:ext cx="6372225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2243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56734"/>
            <a:ext cx="7852723" cy="477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228600"/>
            <a:ext cx="3124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Complex Eigenvalues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74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7613650" cy="620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156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8035152" cy="528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283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409700"/>
            <a:ext cx="9001125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3092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8198119" cy="454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980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827722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652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95400"/>
            <a:ext cx="8146694" cy="343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5742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600"/>
            <a:ext cx="8231472" cy="492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8817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8077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4626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09600"/>
            <a:ext cx="7276611" cy="530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3094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"/>
            <a:ext cx="78486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850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85800"/>
            <a:ext cx="637222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32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7</Words>
  <Application>Microsoft Office PowerPoint</Application>
  <PresentationFormat>On-screen Show (4:3)</PresentationFormat>
  <Paragraphs>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</dc:title>
  <dc:creator>Teacher</dc:creator>
  <cp:lastModifiedBy>Asus</cp:lastModifiedBy>
  <cp:revision>53</cp:revision>
  <dcterms:created xsi:type="dcterms:W3CDTF">2006-08-16T00:00:00Z</dcterms:created>
  <dcterms:modified xsi:type="dcterms:W3CDTF">2025-06-15T11:01:13Z</dcterms:modified>
</cp:coreProperties>
</file>