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G" ContentType="image/jpeg"/>
  <Override PartName="/ppt/media/image1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85" r:id="rId6"/>
    <p:sldId id="280" r:id="rId7"/>
    <p:sldId id="284" r:id="rId8"/>
    <p:sldId id="289" r:id="rId9"/>
    <p:sldId id="282" r:id="rId10"/>
    <p:sldId id="281" r:id="rId11"/>
    <p:sldId id="286" r:id="rId12"/>
    <p:sldId id="283" r:id="rId13"/>
    <p:sldId id="28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a Tasnim" userId="0a7a5d6a-8466-4436-9475-c4c27ed18f50" providerId="ADAL" clId="{2447477A-E282-4DDC-A4E3-73837A996E40}"/>
    <pc:docChg chg="undo custSel addSld delSld modSld sldOrd">
      <pc:chgData name="Sadia Tasnim" userId="0a7a5d6a-8466-4436-9475-c4c27ed18f50" providerId="ADAL" clId="{2447477A-E282-4DDC-A4E3-73837A996E40}" dt="2024-12-10T16:49:15.907" v="211" actId="14100"/>
      <pc:docMkLst>
        <pc:docMk/>
      </pc:docMkLst>
      <pc:sldChg chg="delSp modSp mod">
        <pc:chgData name="Sadia Tasnim" userId="0a7a5d6a-8466-4436-9475-c4c27ed18f50" providerId="ADAL" clId="{2447477A-E282-4DDC-A4E3-73837A996E40}" dt="2024-12-10T16:44:16.270" v="178" actId="2711"/>
        <pc:sldMkLst>
          <pc:docMk/>
          <pc:sldMk cId="0" sldId="257"/>
        </pc:sldMkLst>
        <pc:spChg chg="mod">
          <ac:chgData name="Sadia Tasnim" userId="0a7a5d6a-8466-4436-9475-c4c27ed18f50" providerId="ADAL" clId="{2447477A-E282-4DDC-A4E3-73837A996E40}" dt="2024-12-10T16:44:16.270" v="178" actId="2711"/>
          <ac:spMkLst>
            <pc:docMk/>
            <pc:sldMk cId="0" sldId="257"/>
            <ac:spMk id="6" creationId="{5DFB10B2-0059-165B-F949-FDFFD6A85D5C}"/>
          </ac:spMkLst>
        </pc:spChg>
        <pc:spChg chg="mod">
          <ac:chgData name="Sadia Tasnim" userId="0a7a5d6a-8466-4436-9475-c4c27ed18f50" providerId="ADAL" clId="{2447477A-E282-4DDC-A4E3-73837A996E40}" dt="2024-12-10T16:11:41.953" v="30" actId="2711"/>
          <ac:spMkLst>
            <pc:docMk/>
            <pc:sldMk cId="0" sldId="257"/>
            <ac:spMk id="7" creationId="{F16BE822-34D9-8E49-EEB6-A29F99397F23}"/>
          </ac:spMkLst>
        </pc:spChg>
        <pc:grpChg chg="del">
          <ac:chgData name="Sadia Tasnim" userId="0a7a5d6a-8466-4436-9475-c4c27ed18f50" providerId="ADAL" clId="{2447477A-E282-4DDC-A4E3-73837A996E40}" dt="2024-12-10T16:11:25.150" v="26" actId="478"/>
          <ac:grpSpMkLst>
            <pc:docMk/>
            <pc:sldMk cId="0" sldId="257"/>
            <ac:grpSpMk id="2" creationId="{00000000-0000-0000-0000-000000000000}"/>
          </ac:grpSpMkLst>
        </pc:grpChg>
        <pc:picChg chg="del">
          <ac:chgData name="Sadia Tasnim" userId="0a7a5d6a-8466-4436-9475-c4c27ed18f50" providerId="ADAL" clId="{2447477A-E282-4DDC-A4E3-73837A996E40}" dt="2024-12-10T16:11:24.333" v="25" actId="478"/>
          <ac:picMkLst>
            <pc:docMk/>
            <pc:sldMk cId="0" sldId="257"/>
            <ac:picMk id="5" creationId="{00000000-0000-0000-0000-000000000000}"/>
          </ac:picMkLst>
        </pc:picChg>
      </pc:sldChg>
      <pc:sldChg chg="del">
        <pc:chgData name="Sadia Tasnim" userId="0a7a5d6a-8466-4436-9475-c4c27ed18f50" providerId="ADAL" clId="{2447477A-E282-4DDC-A4E3-73837A996E40}" dt="2024-12-10T16:21:23.632" v="127" actId="47"/>
        <pc:sldMkLst>
          <pc:docMk/>
          <pc:sldMk cId="0" sldId="265"/>
        </pc:sldMkLst>
      </pc:sldChg>
      <pc:sldChg chg="add">
        <pc:chgData name="Sadia Tasnim" userId="0a7a5d6a-8466-4436-9475-c4c27ed18f50" providerId="ADAL" clId="{2447477A-E282-4DDC-A4E3-73837A996E40}" dt="2024-12-10T16:23:27.116" v="130"/>
        <pc:sldMkLst>
          <pc:docMk/>
          <pc:sldMk cId="0" sldId="268"/>
        </pc:sldMkLst>
      </pc:sldChg>
      <pc:sldChg chg="add">
        <pc:chgData name="Sadia Tasnim" userId="0a7a5d6a-8466-4436-9475-c4c27ed18f50" providerId="ADAL" clId="{2447477A-E282-4DDC-A4E3-73837A996E40}" dt="2024-12-10T16:23:27.116" v="130"/>
        <pc:sldMkLst>
          <pc:docMk/>
          <pc:sldMk cId="0" sldId="269"/>
        </pc:sldMkLst>
      </pc:sldChg>
      <pc:sldChg chg="addSp delSp modSp mod">
        <pc:chgData name="Sadia Tasnim" userId="0a7a5d6a-8466-4436-9475-c4c27ed18f50" providerId="ADAL" clId="{2447477A-E282-4DDC-A4E3-73837A996E40}" dt="2024-12-10T16:45:29.303" v="180" actId="1076"/>
        <pc:sldMkLst>
          <pc:docMk/>
          <pc:sldMk cId="103669164" sldId="280"/>
        </pc:sldMkLst>
        <pc:spChg chg="mod">
          <ac:chgData name="Sadia Tasnim" userId="0a7a5d6a-8466-4436-9475-c4c27ed18f50" providerId="ADAL" clId="{2447477A-E282-4DDC-A4E3-73837A996E40}" dt="2024-12-10T16:12:28.764" v="69" actId="14100"/>
          <ac:spMkLst>
            <pc:docMk/>
            <pc:sldMk cId="103669164" sldId="280"/>
            <ac:spMk id="5" creationId="{AF5D94F4-3E43-DB69-7D02-7BC5C2745328}"/>
          </ac:spMkLst>
        </pc:spChg>
        <pc:spChg chg="mod">
          <ac:chgData name="Sadia Tasnim" userId="0a7a5d6a-8466-4436-9475-c4c27ed18f50" providerId="ADAL" clId="{2447477A-E282-4DDC-A4E3-73837A996E40}" dt="2024-12-10T16:14:38.962" v="86" actId="20577"/>
          <ac:spMkLst>
            <pc:docMk/>
            <pc:sldMk cId="103669164" sldId="280"/>
            <ac:spMk id="48" creationId="{D18A7008-D229-2FAA-1C9F-362F77FCC1D7}"/>
          </ac:spMkLst>
        </pc:spChg>
        <pc:spChg chg="del">
          <ac:chgData name="Sadia Tasnim" userId="0a7a5d6a-8466-4436-9475-c4c27ed18f50" providerId="ADAL" clId="{2447477A-E282-4DDC-A4E3-73837A996E40}" dt="2024-12-10T16:14:31.503" v="81" actId="478"/>
          <ac:spMkLst>
            <pc:docMk/>
            <pc:sldMk cId="103669164" sldId="280"/>
            <ac:spMk id="49" creationId="{9BC1F557-0B08-D629-6AD0-AFA9B46A44C7}"/>
          </ac:spMkLst>
        </pc:spChg>
        <pc:spChg chg="del mod">
          <ac:chgData name="Sadia Tasnim" userId="0a7a5d6a-8466-4436-9475-c4c27ed18f50" providerId="ADAL" clId="{2447477A-E282-4DDC-A4E3-73837A996E40}" dt="2024-12-10T16:14:29.544" v="79" actId="478"/>
          <ac:spMkLst>
            <pc:docMk/>
            <pc:sldMk cId="103669164" sldId="280"/>
            <ac:spMk id="50" creationId="{7FFE1257-107F-F0DD-7556-99708C1093F2}"/>
          </ac:spMkLst>
        </pc:spChg>
        <pc:spChg chg="del mod">
          <ac:chgData name="Sadia Tasnim" userId="0a7a5d6a-8466-4436-9475-c4c27ed18f50" providerId="ADAL" clId="{2447477A-E282-4DDC-A4E3-73837A996E40}" dt="2024-12-10T16:14:27.849" v="77"/>
          <ac:spMkLst>
            <pc:docMk/>
            <pc:sldMk cId="103669164" sldId="280"/>
            <ac:spMk id="51" creationId="{0D6BA011-3335-5B0D-6C99-9AB6216924ED}"/>
          </ac:spMkLst>
        </pc:spChg>
        <pc:spChg chg="del">
          <ac:chgData name="Sadia Tasnim" userId="0a7a5d6a-8466-4436-9475-c4c27ed18f50" providerId="ADAL" clId="{2447477A-E282-4DDC-A4E3-73837A996E40}" dt="2024-12-10T16:14:32.709" v="82" actId="478"/>
          <ac:spMkLst>
            <pc:docMk/>
            <pc:sldMk cId="103669164" sldId="280"/>
            <ac:spMk id="52" creationId="{7672EE7E-F73E-BD64-2415-7695BA53C39F}"/>
          </ac:spMkLst>
        </pc:spChg>
        <pc:spChg chg="del">
          <ac:chgData name="Sadia Tasnim" userId="0a7a5d6a-8466-4436-9475-c4c27ed18f50" providerId="ADAL" clId="{2447477A-E282-4DDC-A4E3-73837A996E40}" dt="2024-12-10T16:14:25.820" v="73" actId="478"/>
          <ac:spMkLst>
            <pc:docMk/>
            <pc:sldMk cId="103669164" sldId="280"/>
            <ac:spMk id="53" creationId="{1A53599D-5C06-001E-BD92-F6D0BBE75641}"/>
          </ac:spMkLst>
        </pc:spChg>
        <pc:spChg chg="del mod">
          <ac:chgData name="Sadia Tasnim" userId="0a7a5d6a-8466-4436-9475-c4c27ed18f50" providerId="ADAL" clId="{2447477A-E282-4DDC-A4E3-73837A996E40}" dt="2024-12-10T16:14:48.786" v="91"/>
          <ac:spMkLst>
            <pc:docMk/>
            <pc:sldMk cId="103669164" sldId="280"/>
            <ac:spMk id="54" creationId="{9D5062D1-3CBF-5FB6-ABCE-D7961E24F776}"/>
          </ac:spMkLst>
        </pc:spChg>
        <pc:spChg chg="del">
          <ac:chgData name="Sadia Tasnim" userId="0a7a5d6a-8466-4436-9475-c4c27ed18f50" providerId="ADAL" clId="{2447477A-E282-4DDC-A4E3-73837A996E40}" dt="2024-12-10T16:14:30.573" v="80" actId="478"/>
          <ac:spMkLst>
            <pc:docMk/>
            <pc:sldMk cId="103669164" sldId="280"/>
            <ac:spMk id="55" creationId="{FDFC67C6-8FEF-2E5F-DDE5-9080CD1F7116}"/>
          </ac:spMkLst>
        </pc:spChg>
        <pc:spChg chg="del">
          <ac:chgData name="Sadia Tasnim" userId="0a7a5d6a-8466-4436-9475-c4c27ed18f50" providerId="ADAL" clId="{2447477A-E282-4DDC-A4E3-73837A996E40}" dt="2024-12-10T16:14:27.839" v="75" actId="478"/>
          <ac:spMkLst>
            <pc:docMk/>
            <pc:sldMk cId="103669164" sldId="280"/>
            <ac:spMk id="56" creationId="{9C4090B6-00A7-822D-2000-903BD954F036}"/>
          </ac:spMkLst>
        </pc:spChg>
        <pc:spChg chg="del">
          <ac:chgData name="Sadia Tasnim" userId="0a7a5d6a-8466-4436-9475-c4c27ed18f50" providerId="ADAL" clId="{2447477A-E282-4DDC-A4E3-73837A996E40}" dt="2024-12-10T16:15:22.284" v="95" actId="478"/>
          <ac:spMkLst>
            <pc:docMk/>
            <pc:sldMk cId="103669164" sldId="280"/>
            <ac:spMk id="57" creationId="{9858076B-C554-248D-5919-D6CF844430D0}"/>
          </ac:spMkLst>
        </pc:spChg>
        <pc:spChg chg="del">
          <ac:chgData name="Sadia Tasnim" userId="0a7a5d6a-8466-4436-9475-c4c27ed18f50" providerId="ADAL" clId="{2447477A-E282-4DDC-A4E3-73837A996E40}" dt="2024-12-10T16:15:21.483" v="94" actId="478"/>
          <ac:spMkLst>
            <pc:docMk/>
            <pc:sldMk cId="103669164" sldId="280"/>
            <ac:spMk id="58" creationId="{581C43B4-3B14-DCFA-AC13-7E288D94FC8F}"/>
          </ac:spMkLst>
        </pc:spChg>
        <pc:spChg chg="del">
          <ac:chgData name="Sadia Tasnim" userId="0a7a5d6a-8466-4436-9475-c4c27ed18f50" providerId="ADAL" clId="{2447477A-E282-4DDC-A4E3-73837A996E40}" dt="2024-12-10T16:15:18.112" v="93" actId="478"/>
          <ac:spMkLst>
            <pc:docMk/>
            <pc:sldMk cId="103669164" sldId="280"/>
            <ac:spMk id="59" creationId="{D423D561-2DEB-6039-4D55-42FC1E3C00F3}"/>
          </ac:spMkLst>
        </pc:spChg>
        <pc:grpChg chg="del">
          <ac:chgData name="Sadia Tasnim" userId="0a7a5d6a-8466-4436-9475-c4c27ed18f50" providerId="ADAL" clId="{2447477A-E282-4DDC-A4E3-73837A996E40}" dt="2024-12-10T16:11:47.419" v="32" actId="478"/>
          <ac:grpSpMkLst>
            <pc:docMk/>
            <pc:sldMk cId="103669164" sldId="280"/>
            <ac:grpSpMk id="2" creationId="{00000000-0000-0000-0000-000000000000}"/>
          </ac:grpSpMkLst>
        </pc:grpChg>
        <pc:picChg chg="add del mod">
          <ac:chgData name="Sadia Tasnim" userId="0a7a5d6a-8466-4436-9475-c4c27ed18f50" providerId="ADAL" clId="{2447477A-E282-4DDC-A4E3-73837A996E40}" dt="2024-12-10T16:15:24.342" v="96" actId="478"/>
          <ac:picMkLst>
            <pc:docMk/>
            <pc:sldMk cId="103669164" sldId="280"/>
            <ac:picMk id="6" creationId="{A246E413-03D0-9B4B-DE73-377A73152E02}"/>
          </ac:picMkLst>
        </pc:picChg>
        <pc:picChg chg="add mod">
          <ac:chgData name="Sadia Tasnim" userId="0a7a5d6a-8466-4436-9475-c4c27ed18f50" providerId="ADAL" clId="{2447477A-E282-4DDC-A4E3-73837A996E40}" dt="2024-12-10T16:15:50.507" v="100" actId="14100"/>
          <ac:picMkLst>
            <pc:docMk/>
            <pc:sldMk cId="103669164" sldId="280"/>
            <ac:picMk id="7" creationId="{23183943-7864-2B14-E1ED-89E128BCDC5D}"/>
          </ac:picMkLst>
        </pc:picChg>
        <pc:picChg chg="add mod">
          <ac:chgData name="Sadia Tasnim" userId="0a7a5d6a-8466-4436-9475-c4c27ed18f50" providerId="ADAL" clId="{2447477A-E282-4DDC-A4E3-73837A996E40}" dt="2024-12-10T16:15:45.938" v="98" actId="1076"/>
          <ac:picMkLst>
            <pc:docMk/>
            <pc:sldMk cId="103669164" sldId="280"/>
            <ac:picMk id="8" creationId="{71270851-ADAB-AA25-AFD1-27F596FC0AF6}"/>
          </ac:picMkLst>
        </pc:picChg>
        <pc:picChg chg="del">
          <ac:chgData name="Sadia Tasnim" userId="0a7a5d6a-8466-4436-9475-c4c27ed18f50" providerId="ADAL" clId="{2447477A-E282-4DDC-A4E3-73837A996E40}" dt="2024-12-10T16:11:46.162" v="31" actId="478"/>
          <ac:picMkLst>
            <pc:docMk/>
            <pc:sldMk cId="103669164" sldId="280"/>
            <ac:picMk id="9" creationId="{00000000-0000-0000-0000-000000000000}"/>
          </ac:picMkLst>
        </pc:picChg>
        <pc:picChg chg="add mod">
          <ac:chgData name="Sadia Tasnim" userId="0a7a5d6a-8466-4436-9475-c4c27ed18f50" providerId="ADAL" clId="{2447477A-E282-4DDC-A4E3-73837A996E40}" dt="2024-12-10T16:45:29.303" v="180" actId="1076"/>
          <ac:picMkLst>
            <pc:docMk/>
            <pc:sldMk cId="103669164" sldId="280"/>
            <ac:picMk id="10" creationId="{E9B7EC20-1913-9CED-818E-FA712B86C98D}"/>
          </ac:picMkLst>
        </pc:picChg>
      </pc:sldChg>
      <pc:sldChg chg="delSp mod">
        <pc:chgData name="Sadia Tasnim" userId="0a7a5d6a-8466-4436-9475-c4c27ed18f50" providerId="ADAL" clId="{2447477A-E282-4DDC-A4E3-73837A996E40}" dt="2024-12-10T16:43:51.691" v="175" actId="478"/>
        <pc:sldMkLst>
          <pc:docMk/>
          <pc:sldMk cId="3560462347" sldId="281"/>
        </pc:sldMkLst>
        <pc:grpChg chg="del">
          <ac:chgData name="Sadia Tasnim" userId="0a7a5d6a-8466-4436-9475-c4c27ed18f50" providerId="ADAL" clId="{2447477A-E282-4DDC-A4E3-73837A996E40}" dt="2024-12-10T16:43:51.691" v="175" actId="478"/>
          <ac:grpSpMkLst>
            <pc:docMk/>
            <pc:sldMk cId="3560462347" sldId="281"/>
            <ac:grpSpMk id="2" creationId="{00000000-0000-0000-0000-000000000000}"/>
          </ac:grpSpMkLst>
        </pc:grpChg>
        <pc:picChg chg="del">
          <ac:chgData name="Sadia Tasnim" userId="0a7a5d6a-8466-4436-9475-c4c27ed18f50" providerId="ADAL" clId="{2447477A-E282-4DDC-A4E3-73837A996E40}" dt="2024-12-10T16:20:24.381" v="124" actId="478"/>
          <ac:picMkLst>
            <pc:docMk/>
            <pc:sldMk cId="3560462347" sldId="281"/>
            <ac:picMk id="9" creationId="{00000000-0000-0000-0000-000000000000}"/>
          </ac:picMkLst>
        </pc:picChg>
      </pc:sldChg>
      <pc:sldChg chg="delSp modSp mod">
        <pc:chgData name="Sadia Tasnim" userId="0a7a5d6a-8466-4436-9475-c4c27ed18f50" providerId="ADAL" clId="{2447477A-E282-4DDC-A4E3-73837A996E40}" dt="2024-12-10T16:18:00.747" v="118" actId="1076"/>
        <pc:sldMkLst>
          <pc:docMk/>
          <pc:sldMk cId="4066329106" sldId="282"/>
        </pc:sldMkLst>
        <pc:spChg chg="mod">
          <ac:chgData name="Sadia Tasnim" userId="0a7a5d6a-8466-4436-9475-c4c27ed18f50" providerId="ADAL" clId="{2447477A-E282-4DDC-A4E3-73837A996E40}" dt="2024-12-10T16:18:00.747" v="118" actId="1076"/>
          <ac:spMkLst>
            <pc:docMk/>
            <pc:sldMk cId="4066329106" sldId="282"/>
            <ac:spMk id="6" creationId="{7C4C4395-09DD-914E-D1CD-CC3A5813D472}"/>
          </ac:spMkLst>
        </pc:spChg>
        <pc:grpChg chg="del">
          <ac:chgData name="Sadia Tasnim" userId="0a7a5d6a-8466-4436-9475-c4c27ed18f50" providerId="ADAL" clId="{2447477A-E282-4DDC-A4E3-73837A996E40}" dt="2024-12-10T16:17:56.455" v="117" actId="478"/>
          <ac:grpSpMkLst>
            <pc:docMk/>
            <pc:sldMk cId="4066329106" sldId="282"/>
            <ac:grpSpMk id="2" creationId="{00000000-0000-0000-0000-000000000000}"/>
          </ac:grpSpMkLst>
        </pc:grpChg>
        <pc:picChg chg="del">
          <ac:chgData name="Sadia Tasnim" userId="0a7a5d6a-8466-4436-9475-c4c27ed18f50" providerId="ADAL" clId="{2447477A-E282-4DDC-A4E3-73837A996E40}" dt="2024-12-10T16:17:46.413" v="116" actId="478"/>
          <ac:picMkLst>
            <pc:docMk/>
            <pc:sldMk cId="4066329106" sldId="282"/>
            <ac:picMk id="9" creationId="{00000000-0000-0000-0000-000000000000}"/>
          </ac:picMkLst>
        </pc:picChg>
      </pc:sldChg>
      <pc:sldChg chg="delSp modSp mod ord">
        <pc:chgData name="Sadia Tasnim" userId="0a7a5d6a-8466-4436-9475-c4c27ed18f50" providerId="ADAL" clId="{2447477A-E282-4DDC-A4E3-73837A996E40}" dt="2024-12-10T16:43:56.425" v="177"/>
        <pc:sldMkLst>
          <pc:docMk/>
          <pc:sldMk cId="1064297895" sldId="283"/>
        </pc:sldMkLst>
        <pc:spChg chg="del topLvl">
          <ac:chgData name="Sadia Tasnim" userId="0a7a5d6a-8466-4436-9475-c4c27ed18f50" providerId="ADAL" clId="{2447477A-E282-4DDC-A4E3-73837A996E40}" dt="2024-12-10T16:40:17.465" v="132" actId="478"/>
          <ac:spMkLst>
            <pc:docMk/>
            <pc:sldMk cId="1064297895" sldId="283"/>
            <ac:spMk id="3" creationId="{00000000-0000-0000-0000-000000000000}"/>
          </ac:spMkLst>
        </pc:spChg>
        <pc:spChg chg="topLvl">
          <ac:chgData name="Sadia Tasnim" userId="0a7a5d6a-8466-4436-9475-c4c27ed18f50" providerId="ADAL" clId="{2447477A-E282-4DDC-A4E3-73837A996E40}" dt="2024-12-10T16:40:17.465" v="132" actId="478"/>
          <ac:spMkLst>
            <pc:docMk/>
            <pc:sldMk cId="1064297895" sldId="283"/>
            <ac:spMk id="4" creationId="{00000000-0000-0000-0000-000000000000}"/>
          </ac:spMkLst>
        </pc:spChg>
        <pc:spChg chg="mod">
          <ac:chgData name="Sadia Tasnim" userId="0a7a5d6a-8466-4436-9475-c4c27ed18f50" providerId="ADAL" clId="{2447477A-E282-4DDC-A4E3-73837A996E40}" dt="2024-12-10T16:43:35.438" v="169" actId="14100"/>
          <ac:spMkLst>
            <pc:docMk/>
            <pc:sldMk cId="1064297895" sldId="283"/>
            <ac:spMk id="6" creationId="{2B3BD0E1-732D-8875-32B0-CFB2C82EEBD1}"/>
          </ac:spMkLst>
        </pc:spChg>
        <pc:spChg chg="mod">
          <ac:chgData name="Sadia Tasnim" userId="0a7a5d6a-8466-4436-9475-c4c27ed18f50" providerId="ADAL" clId="{2447477A-E282-4DDC-A4E3-73837A996E40}" dt="2024-12-10T16:42:11.511" v="146" actId="14100"/>
          <ac:spMkLst>
            <pc:docMk/>
            <pc:sldMk cId="1064297895" sldId="283"/>
            <ac:spMk id="7" creationId="{A25DCC8D-55F8-A571-950F-0C6A4BD39564}"/>
          </ac:spMkLst>
        </pc:spChg>
        <pc:grpChg chg="del">
          <ac:chgData name="Sadia Tasnim" userId="0a7a5d6a-8466-4436-9475-c4c27ed18f50" providerId="ADAL" clId="{2447477A-E282-4DDC-A4E3-73837A996E40}" dt="2024-12-10T16:40:17.465" v="132" actId="478"/>
          <ac:grpSpMkLst>
            <pc:docMk/>
            <pc:sldMk cId="1064297895" sldId="283"/>
            <ac:grpSpMk id="2" creationId="{00000000-0000-0000-0000-000000000000}"/>
          </ac:grpSpMkLst>
        </pc:grpChg>
        <pc:picChg chg="mod">
          <ac:chgData name="Sadia Tasnim" userId="0a7a5d6a-8466-4436-9475-c4c27ed18f50" providerId="ADAL" clId="{2447477A-E282-4DDC-A4E3-73837A996E40}" dt="2024-12-10T16:43:39.447" v="171" actId="1076"/>
          <ac:picMkLst>
            <pc:docMk/>
            <pc:sldMk cId="1064297895" sldId="283"/>
            <ac:picMk id="5" creationId="{EEE24844-2530-2B7F-5D29-F95C38E112AD}"/>
          </ac:picMkLst>
        </pc:picChg>
        <pc:picChg chg="del">
          <ac:chgData name="Sadia Tasnim" userId="0a7a5d6a-8466-4436-9475-c4c27ed18f50" providerId="ADAL" clId="{2447477A-E282-4DDC-A4E3-73837A996E40}" dt="2024-12-10T16:40:12.691" v="131" actId="478"/>
          <ac:picMkLst>
            <pc:docMk/>
            <pc:sldMk cId="1064297895" sldId="283"/>
            <ac:picMk id="9" creationId="{00000000-0000-0000-0000-000000000000}"/>
          </ac:picMkLst>
        </pc:picChg>
      </pc:sldChg>
      <pc:sldChg chg="addSp delSp modSp mod">
        <pc:chgData name="Sadia Tasnim" userId="0a7a5d6a-8466-4436-9475-c4c27ed18f50" providerId="ADAL" clId="{2447477A-E282-4DDC-A4E3-73837A996E40}" dt="2024-12-10T16:20:17.827" v="123" actId="14100"/>
        <pc:sldMkLst>
          <pc:docMk/>
          <pc:sldMk cId="690373200" sldId="284"/>
        </pc:sldMkLst>
        <pc:spChg chg="add mod">
          <ac:chgData name="Sadia Tasnim" userId="0a7a5d6a-8466-4436-9475-c4c27ed18f50" providerId="ADAL" clId="{2447477A-E282-4DDC-A4E3-73837A996E40}" dt="2024-12-10T16:20:17.827" v="123" actId="14100"/>
          <ac:spMkLst>
            <pc:docMk/>
            <pc:sldMk cId="690373200" sldId="284"/>
            <ac:spMk id="6" creationId="{8EC4066E-F1E3-9807-083C-B420DEE4B1CC}"/>
          </ac:spMkLst>
        </pc:spChg>
        <pc:spChg chg="del mod">
          <ac:chgData name="Sadia Tasnim" userId="0a7a5d6a-8466-4436-9475-c4c27ed18f50" providerId="ADAL" clId="{2447477A-E282-4DDC-A4E3-73837A996E40}" dt="2024-12-10T16:17:21.953" v="111"/>
          <ac:spMkLst>
            <pc:docMk/>
            <pc:sldMk cId="690373200" sldId="284"/>
            <ac:spMk id="44" creationId="{6F2E0817-491A-C29A-413A-93F37307650B}"/>
          </ac:spMkLst>
        </pc:spChg>
        <pc:grpChg chg="del">
          <ac:chgData name="Sadia Tasnim" userId="0a7a5d6a-8466-4436-9475-c4c27ed18f50" providerId="ADAL" clId="{2447477A-E282-4DDC-A4E3-73837A996E40}" dt="2024-12-10T16:17:39.650" v="114" actId="478"/>
          <ac:grpSpMkLst>
            <pc:docMk/>
            <pc:sldMk cId="690373200" sldId="284"/>
            <ac:grpSpMk id="2" creationId="{00000000-0000-0000-0000-000000000000}"/>
          </ac:grpSpMkLst>
        </pc:grpChg>
        <pc:picChg chg="add">
          <ac:chgData name="Sadia Tasnim" userId="0a7a5d6a-8466-4436-9475-c4c27ed18f50" providerId="ADAL" clId="{2447477A-E282-4DDC-A4E3-73837A996E40}" dt="2024-12-10T16:20:00.849" v="121"/>
          <ac:picMkLst>
            <pc:docMk/>
            <pc:sldMk cId="690373200" sldId="284"/>
            <ac:picMk id="5" creationId="{3FC243BC-BA56-6347-2B66-E979FBED5181}"/>
          </ac:picMkLst>
        </pc:picChg>
        <pc:picChg chg="del">
          <ac:chgData name="Sadia Tasnim" userId="0a7a5d6a-8466-4436-9475-c4c27ed18f50" providerId="ADAL" clId="{2447477A-E282-4DDC-A4E3-73837A996E40}" dt="2024-12-10T16:17:29.419" v="113" actId="478"/>
          <ac:picMkLst>
            <pc:docMk/>
            <pc:sldMk cId="690373200" sldId="284"/>
            <ac:picMk id="9" creationId="{00000000-0000-0000-0000-000000000000}"/>
          </ac:picMkLst>
        </pc:picChg>
        <pc:picChg chg="del mod">
          <ac:chgData name="Sadia Tasnim" userId="0a7a5d6a-8466-4436-9475-c4c27ed18f50" providerId="ADAL" clId="{2447477A-E282-4DDC-A4E3-73837A996E40}" dt="2024-12-10T16:19:59.617" v="120" actId="478"/>
          <ac:picMkLst>
            <pc:docMk/>
            <pc:sldMk cId="690373200" sldId="284"/>
            <ac:picMk id="46" creationId="{034A15CF-DFFD-1262-4091-9448D59651AB}"/>
          </ac:picMkLst>
        </pc:picChg>
      </pc:sldChg>
      <pc:sldChg chg="modSp mod ord">
        <pc:chgData name="Sadia Tasnim" userId="0a7a5d6a-8466-4436-9475-c4c27ed18f50" providerId="ADAL" clId="{2447477A-E282-4DDC-A4E3-73837A996E40}" dt="2024-12-10T16:16:41.819" v="104" actId="14100"/>
        <pc:sldMkLst>
          <pc:docMk/>
          <pc:sldMk cId="254118423" sldId="285"/>
        </pc:sldMkLst>
        <pc:spChg chg="mod">
          <ac:chgData name="Sadia Tasnim" userId="0a7a5d6a-8466-4436-9475-c4c27ed18f50" providerId="ADAL" clId="{2447477A-E282-4DDC-A4E3-73837A996E40}" dt="2024-12-10T16:16:33.842" v="103" actId="20577"/>
          <ac:spMkLst>
            <pc:docMk/>
            <pc:sldMk cId="254118423" sldId="285"/>
            <ac:spMk id="23" creationId="{5B0406C0-11BF-B13E-320B-B630540FA2EA}"/>
          </ac:spMkLst>
        </pc:spChg>
        <pc:grpChg chg="mod">
          <ac:chgData name="Sadia Tasnim" userId="0a7a5d6a-8466-4436-9475-c4c27ed18f50" providerId="ADAL" clId="{2447477A-E282-4DDC-A4E3-73837A996E40}" dt="2024-12-10T16:16:41.819" v="104" actId="14100"/>
          <ac:grpSpMkLst>
            <pc:docMk/>
            <pc:sldMk cId="254118423" sldId="285"/>
            <ac:grpSpMk id="2" creationId="{00000000-0000-0000-0000-000000000000}"/>
          </ac:grpSpMkLst>
        </pc:grpChg>
      </pc:sldChg>
      <pc:sldChg chg="delSp mod">
        <pc:chgData name="Sadia Tasnim" userId="0a7a5d6a-8466-4436-9475-c4c27ed18f50" providerId="ADAL" clId="{2447477A-E282-4DDC-A4E3-73837A996E40}" dt="2024-12-10T16:43:46.939" v="173" actId="478"/>
        <pc:sldMkLst>
          <pc:docMk/>
          <pc:sldMk cId="1752311267" sldId="286"/>
        </pc:sldMkLst>
        <pc:grpChg chg="del">
          <ac:chgData name="Sadia Tasnim" userId="0a7a5d6a-8466-4436-9475-c4c27ed18f50" providerId="ADAL" clId="{2447477A-E282-4DDC-A4E3-73837A996E40}" dt="2024-12-10T16:43:46.939" v="173" actId="478"/>
          <ac:grpSpMkLst>
            <pc:docMk/>
            <pc:sldMk cId="1752311267" sldId="286"/>
            <ac:grpSpMk id="2" creationId="{00000000-0000-0000-0000-000000000000}"/>
          </ac:grpSpMkLst>
        </pc:grpChg>
        <pc:picChg chg="del">
          <ac:chgData name="Sadia Tasnim" userId="0a7a5d6a-8466-4436-9475-c4c27ed18f50" providerId="ADAL" clId="{2447477A-E282-4DDC-A4E3-73837A996E40}" dt="2024-12-10T16:20:38.241" v="125" actId="478"/>
          <ac:picMkLst>
            <pc:docMk/>
            <pc:sldMk cId="1752311267" sldId="286"/>
            <ac:picMk id="9" creationId="{00000000-0000-0000-0000-000000000000}"/>
          </ac:picMkLst>
        </pc:picChg>
      </pc:sldChg>
      <pc:sldChg chg="delSp modSp add del mod ord">
        <pc:chgData name="Sadia Tasnim" userId="0a7a5d6a-8466-4436-9475-c4c27ed18f50" providerId="ADAL" clId="{2447477A-E282-4DDC-A4E3-73837A996E40}" dt="2024-12-10T16:49:15.907" v="211" actId="14100"/>
        <pc:sldMkLst>
          <pc:docMk/>
          <pc:sldMk cId="4098409242" sldId="287"/>
        </pc:sldMkLst>
        <pc:spChg chg="mod">
          <ac:chgData name="Sadia Tasnim" userId="0a7a5d6a-8466-4436-9475-c4c27ed18f50" providerId="ADAL" clId="{2447477A-E282-4DDC-A4E3-73837A996E40}" dt="2024-12-10T16:49:15.907" v="211" actId="14100"/>
          <ac:spMkLst>
            <pc:docMk/>
            <pc:sldMk cId="4098409242" sldId="287"/>
            <ac:spMk id="5" creationId="{79C2033E-4DA1-E868-8015-9D3E0DB314E7}"/>
          </ac:spMkLst>
        </pc:spChg>
        <pc:picChg chg="del">
          <ac:chgData name="Sadia Tasnim" userId="0a7a5d6a-8466-4436-9475-c4c27ed18f50" providerId="ADAL" clId="{2447477A-E282-4DDC-A4E3-73837A996E40}" dt="2024-12-10T16:43:42.447" v="172" actId="478"/>
          <ac:picMkLst>
            <pc:docMk/>
            <pc:sldMk cId="4098409242" sldId="287"/>
            <ac:picMk id="9" creationId="{00000000-0000-0000-0000-000000000000}"/>
          </ac:picMkLst>
        </pc:picChg>
      </pc:sldChg>
      <pc:sldChg chg="del">
        <pc:chgData name="Sadia Tasnim" userId="0a7a5d6a-8466-4436-9475-c4c27ed18f50" providerId="ADAL" clId="{2447477A-E282-4DDC-A4E3-73837A996E40}" dt="2024-12-10T16:21:22.658" v="126" actId="47"/>
        <pc:sldMkLst>
          <pc:docMk/>
          <pc:sldMk cId="2935300824" sldId="288"/>
        </pc:sldMkLst>
      </pc:sldChg>
      <pc:sldChg chg="add">
        <pc:chgData name="Sadia Tasnim" userId="0a7a5d6a-8466-4436-9475-c4c27ed18f50" providerId="ADAL" clId="{2447477A-E282-4DDC-A4E3-73837A996E40}" dt="2024-12-10T16:19:55.468" v="119" actId="2890"/>
        <pc:sldMkLst>
          <pc:docMk/>
          <pc:sldMk cId="3050713116" sldId="289"/>
        </pc:sldMkLst>
      </pc:sldChg>
    </pc:docChg>
  </pc:docChgLst>
  <pc:docChgLst>
    <pc:chgData name="Md. Aminul Islam" userId="234d8b6a-e43d-4ead-9a93-1202e0b73365" providerId="ADAL" clId="{E0871F9E-0DDE-42CA-AC49-F43049C3B7A0}"/>
    <pc:docChg chg="undo custSel addSld delSld modSld sldOrd">
      <pc:chgData name="Md. Aminul Islam" userId="234d8b6a-e43d-4ead-9a93-1202e0b73365" providerId="ADAL" clId="{E0871F9E-0DDE-42CA-AC49-F43049C3B7A0}" dt="2023-09-10T19:46:26.097" v="307" actId="1076"/>
      <pc:docMkLst>
        <pc:docMk/>
      </pc:docMkLst>
      <pc:sldChg chg="modSp mod">
        <pc:chgData name="Md. Aminul Islam" userId="234d8b6a-e43d-4ead-9a93-1202e0b73365" providerId="ADAL" clId="{E0871F9E-0DDE-42CA-AC49-F43049C3B7A0}" dt="2023-09-10T14:21:20.753" v="30" actId="20577"/>
        <pc:sldMkLst>
          <pc:docMk/>
          <pc:sldMk cId="0" sldId="257"/>
        </pc:sldMkLst>
      </pc:sldChg>
      <pc:sldChg chg="del">
        <pc:chgData name="Md. Aminul Islam" userId="234d8b6a-e43d-4ead-9a93-1202e0b73365" providerId="ADAL" clId="{E0871F9E-0DDE-42CA-AC49-F43049C3B7A0}" dt="2023-09-10T19:16:05.458" v="134" actId="47"/>
        <pc:sldMkLst>
          <pc:docMk/>
          <pc:sldMk cId="0" sldId="264"/>
        </pc:sldMkLst>
      </pc:sldChg>
      <pc:sldChg chg="addSp delSp modSp mod">
        <pc:chgData name="Md. Aminul Islam" userId="234d8b6a-e43d-4ead-9a93-1202e0b73365" providerId="ADAL" clId="{E0871F9E-0DDE-42CA-AC49-F43049C3B7A0}" dt="2023-09-10T19:24:06.258" v="212" actId="1076"/>
        <pc:sldMkLst>
          <pc:docMk/>
          <pc:sldMk cId="0" sldId="265"/>
        </pc:sldMkLst>
      </pc:sldChg>
      <pc:sldChg chg="addSp delSp modSp mod">
        <pc:chgData name="Md. Aminul Islam" userId="234d8b6a-e43d-4ead-9a93-1202e0b73365" providerId="ADAL" clId="{E0871F9E-0DDE-42CA-AC49-F43049C3B7A0}" dt="2023-09-10T18:49:36.273" v="42" actId="1076"/>
        <pc:sldMkLst>
          <pc:docMk/>
          <pc:sldMk cId="103669164" sldId="280"/>
        </pc:sldMkLst>
      </pc:sldChg>
      <pc:sldChg chg="addSp modSp ord">
        <pc:chgData name="Md. Aminul Islam" userId="234d8b6a-e43d-4ead-9a93-1202e0b73365" providerId="ADAL" clId="{E0871F9E-0DDE-42CA-AC49-F43049C3B7A0}" dt="2023-09-10T19:20:02.341" v="183"/>
        <pc:sldMkLst>
          <pc:docMk/>
          <pc:sldMk cId="3560462347" sldId="281"/>
        </pc:sldMkLst>
      </pc:sldChg>
      <pc:sldChg chg="addSp modSp ord">
        <pc:chgData name="Md. Aminul Islam" userId="234d8b6a-e43d-4ead-9a93-1202e0b73365" providerId="ADAL" clId="{E0871F9E-0DDE-42CA-AC49-F43049C3B7A0}" dt="2023-09-10T19:20:00.094" v="181"/>
        <pc:sldMkLst>
          <pc:docMk/>
          <pc:sldMk cId="4066329106" sldId="282"/>
        </pc:sldMkLst>
      </pc:sldChg>
      <pc:sldChg chg="addSp delSp modSp mod">
        <pc:chgData name="Md. Aminul Islam" userId="234d8b6a-e43d-4ead-9a93-1202e0b73365" providerId="ADAL" clId="{E0871F9E-0DDE-42CA-AC49-F43049C3B7A0}" dt="2023-09-10T19:46:26.097" v="307" actId="1076"/>
        <pc:sldMkLst>
          <pc:docMk/>
          <pc:sldMk cId="1064297895" sldId="283"/>
        </pc:sldMkLst>
      </pc:sldChg>
      <pc:sldChg chg="addSp delSp modSp mod">
        <pc:chgData name="Md. Aminul Islam" userId="234d8b6a-e43d-4ead-9a93-1202e0b73365" providerId="ADAL" clId="{E0871F9E-0DDE-42CA-AC49-F43049C3B7A0}" dt="2023-09-10T19:19:44.164" v="177" actId="1076"/>
        <pc:sldMkLst>
          <pc:docMk/>
          <pc:sldMk cId="690373200" sldId="284"/>
        </pc:sldMkLst>
      </pc:sldChg>
      <pc:sldChg chg="addSp delSp modSp mod">
        <pc:chgData name="Md. Aminul Islam" userId="234d8b6a-e43d-4ead-9a93-1202e0b73365" providerId="ADAL" clId="{E0871F9E-0DDE-42CA-AC49-F43049C3B7A0}" dt="2023-09-10T19:07:51.266" v="75" actId="1076"/>
        <pc:sldMkLst>
          <pc:docMk/>
          <pc:sldMk cId="254118423" sldId="285"/>
        </pc:sldMkLst>
      </pc:sldChg>
      <pc:sldChg chg="addSp modSp add ord">
        <pc:chgData name="Md. Aminul Islam" userId="234d8b6a-e43d-4ead-9a93-1202e0b73365" providerId="ADAL" clId="{E0871F9E-0DDE-42CA-AC49-F43049C3B7A0}" dt="2023-09-10T19:20:03.439" v="185"/>
        <pc:sldMkLst>
          <pc:docMk/>
          <pc:sldMk cId="1752311267" sldId="286"/>
        </pc:sldMkLst>
      </pc:sldChg>
      <pc:sldChg chg="addSp modSp add mod">
        <pc:chgData name="Md. Aminul Islam" userId="234d8b6a-e43d-4ead-9a93-1202e0b73365" providerId="ADAL" clId="{E0871F9E-0DDE-42CA-AC49-F43049C3B7A0}" dt="2023-09-10T19:18:53.155" v="172"/>
        <pc:sldMkLst>
          <pc:docMk/>
          <pc:sldMk cId="4098409242" sldId="287"/>
        </pc:sldMkLst>
      </pc:sldChg>
      <pc:sldChg chg="add del">
        <pc:chgData name="Md. Aminul Islam" userId="234d8b6a-e43d-4ead-9a93-1202e0b73365" providerId="ADAL" clId="{E0871F9E-0DDE-42CA-AC49-F43049C3B7A0}" dt="2023-09-10T19:20:09.383" v="187" actId="47"/>
        <pc:sldMkLst>
          <pc:docMk/>
          <pc:sldMk cId="2932606634" sldId="288"/>
        </pc:sldMkLst>
      </pc:sldChg>
      <pc:sldChg chg="addSp delSp modSp add mod">
        <pc:chgData name="Md. Aminul Islam" userId="234d8b6a-e43d-4ead-9a93-1202e0b73365" providerId="ADAL" clId="{E0871F9E-0DDE-42CA-AC49-F43049C3B7A0}" dt="2023-09-10T19:42:55.115" v="230" actId="1076"/>
        <pc:sldMkLst>
          <pc:docMk/>
          <pc:sldMk cId="2935300824" sldId="288"/>
        </pc:sldMkLst>
      </pc:sldChg>
      <pc:sldChg chg="add del">
        <pc:chgData name="Md. Aminul Islam" userId="234d8b6a-e43d-4ead-9a93-1202e0b73365" providerId="ADAL" clId="{E0871F9E-0DDE-42CA-AC49-F43049C3B7A0}" dt="2023-09-10T19:20:07.484" v="186" actId="47"/>
        <pc:sldMkLst>
          <pc:docMk/>
          <pc:sldMk cId="63086365" sldId="289"/>
        </pc:sldMkLst>
      </pc:sldChg>
    </pc:docChg>
  </pc:docChgLst>
  <pc:docChgLst>
    <pc:chgData name="Sadia Tasnim" userId="0a7a5d6a-8466-4436-9475-c4c27ed18f50" providerId="ADAL" clId="{65E1EFA6-2CBA-47F5-9BE8-B8B87278081E}"/>
    <pc:docChg chg="custSel modSld">
      <pc:chgData name="Sadia Tasnim" userId="0a7a5d6a-8466-4436-9475-c4c27ed18f50" providerId="ADAL" clId="{65E1EFA6-2CBA-47F5-9BE8-B8B87278081E}" dt="2024-12-03T16:44:39.130" v="0" actId="478"/>
      <pc:docMkLst>
        <pc:docMk/>
      </pc:docMkLst>
      <pc:sldChg chg="delSp mod">
        <pc:chgData name="Sadia Tasnim" userId="0a7a5d6a-8466-4436-9475-c4c27ed18f50" providerId="ADAL" clId="{65E1EFA6-2CBA-47F5-9BE8-B8B87278081E}" dt="2024-12-03T16:44:39.130" v="0" actId="478"/>
        <pc:sldMkLst>
          <pc:docMk/>
          <pc:sldMk cId="254118423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5CA-A64B-40AD-3D3E-D9CB98082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D5A05-C905-DD1D-C847-9D47B7753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DB09E-6584-7D99-BD93-CEC3A318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43659-F363-7BE2-282C-2DA76FA2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B2D9-5378-3476-9A48-7093E18D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730B-CE28-BD90-6C18-ACF54402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252A-A163-C914-FBCC-44A442329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F8A58-4F97-857C-562E-E5471E0C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D10E5-50CD-A148-2780-EF387D4E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ABB09-CF8E-17D6-751D-949D3B60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1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FDC4-149A-1F61-AEBF-C77928EE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7EBB3-A39D-6EB2-FFF9-747CBE21B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21E8-41CB-F2E3-114A-AC2D3020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B06E-79EC-F8B0-A2A7-696C185C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F5FFB-BDB9-BF7C-DAF5-2F4EDAC7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0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3B58-F799-8E50-C2BF-E3A1E259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EF81-5FC5-1F2B-B826-CFF705856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4B660-203C-16A8-D252-FC56937C1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B8E50-CA40-BE7A-A0D0-2F79730C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C9DAE-6AD1-60BC-7F41-DD3BA808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6CC2D-2411-C1B0-F125-8140B4C1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9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F209-C97C-204C-577E-20DF8D25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1D8FD-6E37-4A77-C5FC-ECED69731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EA336-F448-44D5-D9ED-E1D4D80AD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56FD7-0F30-8559-1A8A-B423FEEEF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08354-DDBA-0148-CDC0-35B1A39A1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E5B08-3092-F069-61A4-DD9EF5C9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31F20-CA9D-744D-7CE5-CCA72BC4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BF572-FF22-3883-2302-4AC0E989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DF6E-C490-12BD-8C0D-D6384D4A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359E8-0AE6-B76E-7B4E-318ACE2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40CAE-8A9F-9D10-FD4D-8DB79097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00789-8A3F-F5C0-4D91-8A63BBC2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5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41FC3-80B5-ECC5-DA7D-34BE9D23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DACC9-6BB3-E8C4-1DD7-E3914EEE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0620-2FD5-47D0-24AC-9E30A3F9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66B-229A-B819-94AF-C66129D0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6251-19E5-6F7B-A2D2-18648388C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8894D-622C-A667-2EB6-44555DC21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A8636-3AAC-5F5F-9ECD-4499B660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92220-9F56-F357-E05C-BC8FB89A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B46C-54DF-A943-3F8C-C63EB816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5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8AA7-B1C5-A7B3-3E19-B94F94F19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4D4F98-BC1A-8DA0-7072-39BE69945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37492-3F2F-9C51-7196-8BD9E4D12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BC2A-97A4-CF71-10AC-7F2A9FCF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EFBAD-8136-E3F3-2F6B-BA46AA85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9B287-B665-40DD-B285-61A40081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6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D986-E52B-39FA-A486-6929BECD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7A935-D4AB-CBF8-E924-389370B9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DB261-B0BD-4C39-46F7-8F79F96C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3FBBE-A7E1-3A3F-3EB9-DDEFB1DD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0B6BC-21D5-62E1-6A25-70CCF687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6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FD8F5-7DD9-4D17-14EF-FEF4A5C41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CEF29-B977-7774-E05C-8ADD46066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83BD-60BE-16B6-EDBA-5E24DD35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053F9-FD78-F5B0-776B-A6999775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1A740-FF61-F67E-A02F-F241F041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33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65580" y="244422"/>
            <a:ext cx="9260839" cy="1172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6F2F9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22580" y="4565008"/>
            <a:ext cx="11546839" cy="1352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1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87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6770C-2317-D040-4A2C-FCCDA8C1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E9B29-E6A5-4AE1-CCDE-279E808B6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EAD2-DDC8-1474-078E-5770B560A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DF784-EF0B-772D-4E77-26EAD1610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E4E81-052F-E13A-81DE-3A780CCAF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1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10" Type="http://schemas.openxmlformats.org/officeDocument/2006/relationships/image" Target="../media/image31.jpg"/><Relationship Id="rId4" Type="http://schemas.openxmlformats.org/officeDocument/2006/relationships/image" Target="../media/image26.jpg"/><Relationship Id="rId9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A09BA275-68A7-7A75-3376-AE534602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52F9E-2A1B-4585-81D9-7A10A22D2DB5}" type="datetime1">
              <a:rPr lang="en-US" smtClean="0"/>
              <a:t>7/7/2025</a:t>
            </a:fld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774637B-0AB0-4237-20ED-EC335262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B10B2-0059-165B-F949-FDFFD6A85D5C}"/>
              </a:ext>
            </a:extLst>
          </p:cNvPr>
          <p:cNvSpPr txBox="1"/>
          <p:nvPr/>
        </p:nvSpPr>
        <p:spPr>
          <a:xfrm>
            <a:off x="2209800" y="960802"/>
            <a:ext cx="7721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ME 165</a:t>
            </a:r>
          </a:p>
          <a:p>
            <a:pPr algn="ctr"/>
            <a:r>
              <a:rPr lang="en-US" sz="34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Basic Mechanical Engineering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16BE822-34D9-8E49-EEB6-A29F99397F23}"/>
              </a:ext>
            </a:extLst>
          </p:cNvPr>
          <p:cNvSpPr txBox="1"/>
          <p:nvPr/>
        </p:nvSpPr>
        <p:spPr>
          <a:xfrm>
            <a:off x="1319267" y="2557359"/>
            <a:ext cx="9502666" cy="2919603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379289" marR="1372939" algn="ctr">
              <a:spcBef>
                <a:spcPts val="67"/>
              </a:spcBef>
            </a:pPr>
            <a:r>
              <a:rPr sz="3000" b="1" spc="-7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Lecture</a:t>
            </a:r>
            <a:r>
              <a:rPr sz="3000" b="1" spc="-63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lang="en-US" sz="3000" b="1" spc="-63" smtClean="0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10</a:t>
            </a:r>
            <a:r>
              <a:rPr sz="3000" b="1" smtClean="0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endParaRPr lang="en-US" sz="3000" b="1" dirty="0">
              <a:solidFill>
                <a:srgbClr val="FF0000"/>
              </a:solidFill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1379289" marR="1372939" algn="ctr">
              <a:spcBef>
                <a:spcPts val="67"/>
              </a:spcBef>
            </a:pPr>
            <a:endParaRPr lang="en-US" sz="3000" b="1" dirty="0">
              <a:solidFill>
                <a:srgbClr val="FF0000"/>
              </a:solidFill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1379289" marR="1372939" algn="ctr">
              <a:spcBef>
                <a:spcPts val="67"/>
              </a:spcBef>
            </a:pPr>
            <a:r>
              <a:rPr lang="en-US" sz="3000" b="1" spc="-3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Kinematics of Particles</a:t>
            </a:r>
          </a:p>
          <a:p>
            <a:pPr algn="ctr">
              <a:spcBef>
                <a:spcPts val="7"/>
              </a:spcBef>
            </a:pPr>
            <a:r>
              <a:rPr lang="en-US" sz="30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Sadia Tasnim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3387" algn="ctr">
              <a:spcBef>
                <a:spcPts val="450"/>
              </a:spcBef>
            </a:pP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Lecturer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algn="ctr">
              <a:spcBef>
                <a:spcPts val="440"/>
              </a:spcBef>
            </a:pP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Department</a:t>
            </a:r>
            <a:r>
              <a:rPr sz="30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of</a:t>
            </a:r>
            <a:r>
              <a:rPr sz="30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Mechanical</a:t>
            </a:r>
            <a:r>
              <a:rPr sz="3000" spc="-7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Engineering,</a:t>
            </a:r>
            <a:r>
              <a:rPr sz="3000" spc="-1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7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BUET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837946" cy="6858000"/>
            <a:chOff x="0" y="0"/>
            <a:chExt cx="52988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9889" cy="2709333"/>
            </a:xfrm>
            <a:custGeom>
              <a:avLst/>
              <a:gdLst/>
              <a:ahLst/>
              <a:cxnLst/>
              <a:rect l="l" t="t" r="r" b="b"/>
              <a:pathLst>
                <a:path w="529889" h="2709333">
                  <a:moveTo>
                    <a:pt x="0" y="0"/>
                  </a:moveTo>
                  <a:lnTo>
                    <a:pt x="529889" y="0"/>
                  </a:lnTo>
                  <a:lnTo>
                    <a:pt x="5298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705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800"/>
            </a:p>
          </p:txBody>
        </p:sp>
      </p:grp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5" name="object 14">
            <a:extLst>
              <a:ext uri="{FF2B5EF4-FFF2-40B4-BE49-F238E27FC236}">
                <a16:creationId xmlns:a16="http://schemas.microsoft.com/office/drawing/2014/main" id="{4CC00EBE-1549-CFF7-961E-6B89ECEAF728}"/>
              </a:ext>
            </a:extLst>
          </p:cNvPr>
          <p:cNvGrpSpPr/>
          <p:nvPr/>
        </p:nvGrpSpPr>
        <p:grpSpPr>
          <a:xfrm>
            <a:off x="7458456" y="1682495"/>
            <a:ext cx="4619625" cy="3731260"/>
            <a:chOff x="7458456" y="1682495"/>
            <a:chExt cx="4619625" cy="3731260"/>
          </a:xfrm>
        </p:grpSpPr>
        <p:pic>
          <p:nvPicPr>
            <p:cNvPr id="6" name="object 15">
              <a:extLst>
                <a:ext uri="{FF2B5EF4-FFF2-40B4-BE49-F238E27FC236}">
                  <a16:creationId xmlns:a16="http://schemas.microsoft.com/office/drawing/2014/main" id="{021BF053-E44A-4C0B-C6C7-ADC08692518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8456" y="1682495"/>
              <a:ext cx="4619244" cy="3730752"/>
            </a:xfrm>
            <a:prstGeom prst="rect">
              <a:avLst/>
            </a:prstGeom>
          </p:spPr>
        </p:pic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F66F0A16-2D95-86AA-EC52-AC839C849EA1}"/>
                </a:ext>
              </a:extLst>
            </p:cNvPr>
            <p:cNvSpPr/>
            <p:nvPr/>
          </p:nvSpPr>
          <p:spPr>
            <a:xfrm>
              <a:off x="8045958" y="2548889"/>
              <a:ext cx="3688079" cy="2334260"/>
            </a:xfrm>
            <a:custGeom>
              <a:avLst/>
              <a:gdLst/>
              <a:ahLst/>
              <a:cxnLst/>
              <a:rect l="l" t="t" r="r" b="b"/>
              <a:pathLst>
                <a:path w="3688079" h="2334260">
                  <a:moveTo>
                    <a:pt x="3687953" y="1696212"/>
                  </a:moveTo>
                  <a:lnTo>
                    <a:pt x="3672700" y="1683512"/>
                  </a:lnTo>
                  <a:lnTo>
                    <a:pt x="3611753" y="1632712"/>
                  </a:lnTo>
                  <a:lnTo>
                    <a:pt x="3611753" y="1683512"/>
                  </a:lnTo>
                  <a:lnTo>
                    <a:pt x="1326388" y="1683512"/>
                  </a:lnTo>
                  <a:lnTo>
                    <a:pt x="1326388" y="76200"/>
                  </a:lnTo>
                  <a:lnTo>
                    <a:pt x="1377188" y="76200"/>
                  </a:lnTo>
                  <a:lnTo>
                    <a:pt x="1356017" y="50800"/>
                  </a:lnTo>
                  <a:lnTo>
                    <a:pt x="1313688" y="0"/>
                  </a:lnTo>
                  <a:lnTo>
                    <a:pt x="1250188" y="76200"/>
                  </a:lnTo>
                  <a:lnTo>
                    <a:pt x="1300988" y="76200"/>
                  </a:lnTo>
                  <a:lnTo>
                    <a:pt x="1300988" y="1688198"/>
                  </a:lnTo>
                  <a:lnTo>
                    <a:pt x="63690" y="2265019"/>
                  </a:lnTo>
                  <a:lnTo>
                    <a:pt x="42291" y="2219071"/>
                  </a:lnTo>
                  <a:lnTo>
                    <a:pt x="0" y="2308733"/>
                  </a:lnTo>
                  <a:lnTo>
                    <a:pt x="95885" y="2334133"/>
                  </a:lnTo>
                  <a:lnTo>
                    <a:pt x="78308" y="2296414"/>
                  </a:lnTo>
                  <a:lnTo>
                    <a:pt x="74434" y="2288108"/>
                  </a:lnTo>
                  <a:lnTo>
                    <a:pt x="1316812" y="1708912"/>
                  </a:lnTo>
                  <a:lnTo>
                    <a:pt x="3611753" y="1708912"/>
                  </a:lnTo>
                  <a:lnTo>
                    <a:pt x="3611753" y="1759712"/>
                  </a:lnTo>
                  <a:lnTo>
                    <a:pt x="3672700" y="1708912"/>
                  </a:lnTo>
                  <a:lnTo>
                    <a:pt x="3687953" y="1696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17">
            <a:extLst>
              <a:ext uri="{FF2B5EF4-FFF2-40B4-BE49-F238E27FC236}">
                <a16:creationId xmlns:a16="http://schemas.microsoft.com/office/drawing/2014/main" id="{F6794AAC-86D1-62D2-4FF3-8464596BC76A}"/>
              </a:ext>
            </a:extLst>
          </p:cNvPr>
          <p:cNvSpPr txBox="1"/>
          <p:nvPr/>
        </p:nvSpPr>
        <p:spPr>
          <a:xfrm>
            <a:off x="8034273" y="4395342"/>
            <a:ext cx="23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𝑥𝒊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8DC0316E-06EF-28CD-C5CE-B153995219CB}"/>
              </a:ext>
            </a:extLst>
          </p:cNvPr>
          <p:cNvSpPr txBox="1"/>
          <p:nvPr/>
        </p:nvSpPr>
        <p:spPr>
          <a:xfrm>
            <a:off x="8980169" y="2352294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Cambria Math"/>
                <a:cs typeface="Cambria Math"/>
              </a:rPr>
              <a:t>𝑧</a:t>
            </a:r>
            <a:r>
              <a:rPr sz="1800" dirty="0">
                <a:latin typeface="Cambria Math"/>
                <a:cs typeface="Cambria Math"/>
              </a:rPr>
              <a:t>𝒌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1" name="object 19">
            <a:extLst>
              <a:ext uri="{FF2B5EF4-FFF2-40B4-BE49-F238E27FC236}">
                <a16:creationId xmlns:a16="http://schemas.microsoft.com/office/drawing/2014/main" id="{EB03EFFA-FBC4-C5D1-CCF5-F8FE328C6229}"/>
              </a:ext>
            </a:extLst>
          </p:cNvPr>
          <p:cNvGrpSpPr/>
          <p:nvPr/>
        </p:nvGrpSpPr>
        <p:grpSpPr>
          <a:xfrm>
            <a:off x="9377553" y="2924365"/>
            <a:ext cx="1790700" cy="1320165"/>
            <a:chOff x="9377553" y="2924365"/>
            <a:chExt cx="1790700" cy="1320165"/>
          </a:xfrm>
        </p:grpSpPr>
        <p:pic>
          <p:nvPicPr>
            <p:cNvPr id="12" name="object 20">
              <a:extLst>
                <a:ext uri="{FF2B5EF4-FFF2-40B4-BE49-F238E27FC236}">
                  <a16:creationId xmlns:a16="http://schemas.microsoft.com/office/drawing/2014/main" id="{5EA34D34-E876-6B9B-6C73-59425DE25FD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68749" y="2924365"/>
              <a:ext cx="160401" cy="178688"/>
            </a:xfrm>
            <a:prstGeom prst="rect">
              <a:avLst/>
            </a:prstGeom>
          </p:spPr>
        </p:pic>
        <p:sp>
          <p:nvSpPr>
            <p:cNvPr id="13" name="object 21">
              <a:extLst>
                <a:ext uri="{FF2B5EF4-FFF2-40B4-BE49-F238E27FC236}">
                  <a16:creationId xmlns:a16="http://schemas.microsoft.com/office/drawing/2014/main" id="{7086ACB1-84C4-60FD-DD78-30D487066335}"/>
                </a:ext>
              </a:extLst>
            </p:cNvPr>
            <p:cNvSpPr/>
            <p:nvPr/>
          </p:nvSpPr>
          <p:spPr>
            <a:xfrm>
              <a:off x="9377553" y="3073907"/>
              <a:ext cx="1219200" cy="1163955"/>
            </a:xfrm>
            <a:custGeom>
              <a:avLst/>
              <a:gdLst/>
              <a:ahLst/>
              <a:cxnLst/>
              <a:rect l="l" t="t" r="r" b="b"/>
              <a:pathLst>
                <a:path w="1219200" h="1163954">
                  <a:moveTo>
                    <a:pt x="1158480" y="46839"/>
                  </a:moveTo>
                  <a:lnTo>
                    <a:pt x="126" y="1152270"/>
                  </a:lnTo>
                  <a:lnTo>
                    <a:pt x="0" y="1157223"/>
                  </a:lnTo>
                  <a:lnTo>
                    <a:pt x="6096" y="1163573"/>
                  </a:lnTo>
                  <a:lnTo>
                    <a:pt x="11049" y="1163700"/>
                  </a:lnTo>
                  <a:lnTo>
                    <a:pt x="1169392" y="58278"/>
                  </a:lnTo>
                  <a:lnTo>
                    <a:pt x="1158480" y="46839"/>
                  </a:lnTo>
                  <a:close/>
                </a:path>
                <a:path w="1219200" h="1163954">
                  <a:moveTo>
                    <a:pt x="1206463" y="35051"/>
                  </a:moveTo>
                  <a:lnTo>
                    <a:pt x="1170813" y="35051"/>
                  </a:lnTo>
                  <a:lnTo>
                    <a:pt x="1175766" y="35178"/>
                  </a:lnTo>
                  <a:lnTo>
                    <a:pt x="1181862" y="41528"/>
                  </a:lnTo>
                  <a:lnTo>
                    <a:pt x="1181735" y="46608"/>
                  </a:lnTo>
                  <a:lnTo>
                    <a:pt x="1178560" y="49529"/>
                  </a:lnTo>
                  <a:lnTo>
                    <a:pt x="1169392" y="58278"/>
                  </a:lnTo>
                  <a:lnTo>
                    <a:pt x="1190244" y="80137"/>
                  </a:lnTo>
                  <a:lnTo>
                    <a:pt x="1206463" y="35051"/>
                  </a:lnTo>
                  <a:close/>
                </a:path>
                <a:path w="1219200" h="1163954">
                  <a:moveTo>
                    <a:pt x="1170813" y="35051"/>
                  </a:moveTo>
                  <a:lnTo>
                    <a:pt x="1158480" y="46839"/>
                  </a:lnTo>
                  <a:lnTo>
                    <a:pt x="1169392" y="58278"/>
                  </a:lnTo>
                  <a:lnTo>
                    <a:pt x="1178560" y="49529"/>
                  </a:lnTo>
                  <a:lnTo>
                    <a:pt x="1181735" y="46608"/>
                  </a:lnTo>
                  <a:lnTo>
                    <a:pt x="1181862" y="41528"/>
                  </a:lnTo>
                  <a:lnTo>
                    <a:pt x="1175766" y="35178"/>
                  </a:lnTo>
                  <a:lnTo>
                    <a:pt x="1170813" y="35051"/>
                  </a:lnTo>
                  <a:close/>
                </a:path>
                <a:path w="1219200" h="1163954">
                  <a:moveTo>
                    <a:pt x="1219073" y="0"/>
                  </a:moveTo>
                  <a:lnTo>
                    <a:pt x="1137666" y="25018"/>
                  </a:lnTo>
                  <a:lnTo>
                    <a:pt x="1158480" y="46839"/>
                  </a:lnTo>
                  <a:lnTo>
                    <a:pt x="1170813" y="35051"/>
                  </a:lnTo>
                  <a:lnTo>
                    <a:pt x="1206463" y="35051"/>
                  </a:lnTo>
                  <a:lnTo>
                    <a:pt x="1219073" y="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22">
              <a:extLst>
                <a:ext uri="{FF2B5EF4-FFF2-40B4-BE49-F238E27FC236}">
                  <a16:creationId xmlns:a16="http://schemas.microsoft.com/office/drawing/2014/main" id="{B1F50F82-E855-FC2B-86F3-C19A4CE031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06137" y="3177349"/>
              <a:ext cx="161925" cy="178688"/>
            </a:xfrm>
            <a:prstGeom prst="rect">
              <a:avLst/>
            </a:prstGeom>
          </p:spPr>
        </p:pic>
        <p:sp>
          <p:nvSpPr>
            <p:cNvPr id="15" name="object 23">
              <a:extLst>
                <a:ext uri="{FF2B5EF4-FFF2-40B4-BE49-F238E27FC236}">
                  <a16:creationId xmlns:a16="http://schemas.microsoft.com/office/drawing/2014/main" id="{A6111715-382D-A1DB-5D47-7BA7CB18267B}"/>
                </a:ext>
              </a:extLst>
            </p:cNvPr>
            <p:cNvSpPr/>
            <p:nvPr/>
          </p:nvSpPr>
          <p:spPr>
            <a:xfrm>
              <a:off x="10671048" y="3073907"/>
              <a:ext cx="385445" cy="252729"/>
            </a:xfrm>
            <a:custGeom>
              <a:avLst/>
              <a:gdLst/>
              <a:ahLst/>
              <a:cxnLst/>
              <a:rect l="l" t="t" r="r" b="b"/>
              <a:pathLst>
                <a:path w="385445" h="252729">
                  <a:moveTo>
                    <a:pt x="314426" y="221993"/>
                  </a:moveTo>
                  <a:lnTo>
                    <a:pt x="300735" y="243331"/>
                  </a:lnTo>
                  <a:lnTo>
                    <a:pt x="385445" y="252475"/>
                  </a:lnTo>
                  <a:lnTo>
                    <a:pt x="373667" y="232663"/>
                  </a:lnTo>
                  <a:lnTo>
                    <a:pt x="331088" y="232663"/>
                  </a:lnTo>
                  <a:lnTo>
                    <a:pt x="314426" y="221993"/>
                  </a:lnTo>
                  <a:close/>
                </a:path>
                <a:path w="385445" h="252729">
                  <a:moveTo>
                    <a:pt x="328179" y="200557"/>
                  </a:moveTo>
                  <a:lnTo>
                    <a:pt x="314426" y="221993"/>
                  </a:lnTo>
                  <a:lnTo>
                    <a:pt x="331088" y="232663"/>
                  </a:lnTo>
                  <a:lnTo>
                    <a:pt x="338962" y="230886"/>
                  </a:lnTo>
                  <a:lnTo>
                    <a:pt x="342773" y="225043"/>
                  </a:lnTo>
                  <a:lnTo>
                    <a:pt x="346455" y="219075"/>
                  </a:lnTo>
                  <a:lnTo>
                    <a:pt x="344804" y="211200"/>
                  </a:lnTo>
                  <a:lnTo>
                    <a:pt x="328179" y="200557"/>
                  </a:lnTo>
                  <a:close/>
                </a:path>
                <a:path w="385445" h="252729">
                  <a:moveTo>
                    <a:pt x="341883" y="179196"/>
                  </a:moveTo>
                  <a:lnTo>
                    <a:pt x="328179" y="200557"/>
                  </a:lnTo>
                  <a:lnTo>
                    <a:pt x="344804" y="211200"/>
                  </a:lnTo>
                  <a:lnTo>
                    <a:pt x="346455" y="219075"/>
                  </a:lnTo>
                  <a:lnTo>
                    <a:pt x="342773" y="225043"/>
                  </a:lnTo>
                  <a:lnTo>
                    <a:pt x="338962" y="230886"/>
                  </a:lnTo>
                  <a:lnTo>
                    <a:pt x="331088" y="232663"/>
                  </a:lnTo>
                  <a:lnTo>
                    <a:pt x="373667" y="232663"/>
                  </a:lnTo>
                  <a:lnTo>
                    <a:pt x="341883" y="179196"/>
                  </a:lnTo>
                  <a:close/>
                </a:path>
                <a:path w="385445" h="252729">
                  <a:moveTo>
                    <a:pt x="15367" y="0"/>
                  </a:moveTo>
                  <a:lnTo>
                    <a:pt x="7620" y="1777"/>
                  </a:lnTo>
                  <a:lnTo>
                    <a:pt x="0" y="13462"/>
                  </a:lnTo>
                  <a:lnTo>
                    <a:pt x="1777" y="21336"/>
                  </a:lnTo>
                  <a:lnTo>
                    <a:pt x="7620" y="25145"/>
                  </a:lnTo>
                  <a:lnTo>
                    <a:pt x="314426" y="221993"/>
                  </a:lnTo>
                  <a:lnTo>
                    <a:pt x="328179" y="200557"/>
                  </a:lnTo>
                  <a:lnTo>
                    <a:pt x="1536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4">
              <a:extLst>
                <a:ext uri="{FF2B5EF4-FFF2-40B4-BE49-F238E27FC236}">
                  <a16:creationId xmlns:a16="http://schemas.microsoft.com/office/drawing/2014/main" id="{F0BB6EF9-98F6-A5ED-EFA7-F1FDA8BD826B}"/>
                </a:ext>
              </a:extLst>
            </p:cNvPr>
            <p:cNvSpPr/>
            <p:nvPr/>
          </p:nvSpPr>
          <p:spPr>
            <a:xfrm>
              <a:off x="9385173" y="3326891"/>
              <a:ext cx="1649095" cy="917575"/>
            </a:xfrm>
            <a:custGeom>
              <a:avLst/>
              <a:gdLst/>
              <a:ahLst/>
              <a:cxnLst/>
              <a:rect l="l" t="t" r="r" b="b"/>
              <a:pathLst>
                <a:path w="1649095" h="917575">
                  <a:moveTo>
                    <a:pt x="1579390" y="31387"/>
                  </a:moveTo>
                  <a:lnTo>
                    <a:pt x="4191" y="904621"/>
                  </a:lnTo>
                  <a:lnTo>
                    <a:pt x="1143" y="906272"/>
                  </a:lnTo>
                  <a:lnTo>
                    <a:pt x="0" y="910209"/>
                  </a:lnTo>
                  <a:lnTo>
                    <a:pt x="1650" y="913257"/>
                  </a:lnTo>
                  <a:lnTo>
                    <a:pt x="3428" y="916305"/>
                  </a:lnTo>
                  <a:lnTo>
                    <a:pt x="7238" y="917448"/>
                  </a:lnTo>
                  <a:lnTo>
                    <a:pt x="10286" y="915670"/>
                  </a:lnTo>
                  <a:lnTo>
                    <a:pt x="1585546" y="42473"/>
                  </a:lnTo>
                  <a:lnTo>
                    <a:pt x="1579390" y="31387"/>
                  </a:lnTo>
                  <a:close/>
                </a:path>
                <a:path w="1649095" h="917575">
                  <a:moveTo>
                    <a:pt x="1632992" y="23495"/>
                  </a:moveTo>
                  <a:lnTo>
                    <a:pt x="1593469" y="23495"/>
                  </a:lnTo>
                  <a:lnTo>
                    <a:pt x="1597405" y="24637"/>
                  </a:lnTo>
                  <a:lnTo>
                    <a:pt x="1599056" y="27686"/>
                  </a:lnTo>
                  <a:lnTo>
                    <a:pt x="1600834" y="30734"/>
                  </a:lnTo>
                  <a:lnTo>
                    <a:pt x="1599692" y="34671"/>
                  </a:lnTo>
                  <a:lnTo>
                    <a:pt x="1596644" y="36322"/>
                  </a:lnTo>
                  <a:lnTo>
                    <a:pt x="1585546" y="42473"/>
                  </a:lnTo>
                  <a:lnTo>
                    <a:pt x="1600961" y="70231"/>
                  </a:lnTo>
                  <a:lnTo>
                    <a:pt x="1632992" y="23495"/>
                  </a:lnTo>
                  <a:close/>
                </a:path>
                <a:path w="1649095" h="917575">
                  <a:moveTo>
                    <a:pt x="1593469" y="23495"/>
                  </a:moveTo>
                  <a:lnTo>
                    <a:pt x="1590421" y="25273"/>
                  </a:lnTo>
                  <a:lnTo>
                    <a:pt x="1579390" y="31387"/>
                  </a:lnTo>
                  <a:lnTo>
                    <a:pt x="1585546" y="42473"/>
                  </a:lnTo>
                  <a:lnTo>
                    <a:pt x="1596644" y="36322"/>
                  </a:lnTo>
                  <a:lnTo>
                    <a:pt x="1599692" y="34671"/>
                  </a:lnTo>
                  <a:lnTo>
                    <a:pt x="1600834" y="30734"/>
                  </a:lnTo>
                  <a:lnTo>
                    <a:pt x="1599056" y="27686"/>
                  </a:lnTo>
                  <a:lnTo>
                    <a:pt x="1597405" y="24637"/>
                  </a:lnTo>
                  <a:lnTo>
                    <a:pt x="1593469" y="23495"/>
                  </a:lnTo>
                  <a:close/>
                </a:path>
                <a:path w="1649095" h="917575">
                  <a:moveTo>
                    <a:pt x="1649095" y="0"/>
                  </a:moveTo>
                  <a:lnTo>
                    <a:pt x="1564004" y="3683"/>
                  </a:lnTo>
                  <a:lnTo>
                    <a:pt x="1579390" y="31387"/>
                  </a:lnTo>
                  <a:lnTo>
                    <a:pt x="1590421" y="25273"/>
                  </a:lnTo>
                  <a:lnTo>
                    <a:pt x="1593469" y="23495"/>
                  </a:lnTo>
                  <a:lnTo>
                    <a:pt x="1632992" y="23495"/>
                  </a:lnTo>
                  <a:lnTo>
                    <a:pt x="1649095" y="0"/>
                  </a:lnTo>
                  <a:close/>
                </a:path>
              </a:pathLst>
            </a:custGeom>
            <a:solidFill>
              <a:srgbClr val="D37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25">
            <a:extLst>
              <a:ext uri="{FF2B5EF4-FFF2-40B4-BE49-F238E27FC236}">
                <a16:creationId xmlns:a16="http://schemas.microsoft.com/office/drawing/2014/main" id="{34B755CD-5F3D-35AA-D345-7B8E8D10EFB4}"/>
              </a:ext>
            </a:extLst>
          </p:cNvPr>
          <p:cNvSpPr txBox="1"/>
          <p:nvPr/>
        </p:nvSpPr>
        <p:spPr>
          <a:xfrm>
            <a:off x="9922256" y="3315970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6">
            <a:extLst>
              <a:ext uri="{FF2B5EF4-FFF2-40B4-BE49-F238E27FC236}">
                <a16:creationId xmlns:a16="http://schemas.microsoft.com/office/drawing/2014/main" id="{FCE1223C-8AC8-6140-676F-99277D8549FD}"/>
              </a:ext>
            </a:extLst>
          </p:cNvPr>
          <p:cNvSpPr txBox="1"/>
          <p:nvPr/>
        </p:nvSpPr>
        <p:spPr>
          <a:xfrm>
            <a:off x="10385552" y="2574290"/>
            <a:ext cx="1802764" cy="156908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800" spc="35" dirty="0">
                <a:latin typeface="Cambria Math"/>
                <a:cs typeface="Cambria Math"/>
              </a:rPr>
              <a:t>𝑃</a:t>
            </a:r>
            <a:r>
              <a:rPr sz="1800" spc="5" dirty="0">
                <a:latin typeface="Cambria Math"/>
                <a:cs typeface="Cambria Math"/>
              </a:rPr>
              <a:t>(</a:t>
            </a:r>
            <a:r>
              <a:rPr sz="1800" spc="6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35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40" dirty="0">
                <a:latin typeface="Cambria Math"/>
                <a:cs typeface="Cambria Math"/>
              </a:rPr>
              <a:t>𝑧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 marL="688340">
              <a:lnSpc>
                <a:spcPts val="1960"/>
              </a:lnSpc>
              <a:spcBef>
                <a:spcPts val="280"/>
              </a:spcBef>
            </a:pPr>
            <a:r>
              <a:rPr sz="1800" spc="-5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′</a:t>
            </a:r>
            <a:r>
              <a:rPr sz="1800" spc="-5" dirty="0">
                <a:latin typeface="Cambria Math"/>
                <a:cs typeface="Cambria Math"/>
              </a:rPr>
              <a:t>(</a:t>
            </a:r>
            <a:r>
              <a:rPr sz="1800" dirty="0">
                <a:latin typeface="Cambria Math"/>
                <a:cs typeface="Cambria Math"/>
              </a:rPr>
              <a:t>𝑥′,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𝑦′,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𝑧′)</a:t>
            </a:r>
            <a:endParaRPr sz="1800">
              <a:latin typeface="Cambria Math"/>
              <a:cs typeface="Cambria Math"/>
            </a:endParaRPr>
          </a:p>
          <a:p>
            <a:pPr marL="213995">
              <a:lnSpc>
                <a:spcPts val="1960"/>
              </a:lnSpc>
            </a:pPr>
            <a:r>
              <a:rPr sz="1800" dirty="0">
                <a:latin typeface="Cambria Math"/>
                <a:cs typeface="Cambria Math"/>
              </a:rPr>
              <a:t>∆𝒓</a:t>
            </a:r>
            <a:endParaRPr sz="1800">
              <a:latin typeface="Cambria Math"/>
              <a:cs typeface="Cambria Math"/>
            </a:endParaRPr>
          </a:p>
          <a:p>
            <a:pPr marL="28067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Cambria Math"/>
                <a:cs typeface="Cambria Math"/>
              </a:rPr>
              <a:t>𝒓′</a:t>
            </a:r>
            <a:endParaRPr sz="1800">
              <a:latin typeface="Cambria Math"/>
              <a:cs typeface="Cambria Math"/>
            </a:endParaRPr>
          </a:p>
          <a:p>
            <a:pPr marL="1082675"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latin typeface="Cambria Math"/>
                <a:cs typeface="Cambria Math"/>
              </a:rPr>
              <a:t>𝑦𝒋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7">
            <a:extLst>
              <a:ext uri="{FF2B5EF4-FFF2-40B4-BE49-F238E27FC236}">
                <a16:creationId xmlns:a16="http://schemas.microsoft.com/office/drawing/2014/main" id="{B992595B-4AB7-AD2C-1D45-B7DB66AAE116}"/>
              </a:ext>
            </a:extLst>
          </p:cNvPr>
          <p:cNvSpPr/>
          <p:nvPr/>
        </p:nvSpPr>
        <p:spPr>
          <a:xfrm>
            <a:off x="8066531" y="2580132"/>
            <a:ext cx="3667760" cy="2277110"/>
          </a:xfrm>
          <a:custGeom>
            <a:avLst/>
            <a:gdLst/>
            <a:ahLst/>
            <a:cxnLst/>
            <a:rect l="l" t="t" r="r" b="b"/>
            <a:pathLst>
              <a:path w="3667759" h="2277110">
                <a:moveTo>
                  <a:pt x="2507869" y="433069"/>
                </a:moveTo>
                <a:lnTo>
                  <a:pt x="1319784" y="0"/>
                </a:lnTo>
              </a:path>
              <a:path w="3667759" h="2277110">
                <a:moveTo>
                  <a:pt x="2529586" y="493775"/>
                </a:moveTo>
                <a:lnTo>
                  <a:pt x="2487168" y="2277110"/>
                </a:lnTo>
              </a:path>
              <a:path w="3667759" h="2277110">
                <a:moveTo>
                  <a:pt x="0" y="2276855"/>
                </a:moveTo>
                <a:lnTo>
                  <a:pt x="2480310" y="2276855"/>
                </a:lnTo>
              </a:path>
              <a:path w="3667759" h="2277110">
                <a:moveTo>
                  <a:pt x="2481072" y="2276729"/>
                </a:moveTo>
                <a:lnTo>
                  <a:pt x="3667252" y="1664207"/>
                </a:lnTo>
              </a:path>
              <a:path w="3667759" h="2277110">
                <a:moveTo>
                  <a:pt x="1319784" y="1656587"/>
                </a:moveTo>
                <a:lnTo>
                  <a:pt x="2507869" y="2276601"/>
                </a:lnTo>
              </a:path>
            </a:pathLst>
          </a:custGeom>
          <a:ln w="9525">
            <a:solidFill>
              <a:srgbClr val="8AA1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73B42393-3FD9-A099-B652-6747CBA48110}"/>
              </a:ext>
            </a:extLst>
          </p:cNvPr>
          <p:cNvSpPr txBox="1"/>
          <p:nvPr/>
        </p:nvSpPr>
        <p:spPr>
          <a:xfrm>
            <a:off x="2307526" y="1130173"/>
            <a:ext cx="220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𝒓</a:t>
            </a:r>
            <a:r>
              <a:rPr sz="2400" spc="11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0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𝑥𝒊</a:t>
            </a:r>
            <a:r>
              <a:rPr sz="2400" spc="-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2400" spc="-2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𝑦𝒋</a:t>
            </a:r>
            <a:r>
              <a:rPr sz="2400" spc="-1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𝑧𝒌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5B0406C0-11BF-B13E-320B-B630540FA2EA}"/>
              </a:ext>
            </a:extLst>
          </p:cNvPr>
          <p:cNvSpPr txBox="1">
            <a:spLocks/>
          </p:cNvSpPr>
          <p:nvPr/>
        </p:nvSpPr>
        <p:spPr>
          <a:xfrm>
            <a:off x="1655941" y="237261"/>
            <a:ext cx="1053605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Particle Kinematics: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0">
                <a:extLst>
                  <a:ext uri="{FF2B5EF4-FFF2-40B4-BE49-F238E27FC236}">
                    <a16:creationId xmlns:a16="http://schemas.microsoft.com/office/drawing/2014/main" id="{F8A55D0E-C96F-6F6F-3684-F0B1084C9447}"/>
                  </a:ext>
                </a:extLst>
              </p:cNvPr>
              <p:cNvSpPr txBox="1"/>
              <p:nvPr/>
            </p:nvSpPr>
            <p:spPr>
              <a:xfrm>
                <a:off x="1903076" y="3160626"/>
                <a:ext cx="5268432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∴</a:t>
                </a:r>
                <a:r>
                  <a:rPr lang="en-US" sz="2400" spc="135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𝒗</a:t>
                </a:r>
                <a:r>
                  <a:rPr lang="en-US" sz="2400" spc="13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=</a:t>
                </a:r>
                <a:r>
                  <a:rPr lang="en-US" sz="2400" spc="13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spc="-30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𝒊</a:t>
                </a:r>
                <a:r>
                  <a:rPr lang="en-US" sz="2400" spc="1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-1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spc="-30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𝐣</a:t>
                </a:r>
                <a:r>
                  <a:rPr lang="en-US" sz="2400" spc="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135" dirty="0">
                    <a:solidFill>
                      <a:srgbClr val="00AF5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pc="135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400" spc="-1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𝒌</a:t>
                </a:r>
                <a:r>
                  <a:rPr lang="en-US" sz="2400" spc="12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=</a:t>
                </a:r>
                <a:r>
                  <a:rPr lang="en-US" sz="2400" spc="13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-14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𝑣</a:t>
                </a:r>
                <a:r>
                  <a:rPr lang="en-US" sz="2625" spc="494" baseline="-15873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𝑥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𝒊</a:t>
                </a:r>
                <a:r>
                  <a:rPr lang="en-US" sz="2400" spc="-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+ </a:t>
                </a:r>
                <a:r>
                  <a:rPr lang="en-US" sz="2400" spc="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-2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𝑣</a:t>
                </a:r>
                <a:r>
                  <a:rPr lang="en-US" sz="2625" spc="-37" baseline="-15873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𝑦</a:t>
                </a:r>
                <a:r>
                  <a:rPr lang="en-US" sz="2400" spc="-2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𝒋</a:t>
                </a:r>
                <a:r>
                  <a:rPr lang="en-US" sz="2400" spc="-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2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𝑣</a:t>
                </a:r>
                <a:r>
                  <a:rPr lang="en-US" sz="2625" spc="30" baseline="-15873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𝑧</a:t>
                </a:r>
                <a:r>
                  <a:rPr lang="en-US" sz="2400" spc="2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𝒌</a:t>
                </a: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5" name="object 10">
                <a:extLst>
                  <a:ext uri="{FF2B5EF4-FFF2-40B4-BE49-F238E27FC236}">
                    <a16:creationId xmlns:a16="http://schemas.microsoft.com/office/drawing/2014/main" id="{F8A55D0E-C96F-6F6F-3684-F0B1084C9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076" y="3160626"/>
                <a:ext cx="5268432" cy="382156"/>
              </a:xfrm>
              <a:prstGeom prst="rect">
                <a:avLst/>
              </a:prstGeom>
              <a:blipFill>
                <a:blip r:embed="rId7"/>
                <a:stretch>
                  <a:fillRect l="-2778" t="-23810" r="-1389" b="-4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6E39A3-044A-E350-2FA8-D7402810AC44}"/>
                  </a:ext>
                </a:extLst>
              </p:cNvPr>
              <p:cNvSpPr txBox="1"/>
              <p:nvPr/>
            </p:nvSpPr>
            <p:spPr>
              <a:xfrm>
                <a:off x="2209800" y="4011112"/>
                <a:ext cx="1884875" cy="74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6E39A3-044A-E350-2FA8-D7402810A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4011112"/>
                <a:ext cx="1884875" cy="741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B3EB9B-E6C0-76EC-AEA7-977A0DD64847}"/>
                  </a:ext>
                </a:extLst>
              </p:cNvPr>
              <p:cNvSpPr txBox="1"/>
              <p:nvPr/>
            </p:nvSpPr>
            <p:spPr>
              <a:xfrm>
                <a:off x="1550469" y="5290227"/>
                <a:ext cx="54997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550"/>
                  </a:spcBef>
                </a:pPr>
                <a:r>
                  <a:rPr lang="en-US"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∴</a:t>
                </a:r>
                <a:r>
                  <a:rPr lang="en-US" sz="2400" spc="135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𝒂</a:t>
                </a:r>
                <a:r>
                  <a:rPr lang="en-US" sz="2400" spc="14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=</a:t>
                </a:r>
                <a:r>
                  <a:rPr lang="en-US" sz="2400" spc="12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-30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400" i="1" spc="-305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-305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𝒊</a:t>
                </a:r>
                <a:r>
                  <a:rPr lang="en-US" sz="2400" spc="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400" i="1" spc="-305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-305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spc="-305">
                        <a:solidFill>
                          <a:srgbClr val="006F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𝒋</a:t>
                </a:r>
                <a:r>
                  <a:rPr lang="en-US" sz="2400" spc="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400" i="1" spc="-305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-305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𝒌</a:t>
                </a:r>
                <a:r>
                  <a:rPr lang="en-US" sz="2400" spc="13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=</a:t>
                </a:r>
                <a:r>
                  <a:rPr lang="en-US" sz="2400" spc="12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𝑎</a:t>
                </a:r>
                <a:r>
                  <a:rPr lang="en-US" sz="2400" spc="509" baseline="-15873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𝑥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𝒊</a:t>
                </a:r>
                <a:r>
                  <a:rPr lang="en-US" sz="2400" spc="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+ 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5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𝑎</a:t>
                </a:r>
                <a:r>
                  <a:rPr lang="en-US" sz="2400" spc="82" baseline="-15873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𝑦</a:t>
                </a:r>
                <a:r>
                  <a:rPr lang="en-US" sz="2400" spc="5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𝒋</a:t>
                </a:r>
                <a:r>
                  <a:rPr lang="en-US" sz="2400" spc="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7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𝑎</a:t>
                </a:r>
                <a:r>
                  <a:rPr lang="en-US" sz="2400" spc="104" baseline="-15873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𝑧</a:t>
                </a:r>
                <a:r>
                  <a:rPr lang="en-US" sz="2400" spc="7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𝒌</a:t>
                </a:r>
                <a:endParaRPr lang="en-US"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B3EB9B-E6C0-76EC-AEA7-977A0DD64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469" y="5290227"/>
                <a:ext cx="5499770" cy="461665"/>
              </a:xfrm>
              <a:prstGeom prst="rect">
                <a:avLst/>
              </a:prstGeom>
              <a:blipFill>
                <a:blip r:embed="rId9"/>
                <a:stretch>
                  <a:fillRect l="-77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F249388-BE51-92F2-BF57-22C33300EA2C}"/>
                  </a:ext>
                </a:extLst>
              </p:cNvPr>
              <p:cNvSpPr txBox="1"/>
              <p:nvPr/>
            </p:nvSpPr>
            <p:spPr>
              <a:xfrm>
                <a:off x="2254922" y="2087718"/>
                <a:ext cx="724173" cy="531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 dirty="0"/>
                  <a:t>v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F249388-BE51-92F2-BF57-22C33300E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922" y="2087718"/>
                <a:ext cx="724173" cy="531940"/>
              </a:xfrm>
              <a:prstGeom prst="rect">
                <a:avLst/>
              </a:prstGeom>
              <a:blipFill>
                <a:blip r:embed="rId10"/>
                <a:stretch>
                  <a:fillRect l="-26050" t="-1136" b="-19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18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16" name="object 3">
            <a:extLst>
              <a:ext uri="{FF2B5EF4-FFF2-40B4-BE49-F238E27FC236}">
                <a16:creationId xmlns:a16="http://schemas.microsoft.com/office/drawing/2014/main" id="{64BC2930-3C34-8ACF-DBD1-2B83D8076426}"/>
              </a:ext>
            </a:extLst>
          </p:cNvPr>
          <p:cNvGrpSpPr/>
          <p:nvPr/>
        </p:nvGrpSpPr>
        <p:grpSpPr>
          <a:xfrm>
            <a:off x="1920239" y="1671827"/>
            <a:ext cx="2677795" cy="3514725"/>
            <a:chOff x="1920239" y="1671827"/>
            <a:chExt cx="2677795" cy="3514725"/>
          </a:xfrm>
        </p:grpSpPr>
        <p:pic>
          <p:nvPicPr>
            <p:cNvPr id="19" name="object 4">
              <a:extLst>
                <a:ext uri="{FF2B5EF4-FFF2-40B4-BE49-F238E27FC236}">
                  <a16:creationId xmlns:a16="http://schemas.microsoft.com/office/drawing/2014/main" id="{E38393CF-0325-224E-50B4-255B685A12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0239" y="1671827"/>
              <a:ext cx="2677667" cy="3514344"/>
            </a:xfrm>
            <a:prstGeom prst="rect">
              <a:avLst/>
            </a:prstGeom>
          </p:spPr>
        </p:pic>
        <p:sp>
          <p:nvSpPr>
            <p:cNvPr id="20" name="object 5">
              <a:extLst>
                <a:ext uri="{FF2B5EF4-FFF2-40B4-BE49-F238E27FC236}">
                  <a16:creationId xmlns:a16="http://schemas.microsoft.com/office/drawing/2014/main" id="{317FE32A-E74D-1075-A60D-6443692612C6}"/>
                </a:ext>
              </a:extLst>
            </p:cNvPr>
            <p:cNvSpPr/>
            <p:nvPr/>
          </p:nvSpPr>
          <p:spPr>
            <a:xfrm>
              <a:off x="2378964" y="2598419"/>
              <a:ext cx="1210310" cy="2098675"/>
            </a:xfrm>
            <a:custGeom>
              <a:avLst/>
              <a:gdLst/>
              <a:ahLst/>
              <a:cxnLst/>
              <a:rect l="l" t="t" r="r" b="b"/>
              <a:pathLst>
                <a:path w="1210310" h="2098675">
                  <a:moveTo>
                    <a:pt x="1136396" y="38100"/>
                  </a:moveTo>
                  <a:lnTo>
                    <a:pt x="1115225" y="31750"/>
                  </a:lnTo>
                  <a:lnTo>
                    <a:pt x="1009396" y="0"/>
                  </a:lnTo>
                  <a:lnTo>
                    <a:pt x="1009396" y="31750"/>
                  </a:lnTo>
                  <a:lnTo>
                    <a:pt x="127000" y="31750"/>
                  </a:lnTo>
                  <a:lnTo>
                    <a:pt x="127000" y="0"/>
                  </a:lnTo>
                  <a:lnTo>
                    <a:pt x="0" y="38100"/>
                  </a:lnTo>
                  <a:lnTo>
                    <a:pt x="127000" y="76200"/>
                  </a:lnTo>
                  <a:lnTo>
                    <a:pt x="127000" y="44450"/>
                  </a:lnTo>
                  <a:lnTo>
                    <a:pt x="1009396" y="44450"/>
                  </a:lnTo>
                  <a:lnTo>
                    <a:pt x="1009396" y="76200"/>
                  </a:lnTo>
                  <a:lnTo>
                    <a:pt x="1115225" y="44450"/>
                  </a:lnTo>
                  <a:lnTo>
                    <a:pt x="1136396" y="38100"/>
                  </a:lnTo>
                  <a:close/>
                </a:path>
                <a:path w="1210310" h="2098675">
                  <a:moveTo>
                    <a:pt x="1210056" y="191008"/>
                  </a:moveTo>
                  <a:lnTo>
                    <a:pt x="1204341" y="171958"/>
                  </a:lnTo>
                  <a:lnTo>
                    <a:pt x="1171956" y="64008"/>
                  </a:lnTo>
                  <a:lnTo>
                    <a:pt x="1133856" y="191008"/>
                  </a:lnTo>
                  <a:lnTo>
                    <a:pt x="1165606" y="191008"/>
                  </a:lnTo>
                  <a:lnTo>
                    <a:pt x="1165606" y="1971421"/>
                  </a:lnTo>
                  <a:lnTo>
                    <a:pt x="1133856" y="1971421"/>
                  </a:lnTo>
                  <a:lnTo>
                    <a:pt x="1171956" y="2098421"/>
                  </a:lnTo>
                  <a:lnTo>
                    <a:pt x="1204341" y="1990471"/>
                  </a:lnTo>
                  <a:lnTo>
                    <a:pt x="1210056" y="1971421"/>
                  </a:lnTo>
                  <a:lnTo>
                    <a:pt x="1178306" y="1971421"/>
                  </a:lnTo>
                  <a:lnTo>
                    <a:pt x="1178306" y="191008"/>
                  </a:lnTo>
                  <a:lnTo>
                    <a:pt x="1210056" y="191008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7">
            <a:extLst>
              <a:ext uri="{FF2B5EF4-FFF2-40B4-BE49-F238E27FC236}">
                <a16:creationId xmlns:a16="http://schemas.microsoft.com/office/drawing/2014/main" id="{DAE6AC6D-55F9-EAE6-B4D7-4877E302AC8B}"/>
              </a:ext>
            </a:extLst>
          </p:cNvPr>
          <p:cNvSpPr txBox="1"/>
          <p:nvPr/>
        </p:nvSpPr>
        <p:spPr>
          <a:xfrm>
            <a:off x="3630295" y="3456813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𝑦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9F20EA88-6E43-87DE-F1F9-6ADCE1007D52}"/>
              </a:ext>
            </a:extLst>
          </p:cNvPr>
          <p:cNvSpPr/>
          <p:nvPr/>
        </p:nvSpPr>
        <p:spPr>
          <a:xfrm>
            <a:off x="3604259" y="2491739"/>
            <a:ext cx="993775" cy="368935"/>
          </a:xfrm>
          <a:custGeom>
            <a:avLst/>
            <a:gdLst/>
            <a:ahLst/>
            <a:cxnLst/>
            <a:rect l="l" t="t" r="r" b="b"/>
            <a:pathLst>
              <a:path w="993775" h="368935">
                <a:moveTo>
                  <a:pt x="993648" y="0"/>
                </a:moveTo>
                <a:lnTo>
                  <a:pt x="0" y="0"/>
                </a:lnTo>
                <a:lnTo>
                  <a:pt x="0" y="368808"/>
                </a:lnTo>
                <a:lnTo>
                  <a:pt x="993648" y="368808"/>
                </a:lnTo>
                <a:lnTo>
                  <a:pt x="993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FE4FF9CE-F5FE-4849-05AA-5BEA1FB4BFA8}"/>
              </a:ext>
            </a:extLst>
          </p:cNvPr>
          <p:cNvSpPr txBox="1"/>
          <p:nvPr/>
        </p:nvSpPr>
        <p:spPr>
          <a:xfrm>
            <a:off x="2879598" y="2298954"/>
            <a:ext cx="1595755" cy="5213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𝑥</a:t>
            </a:r>
            <a:endParaRPr sz="1600" dirty="0">
              <a:latin typeface="Cambria Math"/>
              <a:cs typeface="Cambria Math"/>
            </a:endParaRPr>
          </a:p>
          <a:p>
            <a:pPr marL="861060">
              <a:lnSpc>
                <a:spcPts val="2075"/>
              </a:lnSpc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5" dirty="0">
                <a:latin typeface="Cambria Math"/>
                <a:cs typeface="Cambria Math"/>
              </a:rPr>
              <a:t> </a:t>
            </a:r>
            <a:r>
              <a:rPr sz="1800" spc="5" dirty="0">
                <a:latin typeface="Cambria Math"/>
                <a:cs typeface="Cambria Math"/>
              </a:rPr>
              <a:t>(</a:t>
            </a:r>
            <a:r>
              <a:rPr sz="1800" spc="30" dirty="0">
                <a:latin typeface="Cambria Math"/>
                <a:cs typeface="Cambria Math"/>
              </a:rPr>
              <a:t>𝑟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55" dirty="0">
                <a:latin typeface="Cambria Math"/>
                <a:cs typeface="Cambria Math"/>
              </a:rPr>
              <a:t>𝜃</a:t>
            </a:r>
            <a:r>
              <a:rPr sz="1800" dirty="0">
                <a:latin typeface="Cambria Math"/>
                <a:cs typeface="Cambria Math"/>
              </a:rPr>
              <a:t>)</a:t>
            </a: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6F85E475-2B10-DB37-DED3-4C0FBF154F25}"/>
              </a:ext>
            </a:extLst>
          </p:cNvPr>
          <p:cNvSpPr/>
          <p:nvPr/>
        </p:nvSpPr>
        <p:spPr>
          <a:xfrm>
            <a:off x="2390139" y="2663189"/>
            <a:ext cx="1147445" cy="2045335"/>
          </a:xfrm>
          <a:custGeom>
            <a:avLst/>
            <a:gdLst/>
            <a:ahLst/>
            <a:cxnLst/>
            <a:rect l="l" t="t" r="r" b="b"/>
            <a:pathLst>
              <a:path w="1147445" h="2045335">
                <a:moveTo>
                  <a:pt x="1076977" y="106210"/>
                </a:moveTo>
                <a:lnTo>
                  <a:pt x="2667" y="2029841"/>
                </a:lnTo>
                <a:lnTo>
                  <a:pt x="0" y="2034413"/>
                </a:lnTo>
                <a:lnTo>
                  <a:pt x="1651" y="2040255"/>
                </a:lnTo>
                <a:lnTo>
                  <a:pt x="6223" y="2042795"/>
                </a:lnTo>
                <a:lnTo>
                  <a:pt x="10922" y="2045335"/>
                </a:lnTo>
                <a:lnTo>
                  <a:pt x="16637" y="2043684"/>
                </a:lnTo>
                <a:lnTo>
                  <a:pt x="1093613" y="115480"/>
                </a:lnTo>
                <a:lnTo>
                  <a:pt x="1076977" y="106210"/>
                </a:lnTo>
                <a:close/>
              </a:path>
              <a:path w="1147445" h="2045335">
                <a:moveTo>
                  <a:pt x="1127601" y="88900"/>
                </a:moveTo>
                <a:lnTo>
                  <a:pt x="1091564" y="88900"/>
                </a:lnTo>
                <a:lnTo>
                  <a:pt x="1100709" y="93980"/>
                </a:lnTo>
                <a:lnTo>
                  <a:pt x="1102360" y="99822"/>
                </a:lnTo>
                <a:lnTo>
                  <a:pt x="1093613" y="115480"/>
                </a:lnTo>
                <a:lnTo>
                  <a:pt x="1118615" y="129412"/>
                </a:lnTo>
                <a:lnTo>
                  <a:pt x="1127601" y="88900"/>
                </a:lnTo>
                <a:close/>
              </a:path>
              <a:path w="1147445" h="2045335">
                <a:moveTo>
                  <a:pt x="1091564" y="88900"/>
                </a:moveTo>
                <a:lnTo>
                  <a:pt x="1085723" y="90550"/>
                </a:lnTo>
                <a:lnTo>
                  <a:pt x="1076977" y="106210"/>
                </a:lnTo>
                <a:lnTo>
                  <a:pt x="1093613" y="115480"/>
                </a:lnTo>
                <a:lnTo>
                  <a:pt x="1102360" y="99822"/>
                </a:lnTo>
                <a:lnTo>
                  <a:pt x="1100709" y="93980"/>
                </a:lnTo>
                <a:lnTo>
                  <a:pt x="1091564" y="88900"/>
                </a:lnTo>
                <a:close/>
              </a:path>
              <a:path w="1147445" h="2045335">
                <a:moveTo>
                  <a:pt x="1147318" y="0"/>
                </a:moveTo>
                <a:lnTo>
                  <a:pt x="1052068" y="92329"/>
                </a:lnTo>
                <a:lnTo>
                  <a:pt x="1076977" y="106210"/>
                </a:lnTo>
                <a:lnTo>
                  <a:pt x="1085723" y="90550"/>
                </a:lnTo>
                <a:lnTo>
                  <a:pt x="1091564" y="88900"/>
                </a:lnTo>
                <a:lnTo>
                  <a:pt x="1127601" y="88900"/>
                </a:lnTo>
                <a:lnTo>
                  <a:pt x="114731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482E3691-5636-D40B-D121-F1FF1A8273D2}"/>
              </a:ext>
            </a:extLst>
          </p:cNvPr>
          <p:cNvSpPr txBox="1"/>
          <p:nvPr/>
        </p:nvSpPr>
        <p:spPr>
          <a:xfrm>
            <a:off x="2765298" y="3287395"/>
            <a:ext cx="121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𝑟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7" name="object 12">
            <a:extLst>
              <a:ext uri="{FF2B5EF4-FFF2-40B4-BE49-F238E27FC236}">
                <a16:creationId xmlns:a16="http://schemas.microsoft.com/office/drawing/2014/main" id="{28874F64-E6BD-0CD0-CA10-8C45E1827DAB}"/>
              </a:ext>
            </a:extLst>
          </p:cNvPr>
          <p:cNvGrpSpPr/>
          <p:nvPr/>
        </p:nvGrpSpPr>
        <p:grpSpPr>
          <a:xfrm>
            <a:off x="2391536" y="4410265"/>
            <a:ext cx="1720850" cy="297180"/>
            <a:chOff x="2391536" y="4410265"/>
            <a:chExt cx="1720850" cy="297180"/>
          </a:xfrm>
        </p:grpSpPr>
        <p:sp>
          <p:nvSpPr>
            <p:cNvPr id="28" name="object 13">
              <a:extLst>
                <a:ext uri="{FF2B5EF4-FFF2-40B4-BE49-F238E27FC236}">
                  <a16:creationId xmlns:a16="http://schemas.microsoft.com/office/drawing/2014/main" id="{8ABB79F2-B831-0C6B-F22B-1CEBEB5735A5}"/>
                </a:ext>
              </a:extLst>
            </p:cNvPr>
            <p:cNvSpPr/>
            <p:nvPr/>
          </p:nvSpPr>
          <p:spPr>
            <a:xfrm>
              <a:off x="2564891" y="4415028"/>
              <a:ext cx="219710" cy="281305"/>
            </a:xfrm>
            <a:custGeom>
              <a:avLst/>
              <a:gdLst/>
              <a:ahLst/>
              <a:cxnLst/>
              <a:rect l="l" t="t" r="r" b="b"/>
              <a:pathLst>
                <a:path w="219710" h="281304">
                  <a:moveTo>
                    <a:pt x="0" y="0"/>
                  </a:moveTo>
                  <a:lnTo>
                    <a:pt x="39435" y="4529"/>
                  </a:lnTo>
                  <a:lnTo>
                    <a:pt x="76557" y="17587"/>
                  </a:lnTo>
                  <a:lnTo>
                    <a:pt x="110743" y="38382"/>
                  </a:lnTo>
                  <a:lnTo>
                    <a:pt x="141374" y="66119"/>
                  </a:lnTo>
                  <a:lnTo>
                    <a:pt x="167828" y="100005"/>
                  </a:lnTo>
                  <a:lnTo>
                    <a:pt x="189483" y="139248"/>
                  </a:lnTo>
                  <a:lnTo>
                    <a:pt x="205721" y="183053"/>
                  </a:lnTo>
                  <a:lnTo>
                    <a:pt x="215918" y="230627"/>
                  </a:lnTo>
                  <a:lnTo>
                    <a:pt x="219456" y="281178"/>
                  </a:lnTo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9A6D1EB4-E5C8-F25A-9694-E640D657BAA9}"/>
                </a:ext>
              </a:extLst>
            </p:cNvPr>
            <p:cNvSpPr/>
            <p:nvPr/>
          </p:nvSpPr>
          <p:spPr>
            <a:xfrm>
              <a:off x="2401061" y="4697730"/>
              <a:ext cx="1701800" cy="0"/>
            </a:xfrm>
            <a:custGeom>
              <a:avLst/>
              <a:gdLst/>
              <a:ahLst/>
              <a:cxnLst/>
              <a:rect l="l" t="t" r="r" b="b"/>
              <a:pathLst>
                <a:path w="1701800">
                  <a:moveTo>
                    <a:pt x="0" y="0"/>
                  </a:moveTo>
                  <a:lnTo>
                    <a:pt x="1701291" y="0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15">
            <a:extLst>
              <a:ext uri="{FF2B5EF4-FFF2-40B4-BE49-F238E27FC236}">
                <a16:creationId xmlns:a16="http://schemas.microsoft.com/office/drawing/2014/main" id="{4B77A65B-A7EE-E82B-DE77-E93CE65655EF}"/>
              </a:ext>
            </a:extLst>
          </p:cNvPr>
          <p:cNvSpPr txBox="1"/>
          <p:nvPr/>
        </p:nvSpPr>
        <p:spPr>
          <a:xfrm>
            <a:off x="2073910" y="4247134"/>
            <a:ext cx="2591435" cy="178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𝜃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Cambria Math"/>
              <a:cs typeface="Cambria Math"/>
            </a:endParaRPr>
          </a:p>
          <a:p>
            <a:pPr marL="582930">
              <a:lnSpc>
                <a:spcPct val="100000"/>
              </a:lnSpc>
            </a:pPr>
            <a:r>
              <a:rPr sz="1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Reference</a:t>
            </a:r>
            <a:r>
              <a:rPr sz="160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Line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800" dirty="0">
                <a:latin typeface="Cambria Math"/>
                <a:cs typeface="Cambria Math"/>
              </a:rPr>
              <a:t>𝒓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Radial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Coordinate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𝜽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Transverse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Coordinate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1" name="object 16">
            <a:extLst>
              <a:ext uri="{FF2B5EF4-FFF2-40B4-BE49-F238E27FC236}">
                <a16:creationId xmlns:a16="http://schemas.microsoft.com/office/drawing/2014/main" id="{CD812049-3124-2AFE-B48F-B0C456768FD7}"/>
              </a:ext>
            </a:extLst>
          </p:cNvPr>
          <p:cNvGrpSpPr/>
          <p:nvPr/>
        </p:nvGrpSpPr>
        <p:grpSpPr>
          <a:xfrm>
            <a:off x="4425822" y="4403344"/>
            <a:ext cx="538480" cy="337185"/>
            <a:chOff x="4425822" y="4403344"/>
            <a:chExt cx="538480" cy="337185"/>
          </a:xfrm>
        </p:grpSpPr>
        <p:sp>
          <p:nvSpPr>
            <p:cNvPr id="32" name="object 17">
              <a:extLst>
                <a:ext uri="{FF2B5EF4-FFF2-40B4-BE49-F238E27FC236}">
                  <a16:creationId xmlns:a16="http://schemas.microsoft.com/office/drawing/2014/main" id="{CBBBA478-9955-C76F-B91E-BA626ADDB678}"/>
                </a:ext>
              </a:extLst>
            </p:cNvPr>
            <p:cNvSpPr/>
            <p:nvPr/>
          </p:nvSpPr>
          <p:spPr>
            <a:xfrm>
              <a:off x="4425822" y="4654804"/>
              <a:ext cx="538480" cy="85725"/>
            </a:xfrm>
            <a:custGeom>
              <a:avLst/>
              <a:gdLst/>
              <a:ahLst/>
              <a:cxnLst/>
              <a:rect l="l" t="t" r="r" b="b"/>
              <a:pathLst>
                <a:path w="538479" h="85725">
                  <a:moveTo>
                    <a:pt x="395224" y="0"/>
                  </a:moveTo>
                  <a:lnTo>
                    <a:pt x="395224" y="85725"/>
                  </a:lnTo>
                  <a:lnTo>
                    <a:pt x="490615" y="57150"/>
                  </a:lnTo>
                  <a:lnTo>
                    <a:pt x="417449" y="57150"/>
                  </a:lnTo>
                  <a:lnTo>
                    <a:pt x="423799" y="50800"/>
                  </a:lnTo>
                  <a:lnTo>
                    <a:pt x="423799" y="35052"/>
                  </a:lnTo>
                  <a:lnTo>
                    <a:pt x="417449" y="28575"/>
                  </a:lnTo>
                  <a:lnTo>
                    <a:pt x="490333" y="28575"/>
                  </a:lnTo>
                  <a:lnTo>
                    <a:pt x="395224" y="0"/>
                  </a:lnTo>
                  <a:close/>
                </a:path>
                <a:path w="538479" h="85725">
                  <a:moveTo>
                    <a:pt x="395224" y="28575"/>
                  </a:moveTo>
                  <a:lnTo>
                    <a:pt x="6476" y="28575"/>
                  </a:lnTo>
                  <a:lnTo>
                    <a:pt x="0" y="35052"/>
                  </a:lnTo>
                  <a:lnTo>
                    <a:pt x="0" y="50800"/>
                  </a:lnTo>
                  <a:lnTo>
                    <a:pt x="6476" y="57150"/>
                  </a:lnTo>
                  <a:lnTo>
                    <a:pt x="395224" y="57150"/>
                  </a:lnTo>
                  <a:lnTo>
                    <a:pt x="395224" y="28575"/>
                  </a:lnTo>
                  <a:close/>
                </a:path>
                <a:path w="538479" h="85725">
                  <a:moveTo>
                    <a:pt x="490333" y="28575"/>
                  </a:moveTo>
                  <a:lnTo>
                    <a:pt x="417449" y="28575"/>
                  </a:lnTo>
                  <a:lnTo>
                    <a:pt x="423799" y="35052"/>
                  </a:lnTo>
                  <a:lnTo>
                    <a:pt x="423799" y="50800"/>
                  </a:lnTo>
                  <a:lnTo>
                    <a:pt x="417449" y="57150"/>
                  </a:lnTo>
                  <a:lnTo>
                    <a:pt x="490615" y="57150"/>
                  </a:lnTo>
                  <a:lnTo>
                    <a:pt x="538099" y="42926"/>
                  </a:lnTo>
                  <a:lnTo>
                    <a:pt x="490333" y="28575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8">
              <a:extLst>
                <a:ext uri="{FF2B5EF4-FFF2-40B4-BE49-F238E27FC236}">
                  <a16:creationId xmlns:a16="http://schemas.microsoft.com/office/drawing/2014/main" id="{14778813-A0D5-FC76-9DF2-266DB5485D77}"/>
                </a:ext>
              </a:extLst>
            </p:cNvPr>
            <p:cNvSpPr/>
            <p:nvPr/>
          </p:nvSpPr>
          <p:spPr>
            <a:xfrm>
              <a:off x="4597907" y="4403344"/>
              <a:ext cx="74930" cy="13970"/>
            </a:xfrm>
            <a:custGeom>
              <a:avLst/>
              <a:gdLst/>
              <a:ahLst/>
              <a:cxnLst/>
              <a:rect l="l" t="t" r="r" b="b"/>
              <a:pathLst>
                <a:path w="74929" h="13970">
                  <a:moveTo>
                    <a:pt x="74675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74675" y="13715"/>
                  </a:lnTo>
                  <a:lnTo>
                    <a:pt x="74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19">
            <a:extLst>
              <a:ext uri="{FF2B5EF4-FFF2-40B4-BE49-F238E27FC236}">
                <a16:creationId xmlns:a16="http://schemas.microsoft.com/office/drawing/2014/main" id="{E14A515A-99DF-80CB-8FB1-F106947644A8}"/>
              </a:ext>
            </a:extLst>
          </p:cNvPr>
          <p:cNvSpPr txBox="1"/>
          <p:nvPr/>
        </p:nvSpPr>
        <p:spPr>
          <a:xfrm>
            <a:off x="4585842" y="4373372"/>
            <a:ext cx="100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𝒊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35" name="object 20">
            <a:extLst>
              <a:ext uri="{FF2B5EF4-FFF2-40B4-BE49-F238E27FC236}">
                <a16:creationId xmlns:a16="http://schemas.microsoft.com/office/drawing/2014/main" id="{4591178E-EA83-46DF-A683-25E08A325A04}"/>
              </a:ext>
            </a:extLst>
          </p:cNvPr>
          <p:cNvGrpSpPr/>
          <p:nvPr/>
        </p:nvGrpSpPr>
        <p:grpSpPr>
          <a:xfrm>
            <a:off x="2154554" y="1183386"/>
            <a:ext cx="289560" cy="604520"/>
            <a:chOff x="2154554" y="1183386"/>
            <a:chExt cx="289560" cy="604520"/>
          </a:xfrm>
        </p:grpSpPr>
        <p:sp>
          <p:nvSpPr>
            <p:cNvPr id="36" name="object 21">
              <a:extLst>
                <a:ext uri="{FF2B5EF4-FFF2-40B4-BE49-F238E27FC236}">
                  <a16:creationId xmlns:a16="http://schemas.microsoft.com/office/drawing/2014/main" id="{70F63980-5ABD-D9AB-1306-FB610B48D91E}"/>
                </a:ext>
              </a:extLst>
            </p:cNvPr>
            <p:cNvSpPr/>
            <p:nvPr/>
          </p:nvSpPr>
          <p:spPr>
            <a:xfrm>
              <a:off x="2358262" y="1183386"/>
              <a:ext cx="85725" cy="604520"/>
            </a:xfrm>
            <a:custGeom>
              <a:avLst/>
              <a:gdLst/>
              <a:ahLst/>
              <a:cxnLst/>
              <a:rect l="l" t="t" r="r" b="b"/>
              <a:pathLst>
                <a:path w="85725" h="604519">
                  <a:moveTo>
                    <a:pt x="50673" y="114300"/>
                  </a:moveTo>
                  <a:lnTo>
                    <a:pt x="34925" y="114300"/>
                  </a:lnTo>
                  <a:lnTo>
                    <a:pt x="28575" y="120650"/>
                  </a:lnTo>
                  <a:lnTo>
                    <a:pt x="28448" y="597535"/>
                  </a:lnTo>
                  <a:lnTo>
                    <a:pt x="34925" y="604012"/>
                  </a:lnTo>
                  <a:lnTo>
                    <a:pt x="50673" y="604012"/>
                  </a:lnTo>
                  <a:lnTo>
                    <a:pt x="57023" y="597535"/>
                  </a:lnTo>
                  <a:lnTo>
                    <a:pt x="57150" y="120650"/>
                  </a:lnTo>
                  <a:lnTo>
                    <a:pt x="50673" y="114300"/>
                  </a:lnTo>
                  <a:close/>
                </a:path>
                <a:path w="85725" h="604519">
                  <a:moveTo>
                    <a:pt x="42799" y="0"/>
                  </a:moveTo>
                  <a:lnTo>
                    <a:pt x="0" y="142875"/>
                  </a:lnTo>
                  <a:lnTo>
                    <a:pt x="28568" y="142875"/>
                  </a:lnTo>
                  <a:lnTo>
                    <a:pt x="28575" y="120650"/>
                  </a:lnTo>
                  <a:lnTo>
                    <a:pt x="34925" y="114300"/>
                  </a:lnTo>
                  <a:lnTo>
                    <a:pt x="77139" y="114300"/>
                  </a:lnTo>
                  <a:lnTo>
                    <a:pt x="42799" y="0"/>
                  </a:lnTo>
                  <a:close/>
                </a:path>
                <a:path w="85725" h="604519">
                  <a:moveTo>
                    <a:pt x="77139" y="114300"/>
                  </a:moveTo>
                  <a:lnTo>
                    <a:pt x="50673" y="114300"/>
                  </a:lnTo>
                  <a:lnTo>
                    <a:pt x="57150" y="120650"/>
                  </a:lnTo>
                  <a:lnTo>
                    <a:pt x="57146" y="142875"/>
                  </a:lnTo>
                  <a:lnTo>
                    <a:pt x="85725" y="142875"/>
                  </a:lnTo>
                  <a:lnTo>
                    <a:pt x="77139" y="11430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2">
              <a:extLst>
                <a:ext uri="{FF2B5EF4-FFF2-40B4-BE49-F238E27FC236}">
                  <a16:creationId xmlns:a16="http://schemas.microsoft.com/office/drawing/2014/main" id="{7031E8FB-E63D-612D-0741-70C498EB7A6F}"/>
                </a:ext>
              </a:extLst>
            </p:cNvPr>
            <p:cNvSpPr/>
            <p:nvPr/>
          </p:nvSpPr>
          <p:spPr>
            <a:xfrm>
              <a:off x="2154554" y="1454277"/>
              <a:ext cx="79375" cy="13970"/>
            </a:xfrm>
            <a:custGeom>
              <a:avLst/>
              <a:gdLst/>
              <a:ahLst/>
              <a:cxnLst/>
              <a:rect l="l" t="t" r="r" b="b"/>
              <a:pathLst>
                <a:path w="79375" h="13969">
                  <a:moveTo>
                    <a:pt x="792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79247" y="13715"/>
                  </a:lnTo>
                  <a:lnTo>
                    <a:pt x="792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23">
            <a:extLst>
              <a:ext uri="{FF2B5EF4-FFF2-40B4-BE49-F238E27FC236}">
                <a16:creationId xmlns:a16="http://schemas.microsoft.com/office/drawing/2014/main" id="{4A96FED7-08FC-CEBE-E9C4-E29F6C999A2D}"/>
              </a:ext>
            </a:extLst>
          </p:cNvPr>
          <p:cNvSpPr txBox="1"/>
          <p:nvPr/>
        </p:nvSpPr>
        <p:spPr>
          <a:xfrm>
            <a:off x="2142235" y="1423542"/>
            <a:ext cx="104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𝒋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39" name="object 24">
            <a:extLst>
              <a:ext uri="{FF2B5EF4-FFF2-40B4-BE49-F238E27FC236}">
                <a16:creationId xmlns:a16="http://schemas.microsoft.com/office/drawing/2014/main" id="{E88707CF-B368-84CD-F9A2-1D503C33EED7}"/>
              </a:ext>
            </a:extLst>
          </p:cNvPr>
          <p:cNvGrpSpPr/>
          <p:nvPr/>
        </p:nvGrpSpPr>
        <p:grpSpPr>
          <a:xfrm>
            <a:off x="3579621" y="1784476"/>
            <a:ext cx="590550" cy="798830"/>
            <a:chOff x="3579621" y="1784476"/>
            <a:chExt cx="590550" cy="798830"/>
          </a:xfrm>
        </p:grpSpPr>
        <p:sp>
          <p:nvSpPr>
            <p:cNvPr id="40" name="object 25">
              <a:extLst>
                <a:ext uri="{FF2B5EF4-FFF2-40B4-BE49-F238E27FC236}">
                  <a16:creationId xmlns:a16="http://schemas.microsoft.com/office/drawing/2014/main" id="{88BE47B4-C77C-3677-C1DA-EAD3F90EF7D2}"/>
                </a:ext>
              </a:extLst>
            </p:cNvPr>
            <p:cNvSpPr/>
            <p:nvPr/>
          </p:nvSpPr>
          <p:spPr>
            <a:xfrm>
              <a:off x="3579621" y="1981961"/>
              <a:ext cx="364490" cy="601345"/>
            </a:xfrm>
            <a:custGeom>
              <a:avLst/>
              <a:gdLst/>
              <a:ahLst/>
              <a:cxnLst/>
              <a:rect l="l" t="t" r="r" b="b"/>
              <a:pathLst>
                <a:path w="364489" h="601344">
                  <a:moveTo>
                    <a:pt x="278983" y="115472"/>
                  </a:moveTo>
                  <a:lnTo>
                    <a:pt x="3937" y="577596"/>
                  </a:lnTo>
                  <a:lnTo>
                    <a:pt x="0" y="584453"/>
                  </a:lnTo>
                  <a:lnTo>
                    <a:pt x="2158" y="593216"/>
                  </a:lnTo>
                  <a:lnTo>
                    <a:pt x="15748" y="601217"/>
                  </a:lnTo>
                  <a:lnTo>
                    <a:pt x="24511" y="599059"/>
                  </a:lnTo>
                  <a:lnTo>
                    <a:pt x="303508" y="130060"/>
                  </a:lnTo>
                  <a:lnTo>
                    <a:pt x="278983" y="115472"/>
                  </a:lnTo>
                  <a:close/>
                </a:path>
                <a:path w="364489" h="601344">
                  <a:moveTo>
                    <a:pt x="340656" y="94234"/>
                  </a:moveTo>
                  <a:lnTo>
                    <a:pt x="299085" y="94234"/>
                  </a:lnTo>
                  <a:lnTo>
                    <a:pt x="312674" y="102235"/>
                  </a:lnTo>
                  <a:lnTo>
                    <a:pt x="314832" y="110998"/>
                  </a:lnTo>
                  <a:lnTo>
                    <a:pt x="303508" y="130060"/>
                  </a:lnTo>
                  <a:lnTo>
                    <a:pt x="328040" y="144652"/>
                  </a:lnTo>
                  <a:lnTo>
                    <a:pt x="340656" y="94234"/>
                  </a:lnTo>
                  <a:close/>
                </a:path>
                <a:path w="364489" h="601344">
                  <a:moveTo>
                    <a:pt x="299085" y="94234"/>
                  </a:moveTo>
                  <a:lnTo>
                    <a:pt x="290322" y="96392"/>
                  </a:lnTo>
                  <a:lnTo>
                    <a:pt x="278983" y="115472"/>
                  </a:lnTo>
                  <a:lnTo>
                    <a:pt x="303508" y="130060"/>
                  </a:lnTo>
                  <a:lnTo>
                    <a:pt x="314832" y="110998"/>
                  </a:lnTo>
                  <a:lnTo>
                    <a:pt x="312674" y="102235"/>
                  </a:lnTo>
                  <a:lnTo>
                    <a:pt x="299085" y="94234"/>
                  </a:lnTo>
                  <a:close/>
                </a:path>
                <a:path w="364489" h="601344">
                  <a:moveTo>
                    <a:pt x="364236" y="0"/>
                  </a:moveTo>
                  <a:lnTo>
                    <a:pt x="254380" y="100837"/>
                  </a:lnTo>
                  <a:lnTo>
                    <a:pt x="278983" y="115472"/>
                  </a:lnTo>
                  <a:lnTo>
                    <a:pt x="290322" y="96392"/>
                  </a:lnTo>
                  <a:lnTo>
                    <a:pt x="299085" y="94234"/>
                  </a:lnTo>
                  <a:lnTo>
                    <a:pt x="340656" y="94234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6">
              <a:extLst>
                <a:ext uri="{FF2B5EF4-FFF2-40B4-BE49-F238E27FC236}">
                  <a16:creationId xmlns:a16="http://schemas.microsoft.com/office/drawing/2014/main" id="{DD5284B7-36B4-86C4-3FE1-C10B2673F1DF}"/>
                </a:ext>
              </a:extLst>
            </p:cNvPr>
            <p:cNvSpPr/>
            <p:nvPr/>
          </p:nvSpPr>
          <p:spPr>
            <a:xfrm>
              <a:off x="3950461" y="1784476"/>
              <a:ext cx="219710" cy="13970"/>
            </a:xfrm>
            <a:custGeom>
              <a:avLst/>
              <a:gdLst/>
              <a:ahLst/>
              <a:cxnLst/>
              <a:rect l="l" t="t" r="r" b="b"/>
              <a:pathLst>
                <a:path w="219710" h="13969">
                  <a:moveTo>
                    <a:pt x="219456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219456" y="13715"/>
                  </a:lnTo>
                  <a:lnTo>
                    <a:pt x="2194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27">
            <a:extLst>
              <a:ext uri="{FF2B5EF4-FFF2-40B4-BE49-F238E27FC236}">
                <a16:creationId xmlns:a16="http://schemas.microsoft.com/office/drawing/2014/main" id="{6C3A180C-AEB1-720F-935B-65261845D24F}"/>
              </a:ext>
            </a:extLst>
          </p:cNvPr>
          <p:cNvSpPr txBox="1"/>
          <p:nvPr/>
        </p:nvSpPr>
        <p:spPr>
          <a:xfrm>
            <a:off x="3912996" y="1715769"/>
            <a:ext cx="287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mbria Math"/>
                <a:cs typeface="Cambria Math"/>
              </a:rPr>
              <a:t>𝒖</a:t>
            </a:r>
            <a:r>
              <a:rPr sz="1725" baseline="-14492" dirty="0">
                <a:latin typeface="Cambria Math"/>
                <a:cs typeface="Cambria Math"/>
              </a:rPr>
              <a:t>𝒓</a:t>
            </a:r>
            <a:endParaRPr sz="1725" baseline="-14492">
              <a:latin typeface="Cambria Math"/>
              <a:cs typeface="Cambria Math"/>
            </a:endParaRPr>
          </a:p>
        </p:txBody>
      </p:sp>
      <p:grpSp>
        <p:nvGrpSpPr>
          <p:cNvPr id="43" name="object 28">
            <a:extLst>
              <a:ext uri="{FF2B5EF4-FFF2-40B4-BE49-F238E27FC236}">
                <a16:creationId xmlns:a16="http://schemas.microsoft.com/office/drawing/2014/main" id="{1ECB4ED1-69C8-6DF3-FF9E-3403A56FB1AC}"/>
              </a:ext>
            </a:extLst>
          </p:cNvPr>
          <p:cNvGrpSpPr/>
          <p:nvPr/>
        </p:nvGrpSpPr>
        <p:grpSpPr>
          <a:xfrm>
            <a:off x="2790063" y="1928114"/>
            <a:ext cx="794385" cy="646430"/>
            <a:chOff x="2790063" y="1928114"/>
            <a:chExt cx="794385" cy="646430"/>
          </a:xfrm>
        </p:grpSpPr>
        <p:sp>
          <p:nvSpPr>
            <p:cNvPr id="44" name="object 29">
              <a:extLst>
                <a:ext uri="{FF2B5EF4-FFF2-40B4-BE49-F238E27FC236}">
                  <a16:creationId xmlns:a16="http://schemas.microsoft.com/office/drawing/2014/main" id="{21BC6A34-6156-1491-4A50-FC377B353818}"/>
                </a:ext>
              </a:extLst>
            </p:cNvPr>
            <p:cNvSpPr/>
            <p:nvPr/>
          </p:nvSpPr>
          <p:spPr>
            <a:xfrm>
              <a:off x="2940558" y="2199894"/>
              <a:ext cx="643890" cy="374650"/>
            </a:xfrm>
            <a:custGeom>
              <a:avLst/>
              <a:gdLst/>
              <a:ahLst/>
              <a:cxnLst/>
              <a:rect l="l" t="t" r="r" b="b"/>
              <a:pathLst>
                <a:path w="643889" h="374650">
                  <a:moveTo>
                    <a:pt x="131144" y="58384"/>
                  </a:moveTo>
                  <a:lnTo>
                    <a:pt x="117052" y="83151"/>
                  </a:lnTo>
                  <a:lnTo>
                    <a:pt x="627126" y="374268"/>
                  </a:lnTo>
                  <a:lnTo>
                    <a:pt x="635762" y="371855"/>
                  </a:lnTo>
                  <a:lnTo>
                    <a:pt x="643636" y="358139"/>
                  </a:lnTo>
                  <a:lnTo>
                    <a:pt x="641222" y="349376"/>
                  </a:lnTo>
                  <a:lnTo>
                    <a:pt x="634365" y="345566"/>
                  </a:lnTo>
                  <a:lnTo>
                    <a:pt x="131144" y="58384"/>
                  </a:lnTo>
                  <a:close/>
                </a:path>
                <a:path w="643889" h="374650">
                  <a:moveTo>
                    <a:pt x="0" y="0"/>
                  </a:moveTo>
                  <a:lnTo>
                    <a:pt x="102869" y="108076"/>
                  </a:lnTo>
                  <a:lnTo>
                    <a:pt x="117052" y="83151"/>
                  </a:lnTo>
                  <a:lnTo>
                    <a:pt x="104648" y="76072"/>
                  </a:lnTo>
                  <a:lnTo>
                    <a:pt x="97790" y="72262"/>
                  </a:lnTo>
                  <a:lnTo>
                    <a:pt x="95377" y="63500"/>
                  </a:lnTo>
                  <a:lnTo>
                    <a:pt x="99314" y="56641"/>
                  </a:lnTo>
                  <a:lnTo>
                    <a:pt x="103124" y="49783"/>
                  </a:lnTo>
                  <a:lnTo>
                    <a:pt x="111887" y="47370"/>
                  </a:lnTo>
                  <a:lnTo>
                    <a:pt x="137411" y="47370"/>
                  </a:lnTo>
                  <a:lnTo>
                    <a:pt x="145287" y="33527"/>
                  </a:lnTo>
                  <a:lnTo>
                    <a:pt x="0" y="0"/>
                  </a:lnTo>
                  <a:close/>
                </a:path>
                <a:path w="643889" h="374650">
                  <a:moveTo>
                    <a:pt x="111887" y="47370"/>
                  </a:moveTo>
                  <a:lnTo>
                    <a:pt x="103124" y="49783"/>
                  </a:lnTo>
                  <a:lnTo>
                    <a:pt x="99314" y="56641"/>
                  </a:lnTo>
                  <a:lnTo>
                    <a:pt x="95377" y="63500"/>
                  </a:lnTo>
                  <a:lnTo>
                    <a:pt x="97790" y="72262"/>
                  </a:lnTo>
                  <a:lnTo>
                    <a:pt x="104648" y="76072"/>
                  </a:lnTo>
                  <a:lnTo>
                    <a:pt x="117052" y="83151"/>
                  </a:lnTo>
                  <a:lnTo>
                    <a:pt x="131144" y="58384"/>
                  </a:lnTo>
                  <a:lnTo>
                    <a:pt x="111887" y="47370"/>
                  </a:lnTo>
                  <a:close/>
                </a:path>
                <a:path w="643889" h="374650">
                  <a:moveTo>
                    <a:pt x="137411" y="47370"/>
                  </a:moveTo>
                  <a:lnTo>
                    <a:pt x="111887" y="47370"/>
                  </a:lnTo>
                  <a:lnTo>
                    <a:pt x="131144" y="58384"/>
                  </a:lnTo>
                  <a:lnTo>
                    <a:pt x="137411" y="4737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0">
              <a:extLst>
                <a:ext uri="{FF2B5EF4-FFF2-40B4-BE49-F238E27FC236}">
                  <a16:creationId xmlns:a16="http://schemas.microsoft.com/office/drawing/2014/main" id="{5808B84F-C17B-CAA4-C33B-68C09E8F8AAA}"/>
                </a:ext>
              </a:extLst>
            </p:cNvPr>
            <p:cNvSpPr/>
            <p:nvPr/>
          </p:nvSpPr>
          <p:spPr>
            <a:xfrm>
              <a:off x="2790063" y="1928114"/>
              <a:ext cx="233679" cy="13970"/>
            </a:xfrm>
            <a:custGeom>
              <a:avLst/>
              <a:gdLst/>
              <a:ahLst/>
              <a:cxnLst/>
              <a:rect l="l" t="t" r="r" b="b"/>
              <a:pathLst>
                <a:path w="233680" h="13969">
                  <a:moveTo>
                    <a:pt x="233172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233172" y="13715"/>
                  </a:lnTo>
                  <a:lnTo>
                    <a:pt x="2331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31">
            <a:extLst>
              <a:ext uri="{FF2B5EF4-FFF2-40B4-BE49-F238E27FC236}">
                <a16:creationId xmlns:a16="http://schemas.microsoft.com/office/drawing/2014/main" id="{2664FBC6-B92F-8B5F-BDF2-94B9BADE9964}"/>
              </a:ext>
            </a:extLst>
          </p:cNvPr>
          <p:cNvSpPr txBox="1"/>
          <p:nvPr/>
        </p:nvSpPr>
        <p:spPr>
          <a:xfrm>
            <a:off x="2777744" y="1859406"/>
            <a:ext cx="156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𝒖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7" name="object 32">
            <a:extLst>
              <a:ext uri="{FF2B5EF4-FFF2-40B4-BE49-F238E27FC236}">
                <a16:creationId xmlns:a16="http://schemas.microsoft.com/office/drawing/2014/main" id="{F87A1DEA-9413-8278-FCFC-E5B7B339386D}"/>
              </a:ext>
            </a:extLst>
          </p:cNvPr>
          <p:cNvSpPr txBox="1"/>
          <p:nvPr/>
        </p:nvSpPr>
        <p:spPr>
          <a:xfrm>
            <a:off x="2908807" y="1955418"/>
            <a:ext cx="11811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10" dirty="0">
                <a:latin typeface="Cambria Math"/>
                <a:cs typeface="Cambria Math"/>
              </a:rPr>
              <a:t>𝜽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8" name="object 33">
            <a:extLst>
              <a:ext uri="{FF2B5EF4-FFF2-40B4-BE49-F238E27FC236}">
                <a16:creationId xmlns:a16="http://schemas.microsoft.com/office/drawing/2014/main" id="{D18A7008-D229-2FAA-1C9F-362F77FCC1D7}"/>
              </a:ext>
            </a:extLst>
          </p:cNvPr>
          <p:cNvSpPr txBox="1"/>
          <p:nvPr/>
        </p:nvSpPr>
        <p:spPr>
          <a:xfrm>
            <a:off x="6175628" y="1388186"/>
            <a:ext cx="27914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F5D94F4-3E43-DB69-7D02-7BC5C2745328}"/>
              </a:ext>
            </a:extLst>
          </p:cNvPr>
          <p:cNvSpPr txBox="1">
            <a:spLocks/>
          </p:cNvSpPr>
          <p:nvPr/>
        </p:nvSpPr>
        <p:spPr>
          <a:xfrm>
            <a:off x="147783" y="237261"/>
            <a:ext cx="1204421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Particle Kinematics: Radial &amp; Transverse Components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183943-7864-2B14-E1ED-89E128BCD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133" y="3009137"/>
            <a:ext cx="6403292" cy="1082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270851-ADAB-AA25-AFD1-27F596FC0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133" y="1061671"/>
            <a:ext cx="5334000" cy="1514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B7EC20-1913-9CED-818E-FA712B86C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77" y="926973"/>
            <a:ext cx="48958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9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C243BC-BA56-6347-2B66-E979FBED5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262" y="142875"/>
            <a:ext cx="6467475" cy="657225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8EC4066E-F1E3-9807-083C-B420DEE4B1CC}"/>
              </a:ext>
            </a:extLst>
          </p:cNvPr>
          <p:cNvSpPr txBox="1">
            <a:spLocks/>
          </p:cNvSpPr>
          <p:nvPr/>
        </p:nvSpPr>
        <p:spPr>
          <a:xfrm>
            <a:off x="1655941" y="237261"/>
            <a:ext cx="1008347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Particle Kinematics: Cylindrical Components</a:t>
            </a:r>
          </a:p>
        </p:txBody>
      </p:sp>
    </p:spTree>
    <p:extLst>
      <p:ext uri="{BB962C8B-B14F-4D97-AF65-F5344CB8AC3E}">
        <p14:creationId xmlns:p14="http://schemas.microsoft.com/office/powerpoint/2010/main" val="69037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F6D6-0CC4-5CFF-F259-8F402B141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217CA0D3-E9E3-7A62-3B9B-C56258E20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pic>
        <p:nvPicPr>
          <p:cNvPr id="46" name="Picture 45" descr="A diagram of a mathematical component&#10;&#10;Description automatically generated">
            <a:extLst>
              <a:ext uri="{FF2B5EF4-FFF2-40B4-BE49-F238E27FC236}">
                <a16:creationId xmlns:a16="http://schemas.microsoft.com/office/drawing/2014/main" id="{797A058F-A1F9-D8A3-95A4-1CAEB8E3E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28" y="209284"/>
            <a:ext cx="9932180" cy="643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1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4833288F-7C76-79D5-EF87-62063DC04E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0592" y="1284732"/>
            <a:ext cx="7856220" cy="5251704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7C4C4395-09DD-914E-D1CD-CC3A5813D472}"/>
              </a:ext>
            </a:extLst>
          </p:cNvPr>
          <p:cNvSpPr txBox="1">
            <a:spLocks/>
          </p:cNvSpPr>
          <p:nvPr/>
        </p:nvSpPr>
        <p:spPr>
          <a:xfrm>
            <a:off x="1037105" y="136525"/>
            <a:ext cx="1053605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Particle Kinematics: Cylindrical Components</a:t>
            </a:r>
          </a:p>
        </p:txBody>
      </p:sp>
    </p:spTree>
    <p:extLst>
      <p:ext uri="{BB962C8B-B14F-4D97-AF65-F5344CB8AC3E}">
        <p14:creationId xmlns:p14="http://schemas.microsoft.com/office/powerpoint/2010/main" val="4066329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3FDF0181-7782-C069-EA2C-6CB661A43696}"/>
              </a:ext>
            </a:extLst>
          </p:cNvPr>
          <p:cNvGrpSpPr/>
          <p:nvPr/>
        </p:nvGrpSpPr>
        <p:grpSpPr>
          <a:xfrm>
            <a:off x="2005583" y="1153667"/>
            <a:ext cx="8397240" cy="5313045"/>
            <a:chOff x="2005583" y="1153667"/>
            <a:chExt cx="8397240" cy="531304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ABB9931-2416-8725-436D-3EDDB2B9860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5583" y="1153667"/>
              <a:ext cx="8397240" cy="5312664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E3039E9-55FA-6A7A-229E-5EBC13A399A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5583" y="2772155"/>
              <a:ext cx="2724912" cy="2075688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C77C469C-0CED-2458-E2C8-7677AC93E51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2283" y="4837176"/>
              <a:ext cx="2458212" cy="1295400"/>
            </a:xfrm>
            <a:prstGeom prst="rect">
              <a:avLst/>
            </a:prstGeom>
          </p:spPr>
        </p:pic>
      </p:grpSp>
      <p:sp>
        <p:nvSpPr>
          <p:cNvPr id="10" name="object 2">
            <a:extLst>
              <a:ext uri="{FF2B5EF4-FFF2-40B4-BE49-F238E27FC236}">
                <a16:creationId xmlns:a16="http://schemas.microsoft.com/office/drawing/2014/main" id="{1E33A376-6582-55EB-70FB-8891F0A4A17F}"/>
              </a:ext>
            </a:extLst>
          </p:cNvPr>
          <p:cNvSpPr txBox="1">
            <a:spLocks/>
          </p:cNvSpPr>
          <p:nvPr/>
        </p:nvSpPr>
        <p:spPr>
          <a:xfrm>
            <a:off x="1655941" y="237261"/>
            <a:ext cx="1053605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Particle Kinematics: Cylindrical Components</a:t>
            </a:r>
          </a:p>
        </p:txBody>
      </p:sp>
    </p:spTree>
    <p:extLst>
      <p:ext uri="{BB962C8B-B14F-4D97-AF65-F5344CB8AC3E}">
        <p14:creationId xmlns:p14="http://schemas.microsoft.com/office/powerpoint/2010/main" val="356046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4F813E3A-6907-2D83-668C-BEF7F7BAB6FC}"/>
              </a:ext>
            </a:extLst>
          </p:cNvPr>
          <p:cNvGrpSpPr/>
          <p:nvPr/>
        </p:nvGrpSpPr>
        <p:grpSpPr>
          <a:xfrm>
            <a:off x="2267711" y="1153667"/>
            <a:ext cx="7656830" cy="5461000"/>
            <a:chOff x="2267711" y="1153667"/>
            <a:chExt cx="7656830" cy="5461000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7B415C-E5E5-C0B8-B50A-3E615BC430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11" y="1153667"/>
              <a:ext cx="7656576" cy="5460492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1C4AD6F-5991-8F92-6504-299E4A75D6B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5559" y="3720083"/>
              <a:ext cx="3009900" cy="1228344"/>
            </a:xfrm>
            <a:prstGeom prst="rect">
              <a:avLst/>
            </a:prstGeom>
          </p:spPr>
        </p:pic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412B8891-E3E5-4C71-9772-A43A8D0990B4}"/>
              </a:ext>
            </a:extLst>
          </p:cNvPr>
          <p:cNvSpPr txBox="1">
            <a:spLocks/>
          </p:cNvSpPr>
          <p:nvPr/>
        </p:nvSpPr>
        <p:spPr>
          <a:xfrm>
            <a:off x="1655941" y="237261"/>
            <a:ext cx="1053605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Particle Kinematics: Cylindrical Components</a:t>
            </a:r>
          </a:p>
        </p:txBody>
      </p:sp>
    </p:spTree>
    <p:extLst>
      <p:ext uri="{BB962C8B-B14F-4D97-AF65-F5344CB8AC3E}">
        <p14:creationId xmlns:p14="http://schemas.microsoft.com/office/powerpoint/2010/main" val="175231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 rot="10800000">
            <a:off x="-716119" y="4800600"/>
            <a:ext cx="2057402" cy="215384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867"/>
              </a:lnSpc>
            </a:pPr>
            <a:endParaRPr sz="80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EEE24844-2530-2B7F-5D29-F95C38E112A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7606" y="1198406"/>
            <a:ext cx="3128818" cy="39185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2B3BD0E1-732D-8875-32B0-CFB2C82EEBD1}"/>
                  </a:ext>
                </a:extLst>
              </p:cNvPr>
              <p:cNvSpPr txBox="1"/>
              <p:nvPr/>
            </p:nvSpPr>
            <p:spPr>
              <a:xfrm>
                <a:off x="774700" y="755024"/>
                <a:ext cx="6189518" cy="4296817"/>
              </a:xfrm>
              <a:prstGeom prst="rect">
                <a:avLst/>
              </a:prstGeom>
            </p:spPr>
            <p:txBody>
              <a:bodyPr vert="horz" wrap="square" lIns="0" tIns="139065" rIns="0" bIns="0" rtlCol="0">
                <a:spAutoFit/>
              </a:bodyPr>
              <a:lstStyle/>
              <a:p>
                <a:pPr marL="25400" algn="just">
                  <a:lnSpc>
                    <a:spcPct val="100000"/>
                  </a:lnSpc>
                  <a:spcBef>
                    <a:spcPts val="1095"/>
                  </a:spcBef>
                </a:pPr>
                <a:r>
                  <a:rPr lang="en-US" sz="2400" b="1" spc="-5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Problem:</a:t>
                </a:r>
              </a:p>
              <a:p>
                <a:pPr marL="25400" algn="just">
                  <a:lnSpc>
                    <a:spcPct val="100000"/>
                  </a:lnSpc>
                  <a:spcBef>
                    <a:spcPts val="1095"/>
                  </a:spcBef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oscillation of rod OA about O is defined by the relation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𝝅</m:t>
                            </m:r>
                          </m:den>
                        </m:f>
                      </m:e>
                    </m:d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𝐬𝐢𝐧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𝝅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 are expressed in radians and seconds, respectively. Collar B slides along the rod so that its distance from O is </a:t>
                </a:r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= 6(1-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r and t are expressed in inches and seconds, respectively. When </a:t>
                </a:r>
                <a:r>
                  <a:rPr lang="en-US" sz="2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=1s,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determine </a:t>
                </a:r>
              </a:p>
              <a:p>
                <a:pPr marL="482600" indent="-457200" algn="just">
                  <a:lnSpc>
                    <a:spcPct val="100000"/>
                  </a:lnSpc>
                  <a:spcBef>
                    <a:spcPts val="1095"/>
                  </a:spcBef>
                  <a:buAutoNum type="alphaLcParenBoth"/>
                </a:pPr>
                <a:r>
                  <a:rPr lang="en-US" sz="2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velocity of the collar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5400" algn="just">
                  <a:lnSpc>
                    <a:spcPct val="100000"/>
                  </a:lnSpc>
                  <a:spcBef>
                    <a:spcPts val="1095"/>
                  </a:spcBef>
                </a:pPr>
                <a:r>
                  <a:rPr lang="en-US" sz="2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the acceleration of the collar, </a:t>
                </a:r>
              </a:p>
              <a:p>
                <a:pPr marL="25400" algn="just">
                  <a:lnSpc>
                    <a:spcPct val="100000"/>
                  </a:lnSpc>
                  <a:spcBef>
                    <a:spcPts val="1095"/>
                  </a:spcBef>
                </a:pPr>
                <a:r>
                  <a:rPr lang="en-US" sz="2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the acceleration of the collar relative to the rod.</a:t>
                </a:r>
                <a:endParaRPr sz="2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2B3BD0E1-732D-8875-32B0-CFB2C82EE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00" y="755024"/>
                <a:ext cx="6189518" cy="4296817"/>
              </a:xfrm>
              <a:prstGeom prst="rect">
                <a:avLst/>
              </a:prstGeom>
              <a:blipFill>
                <a:blip r:embed="rId3"/>
                <a:stretch>
                  <a:fillRect l="-2562" r="-2759" b="-297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2">
            <a:extLst>
              <a:ext uri="{FF2B5EF4-FFF2-40B4-BE49-F238E27FC236}">
                <a16:creationId xmlns:a16="http://schemas.microsoft.com/office/drawing/2014/main" id="{A25DCC8D-55F8-A571-950F-0C6A4BD39564}"/>
              </a:ext>
            </a:extLst>
          </p:cNvPr>
          <p:cNvSpPr txBox="1">
            <a:spLocks/>
          </p:cNvSpPr>
          <p:nvPr/>
        </p:nvSpPr>
        <p:spPr>
          <a:xfrm>
            <a:off x="1655942" y="136525"/>
            <a:ext cx="8420932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5" dirty="0">
                <a:solidFill>
                  <a:srgbClr val="6F2F9F"/>
                </a:solidFill>
                <a:latin typeface="Times New Roman"/>
                <a:cs typeface="Times New Roman"/>
              </a:rPr>
              <a:t>Particle Kinematics: Cylindrical Components</a:t>
            </a:r>
          </a:p>
        </p:txBody>
      </p:sp>
    </p:spTree>
    <p:extLst>
      <p:ext uri="{BB962C8B-B14F-4D97-AF65-F5344CB8AC3E}">
        <p14:creationId xmlns:p14="http://schemas.microsoft.com/office/powerpoint/2010/main" val="1064297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79C2033E-4DA1-E868-8015-9D3E0DB314E7}"/>
                  </a:ext>
                </a:extLst>
              </p:cNvPr>
              <p:cNvSpPr txBox="1"/>
              <p:nvPr/>
            </p:nvSpPr>
            <p:spPr>
              <a:xfrm>
                <a:off x="461819" y="864998"/>
                <a:ext cx="11665526" cy="2256894"/>
              </a:xfrm>
              <a:prstGeom prst="rect">
                <a:avLst/>
              </a:prstGeom>
            </p:spPr>
            <p:txBody>
              <a:bodyPr vert="horz" wrap="square" lIns="0" tIns="139065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1095"/>
                  </a:spcBef>
                </a:pPr>
                <a:r>
                  <a:rPr sz="2400" b="1" spc="-5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Problem:</a:t>
                </a:r>
                <a:endParaRPr sz="2400" dirty="0">
                  <a:latin typeface="Times New Roman"/>
                  <a:cs typeface="Times New Roman"/>
                </a:endParaRPr>
              </a:p>
              <a:p>
                <a:pPr marL="25400" marR="17780" indent="457200" algn="just">
                  <a:lnSpc>
                    <a:spcPct val="102499"/>
                  </a:lnSpc>
                  <a:spcBef>
                    <a:spcPts val="925"/>
                  </a:spcBef>
                </a:pPr>
                <a:r>
                  <a:rPr sz="2400" spc="-5" dirty="0">
                    <a:latin typeface="Times New Roman"/>
                    <a:cs typeface="Times New Roman"/>
                  </a:rPr>
                  <a:t>A </a:t>
                </a:r>
                <a:r>
                  <a:rPr sz="2400" dirty="0">
                    <a:latin typeface="Times New Roman"/>
                    <a:cs typeface="Times New Roman"/>
                  </a:rPr>
                  <a:t>1-kg ball is </a:t>
                </a:r>
                <a:r>
                  <a:rPr sz="2400" spc="-5" dirty="0">
                    <a:latin typeface="Times New Roman"/>
                    <a:cs typeface="Times New Roman"/>
                  </a:rPr>
                  <a:t>being </a:t>
                </a:r>
                <a:r>
                  <a:rPr sz="2400" dirty="0">
                    <a:latin typeface="Times New Roman"/>
                    <a:cs typeface="Times New Roman"/>
                  </a:rPr>
                  <a:t>pushed by a rod to </a:t>
                </a:r>
                <a:r>
                  <a:rPr sz="2400" spc="-5" dirty="0">
                    <a:latin typeface="Times New Roman"/>
                    <a:cs typeface="Times New Roman"/>
                  </a:rPr>
                  <a:t>move in </a:t>
                </a:r>
                <a:r>
                  <a:rPr sz="2400" dirty="0">
                    <a:latin typeface="Times New Roman"/>
                    <a:cs typeface="Times New Roman"/>
                  </a:rPr>
                  <a:t>a </a:t>
                </a:r>
                <a:r>
                  <a:rPr sz="2400" spc="-5" dirty="0">
                    <a:latin typeface="Times New Roman"/>
                    <a:cs typeface="Times New Roman"/>
                  </a:rPr>
                  <a:t>horizontal </a:t>
                </a:r>
                <a:r>
                  <a:rPr sz="2400" dirty="0">
                    <a:latin typeface="Times New Roman"/>
                    <a:cs typeface="Times New Roman"/>
                  </a:rPr>
                  <a:t>grooved, </a:t>
                </a:r>
                <a:r>
                  <a:rPr sz="2400" spc="-5" dirty="0">
                    <a:latin typeface="Times New Roman"/>
                    <a:cs typeface="Times New Roman"/>
                  </a:rPr>
                  <a:t>smooth </a:t>
                </a:r>
                <a:r>
                  <a:rPr sz="2400" dirty="0">
                    <a:latin typeface="Times New Roman"/>
                    <a:cs typeface="Times New Roman"/>
                  </a:rPr>
                  <a:t> slot. </a:t>
                </a:r>
                <a:r>
                  <a:rPr sz="2400" spc="-5" dirty="0">
                    <a:latin typeface="Times New Roman"/>
                    <a:cs typeface="Times New Roman"/>
                  </a:rPr>
                  <a:t>It starts </a:t>
                </a:r>
                <a:r>
                  <a:rPr sz="2400" dirty="0">
                    <a:latin typeface="Times New Roman"/>
                    <a:cs typeface="Times New Roman"/>
                  </a:rPr>
                  <a:t>from </a:t>
                </a:r>
                <a:r>
                  <a:rPr sz="2400" dirty="0">
                    <a:latin typeface="Cambria Math"/>
                    <a:cs typeface="Cambria Math"/>
                  </a:rPr>
                  <a:t>𝜃</a:t>
                </a:r>
                <a:r>
                  <a:rPr sz="2400" spc="52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= </a:t>
                </a:r>
                <a:r>
                  <a:rPr sz="2400" spc="-5" dirty="0">
                    <a:latin typeface="Cambria Math"/>
                    <a:cs typeface="Cambria Math"/>
                  </a:rPr>
                  <a:t>0°</a:t>
                </a:r>
                <a:r>
                  <a:rPr sz="2400" spc="-5" dirty="0">
                    <a:latin typeface="Times New Roman"/>
                    <a:cs typeface="Times New Roman"/>
                  </a:rPr>
                  <a:t>. Determine the </a:t>
                </a:r>
                <a:r>
                  <a:rPr sz="2400" dirty="0">
                    <a:latin typeface="Times New Roman"/>
                    <a:cs typeface="Times New Roman"/>
                  </a:rPr>
                  <a:t>force </a:t>
                </a:r>
                <a:r>
                  <a:rPr sz="2400" spc="-5" dirty="0">
                    <a:latin typeface="Times New Roman"/>
                    <a:cs typeface="Times New Roman"/>
                  </a:rPr>
                  <a:t>the </a:t>
                </a:r>
                <a:r>
                  <a:rPr sz="2400" dirty="0">
                    <a:latin typeface="Times New Roman"/>
                    <a:cs typeface="Times New Roman"/>
                  </a:rPr>
                  <a:t>rod </a:t>
                </a:r>
                <a:r>
                  <a:rPr sz="2400" spc="-5" dirty="0">
                    <a:latin typeface="Times New Roman"/>
                    <a:cs typeface="Times New Roman"/>
                  </a:rPr>
                  <a:t>exerts </a:t>
                </a:r>
                <a:r>
                  <a:rPr sz="2400" dirty="0">
                    <a:latin typeface="Times New Roman"/>
                    <a:cs typeface="Times New Roman"/>
                  </a:rPr>
                  <a:t>on </a:t>
                </a:r>
                <a:r>
                  <a:rPr sz="2400" spc="-5" dirty="0">
                    <a:latin typeface="Times New Roman"/>
                    <a:cs typeface="Times New Roman"/>
                  </a:rPr>
                  <a:t>the </a:t>
                </a:r>
                <a:r>
                  <a:rPr sz="2400" dirty="0">
                    <a:latin typeface="Times New Roman"/>
                    <a:cs typeface="Times New Roman"/>
                  </a:rPr>
                  <a:t>ball at </a:t>
                </a:r>
                <a:r>
                  <a:rPr sz="2400" dirty="0">
                    <a:latin typeface="Cambria Math"/>
                    <a:cs typeface="Cambria Math"/>
                  </a:rPr>
                  <a:t>𝜃 = </a:t>
                </a:r>
                <a:r>
                  <a:rPr sz="2400" spc="-5" dirty="0">
                    <a:latin typeface="Cambria Math"/>
                    <a:cs typeface="Cambria Math"/>
                  </a:rPr>
                  <a:t>15°</a:t>
                </a:r>
                <a:r>
                  <a:rPr sz="2400" spc="-5" dirty="0">
                    <a:latin typeface="Times New Roman"/>
                    <a:cs typeface="Times New Roman"/>
                  </a:rPr>
                  <a:t>, </a:t>
                </a:r>
                <a:r>
                  <a:rPr sz="2400" dirty="0">
                    <a:latin typeface="Times New Roman"/>
                    <a:cs typeface="Times New Roman"/>
                  </a:rPr>
                  <a:t> if</a:t>
                </a:r>
                <a:r>
                  <a:rPr sz="2400" spc="32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at</a:t>
                </a:r>
                <a:r>
                  <a:rPr sz="2400" spc="330" dirty="0">
                    <a:latin typeface="Times New Roman"/>
                    <a:cs typeface="Times New Roman"/>
                  </a:rPr>
                  <a:t> </a:t>
                </a:r>
                <a:r>
                  <a:rPr sz="2400" spc="-5" dirty="0">
                    <a:latin typeface="Times New Roman"/>
                    <a:cs typeface="Times New Roman"/>
                  </a:rPr>
                  <a:t>this</a:t>
                </a:r>
                <a:r>
                  <a:rPr sz="2400" spc="335" dirty="0">
                    <a:latin typeface="Times New Roman"/>
                    <a:cs typeface="Times New Roman"/>
                  </a:rPr>
                  <a:t> </a:t>
                </a:r>
                <a:r>
                  <a:rPr sz="2400" spc="-5" dirty="0">
                    <a:latin typeface="Times New Roman"/>
                    <a:cs typeface="Times New Roman"/>
                  </a:rPr>
                  <a:t>instant</a:t>
                </a:r>
                <a:r>
                  <a:rPr sz="2400" spc="330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the</a:t>
                </a:r>
                <a:r>
                  <a:rPr sz="2400" spc="33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rod</a:t>
                </a:r>
                <a:r>
                  <a:rPr sz="2400" spc="325" dirty="0">
                    <a:latin typeface="Times New Roman"/>
                    <a:cs typeface="Times New Roman"/>
                  </a:rPr>
                  <a:t> </a:t>
                </a:r>
                <a:r>
                  <a:rPr sz="2400" spc="-5" dirty="0">
                    <a:latin typeface="Times New Roman"/>
                    <a:cs typeface="Times New Roman"/>
                  </a:rPr>
                  <a:t>moves</a:t>
                </a:r>
                <a:r>
                  <a:rPr sz="2400" spc="34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at</a:t>
                </a:r>
                <a:r>
                  <a:rPr sz="2400" spc="345" dirty="0">
                    <a:latin typeface="Times New Roman"/>
                    <a:cs typeface="Times New Roman"/>
                  </a:rPr>
                  <a:t> </a:t>
                </a:r>
                <a:r>
                  <a:rPr sz="2400" spc="-5" dirty="0">
                    <a:latin typeface="Times New Roman"/>
                    <a:cs typeface="Times New Roman"/>
                  </a:rPr>
                  <a:t>angular</a:t>
                </a:r>
                <a:r>
                  <a:rPr sz="2400" spc="330" dirty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pc="330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400" i="1" spc="33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 dirty="0">
                    <a:latin typeface="Cambria Math"/>
                    <a:cs typeface="Cambria Math"/>
                  </a:rPr>
                  <a:t>=</a:t>
                </a:r>
                <a:r>
                  <a:rPr sz="2400" spc="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1</a:t>
                </a:r>
                <a:r>
                  <a:rPr sz="2400" spc="5" dirty="0">
                    <a:latin typeface="Cambria Math"/>
                    <a:cs typeface="Cambria Math"/>
                  </a:rPr>
                  <a:t> </a:t>
                </a:r>
                <a:r>
                  <a:rPr sz="2400" spc="15" dirty="0">
                    <a:latin typeface="Cambria Math"/>
                    <a:cs typeface="Cambria Math"/>
                  </a:rPr>
                  <a:t>𝑟𝑎𝑑/𝑠</a:t>
                </a:r>
                <a:r>
                  <a:rPr sz="2400" spc="15" dirty="0">
                    <a:latin typeface="Times New Roman"/>
                    <a:cs typeface="Times New Roman"/>
                  </a:rPr>
                  <a:t>,</a:t>
                </a:r>
                <a:r>
                  <a:rPr sz="2400" spc="335" dirty="0">
                    <a:latin typeface="Times New Roman"/>
                    <a:cs typeface="Times New Roman"/>
                  </a:rPr>
                  <a:t> </a:t>
                </a:r>
                <a:r>
                  <a:rPr sz="2400" spc="-5" dirty="0">
                    <a:latin typeface="Times New Roman"/>
                    <a:cs typeface="Times New Roman"/>
                  </a:rPr>
                  <a:t>with</a:t>
                </a:r>
                <a:r>
                  <a:rPr sz="2400" spc="340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angular</a:t>
                </a:r>
                <a:r>
                  <a:rPr sz="2400" spc="330" dirty="0">
                    <a:latin typeface="Times New Roman"/>
                    <a:cs typeface="Times New Roman"/>
                  </a:rPr>
                  <a:t> </a:t>
                </a:r>
                <a:r>
                  <a:rPr sz="2400" spc="-204" dirty="0">
                    <a:latin typeface="Times New Roman"/>
                    <a:cs typeface="Times New Roman"/>
                  </a:rPr>
                  <a:t>acceleration</a:t>
                </a:r>
                <a:endParaRPr sz="2400" dirty="0">
                  <a:latin typeface="Times New Roman"/>
                  <a:cs typeface="Times New Roman"/>
                </a:endParaRPr>
              </a:p>
              <a:p>
                <a:pPr marL="25400" algn="just">
                  <a:lnSpc>
                    <a:spcPct val="100000"/>
                  </a:lnSpc>
                  <a:spcBef>
                    <a:spcPts val="13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40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=</a:t>
                </a:r>
                <a:r>
                  <a:rPr sz="2400" spc="114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2 </a:t>
                </a:r>
                <a:r>
                  <a:rPr sz="2400" spc="45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𝑟𝑎𝑑/𝑠</a:t>
                </a:r>
                <a:r>
                  <a:rPr sz="2625" spc="67" baseline="28571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2</a:t>
                </a:r>
                <a:r>
                  <a:rPr sz="2400" spc="45" dirty="0">
                    <a:latin typeface="Times New Roman"/>
                    <a:cs typeface="Times New Roman"/>
                  </a:rPr>
                  <a:t>.</a:t>
                </a:r>
                <a:r>
                  <a:rPr sz="2400" spc="-50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The</a:t>
                </a:r>
                <a:r>
                  <a:rPr sz="2400" spc="-10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ball</a:t>
                </a:r>
                <a:r>
                  <a:rPr sz="2400" spc="-1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is</a:t>
                </a:r>
                <a:r>
                  <a:rPr sz="2400" spc="-1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only</a:t>
                </a:r>
                <a:r>
                  <a:rPr sz="2400" spc="-1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in</a:t>
                </a:r>
                <a:r>
                  <a:rPr sz="2400" spc="-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contact</a:t>
                </a:r>
                <a:r>
                  <a:rPr sz="2400" spc="-30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with</a:t>
                </a:r>
                <a:r>
                  <a:rPr sz="2400" spc="-1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the</a:t>
                </a:r>
                <a:r>
                  <a:rPr sz="2400" spc="-1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outer</a:t>
                </a:r>
                <a:r>
                  <a:rPr sz="2400" spc="-20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side</a:t>
                </a:r>
                <a:r>
                  <a:rPr sz="2400" spc="-10" dirty="0">
                    <a:latin typeface="Times New Roman"/>
                    <a:cs typeface="Times New Roman"/>
                  </a:rPr>
                  <a:t> </a:t>
                </a:r>
                <a:r>
                  <a:rPr sz="2400" spc="-5" dirty="0">
                    <a:latin typeface="Times New Roman"/>
                    <a:cs typeface="Times New Roman"/>
                  </a:rPr>
                  <a:t>of</a:t>
                </a:r>
                <a:r>
                  <a:rPr sz="2400" spc="-15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the</a:t>
                </a:r>
                <a:r>
                  <a:rPr sz="2400" spc="-10" dirty="0">
                    <a:latin typeface="Times New Roman"/>
                    <a:cs typeface="Times New Roman"/>
                  </a:rPr>
                  <a:t> </a:t>
                </a:r>
                <a:r>
                  <a:rPr sz="2400" dirty="0">
                    <a:latin typeface="Times New Roman"/>
                    <a:cs typeface="Times New Roman"/>
                  </a:rPr>
                  <a:t>slot.</a:t>
                </a:r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79C2033E-4DA1-E868-8015-9D3E0DB31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19" y="864998"/>
                <a:ext cx="11665526" cy="2256894"/>
              </a:xfrm>
              <a:prstGeom prst="rect">
                <a:avLst/>
              </a:prstGeom>
              <a:blipFill>
                <a:blip r:embed="rId2"/>
                <a:stretch>
                  <a:fillRect l="-1411" r="-1464" b="-35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ject 6">
            <a:extLst>
              <a:ext uri="{FF2B5EF4-FFF2-40B4-BE49-F238E27FC236}">
                <a16:creationId xmlns:a16="http://schemas.microsoft.com/office/drawing/2014/main" id="{2298B325-DF59-AA73-CEE4-920843F50B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3243072"/>
            <a:ext cx="3489959" cy="3183635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73667DC-91BC-3682-D40F-78CC7A7A7229}"/>
              </a:ext>
            </a:extLst>
          </p:cNvPr>
          <p:cNvSpPr txBox="1">
            <a:spLocks/>
          </p:cNvSpPr>
          <p:nvPr/>
        </p:nvSpPr>
        <p:spPr>
          <a:xfrm>
            <a:off x="1655941" y="237261"/>
            <a:ext cx="1053605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Particle Kinematics: Cylindrical Components</a:t>
            </a:r>
          </a:p>
        </p:txBody>
      </p:sp>
    </p:spTree>
    <p:extLst>
      <p:ext uri="{BB962C8B-B14F-4D97-AF65-F5344CB8AC3E}">
        <p14:creationId xmlns:p14="http://schemas.microsoft.com/office/powerpoint/2010/main" val="4098409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dirty="0"/>
              <a:t>Equation</a:t>
            </a:r>
            <a:r>
              <a:rPr spc="-25" dirty="0"/>
              <a:t> </a:t>
            </a:r>
            <a:r>
              <a:rPr dirty="0"/>
              <a:t>of </a:t>
            </a:r>
            <a:r>
              <a:rPr spc="-5" dirty="0"/>
              <a:t>Motion</a:t>
            </a:r>
            <a:r>
              <a:rPr spc="5" dirty="0"/>
              <a:t> </a:t>
            </a:r>
            <a:r>
              <a:rPr dirty="0"/>
              <a:t>:</a:t>
            </a:r>
            <a:r>
              <a:rPr spc="-5" dirty="0"/>
              <a:t> Cylindrical</a:t>
            </a:r>
            <a:r>
              <a:rPr dirty="0"/>
              <a:t> Components</a:t>
            </a:r>
          </a:p>
          <a:p>
            <a:pPr marL="241300">
              <a:lnSpc>
                <a:spcPct val="100000"/>
              </a:lnSpc>
              <a:spcBef>
                <a:spcPts val="730"/>
              </a:spcBef>
            </a:pPr>
            <a:r>
              <a:rPr sz="2400" dirty="0">
                <a:solidFill>
                  <a:srgbClr val="C00000"/>
                </a:solidFill>
              </a:rPr>
              <a:t>Solution: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13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3204" y="987552"/>
            <a:ext cx="2558796" cy="22433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90964" y="1765808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15439" y="1488947"/>
            <a:ext cx="5372100" cy="2693035"/>
            <a:chOff x="1615439" y="1488947"/>
            <a:chExt cx="5372100" cy="26930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5439" y="1498091"/>
              <a:ext cx="5372100" cy="26837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41848" y="1488947"/>
              <a:ext cx="1346200" cy="870585"/>
            </a:xfrm>
            <a:custGeom>
              <a:avLst/>
              <a:gdLst/>
              <a:ahLst/>
              <a:cxnLst/>
              <a:rect l="l" t="t" r="r" b="b"/>
              <a:pathLst>
                <a:path w="1346200" h="870585">
                  <a:moveTo>
                    <a:pt x="1345692" y="0"/>
                  </a:moveTo>
                  <a:lnTo>
                    <a:pt x="0" y="0"/>
                  </a:lnTo>
                  <a:lnTo>
                    <a:pt x="0" y="870203"/>
                  </a:lnTo>
                  <a:lnTo>
                    <a:pt x="1345692" y="870203"/>
                  </a:lnTo>
                  <a:lnTo>
                    <a:pt x="1345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5439" y="4315967"/>
            <a:ext cx="2273808" cy="240792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39756" y="3246120"/>
            <a:ext cx="1559052" cy="68732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114800" y="4315967"/>
            <a:ext cx="3298190" cy="1797050"/>
            <a:chOff x="4114800" y="4315967"/>
            <a:chExt cx="3298190" cy="179705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14800" y="4315967"/>
              <a:ext cx="2237231" cy="6842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14800" y="5017007"/>
              <a:ext cx="3297936" cy="1095756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19643" y="5000244"/>
            <a:ext cx="3627120" cy="11780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dirty="0"/>
              <a:t>Equation</a:t>
            </a:r>
            <a:r>
              <a:rPr spc="-25" dirty="0"/>
              <a:t> </a:t>
            </a:r>
            <a:r>
              <a:rPr dirty="0"/>
              <a:t>of </a:t>
            </a:r>
            <a:r>
              <a:rPr spc="-5" dirty="0"/>
              <a:t>Motion</a:t>
            </a:r>
            <a:r>
              <a:rPr spc="5" dirty="0"/>
              <a:t> </a:t>
            </a:r>
            <a:r>
              <a:rPr dirty="0"/>
              <a:t>:</a:t>
            </a:r>
            <a:r>
              <a:rPr spc="-5" dirty="0"/>
              <a:t> Cylindrical</a:t>
            </a:r>
            <a:r>
              <a:rPr dirty="0"/>
              <a:t> Components</a:t>
            </a:r>
          </a:p>
          <a:p>
            <a:pPr marL="241300">
              <a:lnSpc>
                <a:spcPct val="100000"/>
              </a:lnSpc>
              <a:spcBef>
                <a:spcPts val="730"/>
              </a:spcBef>
            </a:pPr>
            <a:r>
              <a:rPr sz="2400" dirty="0">
                <a:solidFill>
                  <a:srgbClr val="C00000"/>
                </a:solidFill>
              </a:rPr>
              <a:t>Solution: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14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3204" y="987552"/>
            <a:ext cx="2558796" cy="22433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90964" y="1765808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99260" y="1481327"/>
            <a:ext cx="6254750" cy="3781425"/>
            <a:chOff x="1699260" y="1481327"/>
            <a:chExt cx="6254750" cy="37814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9260" y="1481327"/>
              <a:ext cx="1389888" cy="3718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9260" y="1868423"/>
              <a:ext cx="2712719" cy="649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9260" y="2532888"/>
              <a:ext cx="6254495" cy="6217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4392" y="3154679"/>
              <a:ext cx="2538984" cy="431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99260" y="3602735"/>
              <a:ext cx="3326891" cy="1659636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99260" y="5492496"/>
            <a:ext cx="2234184" cy="771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28715" y="5314188"/>
            <a:ext cx="3326891" cy="108051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72243" y="5324855"/>
            <a:ext cx="1842516" cy="938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EF9E3B196684499E884074FD3CB02C" ma:contentTypeVersion="4" ma:contentTypeDescription="Create a new document." ma:contentTypeScope="" ma:versionID="28b3d92f1e6fa517cf934b1e63e8382b">
  <xsd:schema xmlns:xsd="http://www.w3.org/2001/XMLSchema" xmlns:xs="http://www.w3.org/2001/XMLSchema" xmlns:p="http://schemas.microsoft.com/office/2006/metadata/properties" xmlns:ns2="fe4160f2-581c-44de-8c1e-f3a36bb236c5" targetNamespace="http://schemas.microsoft.com/office/2006/metadata/properties" ma:root="true" ma:fieldsID="fab7115323ebc58acf5357dd32b4bda1" ns2:_="">
    <xsd:import namespace="fe4160f2-581c-44de-8c1e-f3a36bb236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160f2-581c-44de-8c1e-f3a36bb236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DECDC2-B661-4E45-BBF2-5EDB518F858D}"/>
</file>

<file path=customXml/itemProps2.xml><?xml version="1.0" encoding="utf-8"?>
<ds:datastoreItem xmlns:ds="http://schemas.openxmlformats.org/officeDocument/2006/customXml" ds:itemID="{98798430-A3A8-43C2-BA7A-86AEBD883D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2F581D-D377-4377-BE00-CCCCDBC57460}">
  <ds:schemaRefs>
    <ds:schemaRef ds:uri="http://www.w3.org/XML/1998/namespace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e467288b-9371-487f-9388-5a273ed91689"/>
    <ds:schemaRef ds:uri="af28b325-ae8e-4eb4-8c71-c3ad8b9de4c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236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Bookman Old Style</vt:lpstr>
      <vt:lpstr>Calibri</vt:lpstr>
      <vt:lpstr>Calibri Light</vt:lpstr>
      <vt:lpstr>Cambria Math</vt:lpstr>
      <vt:lpstr>Dreaming Outloud Pro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Equation of Motion : Cylindrical Components Solution:</vt:lpstr>
      <vt:lpstr>Equation of Motion : Cylindrical Components Solution: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Aminul Islam</dc:creator>
  <cp:lastModifiedBy>Sadia Tasnim</cp:lastModifiedBy>
  <cp:revision>4</cp:revision>
  <dcterms:created xsi:type="dcterms:W3CDTF">2023-06-01T16:56:59Z</dcterms:created>
  <dcterms:modified xsi:type="dcterms:W3CDTF">2025-07-07T16:09:32Z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0x01010008EF9E3B196684499E884074FD3CB02C</vt:lpwstr>
  </property>
</Properties>
</file>