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301" r:id="rId7"/>
    <p:sldId id="303" r:id="rId8"/>
    <p:sldId id="302" r:id="rId9"/>
    <p:sldId id="298" r:id="rId10"/>
    <p:sldId id="304" r:id="rId11"/>
    <p:sldId id="267" r:id="rId12"/>
    <p:sldId id="305" r:id="rId13"/>
    <p:sldId id="3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dia Tasnim" initials="" lastIdx="1" clrIdx="0">
    <p:extLst>
      <p:ext uri="{19B8F6BF-5375-455C-9EA6-DF929625EA0E}">
        <p15:presenceInfo xmlns:p15="http://schemas.microsoft.com/office/powerpoint/2012/main" userId="S::sadiatasnim@me.buet.ac.bd::0a7a5d6a-8466-4436-9475-c4c27ed18f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3E4D9-0096-BD1B-E24A-1490021446C7}" v="4" dt="2025-07-08T06:56:36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Aminul Islam" userId="234d8b6a-e43d-4ead-9a93-1202e0b73365" providerId="ADAL" clId="{252F3970-E94B-4324-9EAE-D3D45D5D4C76}"/>
    <pc:docChg chg="undo custSel addSld delSld modSld sldOrd">
      <pc:chgData name="Md. Aminul Islam" userId="234d8b6a-e43d-4ead-9a93-1202e0b73365" providerId="ADAL" clId="{252F3970-E94B-4324-9EAE-D3D45D5D4C76}" dt="2023-09-10T18:49:43.393" v="541" actId="1036"/>
      <pc:docMkLst>
        <pc:docMk/>
      </pc:docMkLst>
      <pc:sldChg chg="addSp delSp modSp mod">
        <pc:chgData name="Md. Aminul Islam" userId="234d8b6a-e43d-4ead-9a93-1202e0b73365" providerId="ADAL" clId="{252F3970-E94B-4324-9EAE-D3D45D5D4C76}" dt="2023-08-30T19:08:10.244" v="7" actId="20577"/>
        <pc:sldMkLst>
          <pc:docMk/>
          <pc:sldMk cId="0" sldId="257"/>
        </pc:sldMkLst>
      </pc:sldChg>
      <pc:sldChg chg="del">
        <pc:chgData name="Md. Aminul Islam" userId="234d8b6a-e43d-4ead-9a93-1202e0b73365" providerId="ADAL" clId="{252F3970-E94B-4324-9EAE-D3D45D5D4C76}" dt="2023-09-08T17:13:16.742" v="540" actId="47"/>
        <pc:sldMkLst>
          <pc:docMk/>
          <pc:sldMk cId="0" sldId="264"/>
        </pc:sldMkLst>
      </pc:sldChg>
      <pc:sldChg chg="del">
        <pc:chgData name="Md. Aminul Islam" userId="234d8b6a-e43d-4ead-9a93-1202e0b73365" providerId="ADAL" clId="{252F3970-E94B-4324-9EAE-D3D45D5D4C76}" dt="2023-08-30T19:08:23.844" v="9" actId="47"/>
        <pc:sldMkLst>
          <pc:docMk/>
          <pc:sldMk cId="103669164" sldId="280"/>
        </pc:sldMkLst>
      </pc:sldChg>
      <pc:sldChg chg="addSp delSp modSp">
        <pc:chgData name="Md. Aminul Islam" userId="234d8b6a-e43d-4ead-9a93-1202e0b73365" providerId="ADAL" clId="{252F3970-E94B-4324-9EAE-D3D45D5D4C76}" dt="2023-09-08T17:03:59.302" v="424"/>
        <pc:sldMkLst>
          <pc:docMk/>
          <pc:sldMk cId="3560462347" sldId="281"/>
        </pc:sldMkLst>
      </pc:sldChg>
      <pc:sldChg chg="addSp delSp modSp mod">
        <pc:chgData name="Md. Aminul Islam" userId="234d8b6a-e43d-4ead-9a93-1202e0b73365" providerId="ADAL" clId="{252F3970-E94B-4324-9EAE-D3D45D5D4C76}" dt="2023-09-08T17:03:16.461" v="422" actId="207"/>
        <pc:sldMkLst>
          <pc:docMk/>
          <pc:sldMk cId="4066329106" sldId="282"/>
        </pc:sldMkLst>
      </pc:sldChg>
      <pc:sldChg chg="addSp delSp modSp mod modAnim">
        <pc:chgData name="Md. Aminul Islam" userId="234d8b6a-e43d-4ead-9a93-1202e0b73365" providerId="ADAL" clId="{252F3970-E94B-4324-9EAE-D3D45D5D4C76}" dt="2023-09-08T17:03:10.193" v="421" actId="207"/>
        <pc:sldMkLst>
          <pc:docMk/>
          <pc:sldMk cId="1064297895" sldId="283"/>
        </pc:sldMkLst>
      </pc:sldChg>
      <pc:sldChg chg="del">
        <pc:chgData name="Md. Aminul Islam" userId="234d8b6a-e43d-4ead-9a93-1202e0b73365" providerId="ADAL" clId="{252F3970-E94B-4324-9EAE-D3D45D5D4C76}" dt="2023-09-08T16:29:09.942" v="12" actId="47"/>
        <pc:sldMkLst>
          <pc:docMk/>
          <pc:sldMk cId="690373200" sldId="284"/>
        </pc:sldMkLst>
      </pc:sldChg>
      <pc:sldChg chg="addSp delSp modSp mod addAnim delAnim modAnim">
        <pc:chgData name="Md. Aminul Islam" userId="234d8b6a-e43d-4ead-9a93-1202e0b73365" providerId="ADAL" clId="{252F3970-E94B-4324-9EAE-D3D45D5D4C76}" dt="2023-09-08T17:01:52.010" v="408" actId="1076"/>
        <pc:sldMkLst>
          <pc:docMk/>
          <pc:sldMk cId="254118423" sldId="285"/>
        </pc:sldMkLst>
      </pc:sldChg>
      <pc:sldChg chg="addSp delSp modSp add del mod">
        <pc:chgData name="Md. Aminul Islam" userId="234d8b6a-e43d-4ead-9a93-1202e0b73365" providerId="ADAL" clId="{252F3970-E94B-4324-9EAE-D3D45D5D4C76}" dt="2023-09-08T17:00:44.837" v="407" actId="1076"/>
        <pc:sldMkLst>
          <pc:docMk/>
          <pc:sldMk cId="690089122" sldId="294"/>
        </pc:sldMkLst>
      </pc:sldChg>
      <pc:sldChg chg="add">
        <pc:chgData name="Md. Aminul Islam" userId="234d8b6a-e43d-4ead-9a93-1202e0b73365" providerId="ADAL" clId="{252F3970-E94B-4324-9EAE-D3D45D5D4C76}" dt="2023-09-08T16:29:07.766" v="11"/>
        <pc:sldMkLst>
          <pc:docMk/>
          <pc:sldMk cId="2021678125" sldId="295"/>
        </pc:sldMkLst>
      </pc:sldChg>
      <pc:sldChg chg="add">
        <pc:chgData name="Md. Aminul Islam" userId="234d8b6a-e43d-4ead-9a93-1202e0b73365" providerId="ADAL" clId="{252F3970-E94B-4324-9EAE-D3D45D5D4C76}" dt="2023-08-30T19:08:22.255" v="8"/>
        <pc:sldMkLst>
          <pc:docMk/>
          <pc:sldMk cId="3703188774" sldId="298"/>
        </pc:sldMkLst>
      </pc:sldChg>
      <pc:sldChg chg="addSp delSp modSp add mod">
        <pc:chgData name="Md. Aminul Islam" userId="234d8b6a-e43d-4ead-9a93-1202e0b73365" providerId="ADAL" clId="{252F3970-E94B-4324-9EAE-D3D45D5D4C76}" dt="2023-09-10T18:49:43.393" v="541" actId="1036"/>
        <pc:sldMkLst>
          <pc:docMk/>
          <pc:sldMk cId="766784209" sldId="299"/>
        </pc:sldMkLst>
      </pc:sldChg>
      <pc:sldChg chg="addSp delSp modSp add mod ord">
        <pc:chgData name="Md. Aminul Islam" userId="234d8b6a-e43d-4ead-9a93-1202e0b73365" providerId="ADAL" clId="{252F3970-E94B-4324-9EAE-D3D45D5D4C76}" dt="2023-09-08T17:12:58.488" v="538" actId="1076"/>
        <pc:sldMkLst>
          <pc:docMk/>
          <pc:sldMk cId="2183177729" sldId="300"/>
        </pc:sldMkLst>
      </pc:sldChg>
      <pc:sldChg chg="add del">
        <pc:chgData name="Md. Aminul Islam" userId="234d8b6a-e43d-4ead-9a93-1202e0b73365" providerId="ADAL" clId="{252F3970-E94B-4324-9EAE-D3D45D5D4C76}" dt="2023-09-08T17:13:15.694" v="539" actId="47"/>
        <pc:sldMkLst>
          <pc:docMk/>
          <pc:sldMk cId="2425782625" sldId="301"/>
        </pc:sldMkLst>
      </pc:sldChg>
      <pc:sldChg chg="addSp delSp modSp add del mod delAnim modAnim">
        <pc:chgData name="Md. Aminul Islam" userId="234d8b6a-e43d-4ead-9a93-1202e0b73365" providerId="ADAL" clId="{252F3970-E94B-4324-9EAE-D3D45D5D4C76}" dt="2023-09-08T16:58:55.142" v="384" actId="47"/>
        <pc:sldMkLst>
          <pc:docMk/>
          <pc:sldMk cId="1342599187" sldId="302"/>
        </pc:sldMkLst>
      </pc:sldChg>
      <pc:sldChg chg="add del">
        <pc:chgData name="Md. Aminul Islam" userId="234d8b6a-e43d-4ead-9a93-1202e0b73365" providerId="ADAL" clId="{252F3970-E94B-4324-9EAE-D3D45D5D4C76}" dt="2023-09-08T16:39:26.969" v="103" actId="2890"/>
        <pc:sldMkLst>
          <pc:docMk/>
          <pc:sldMk cId="3011940443" sldId="302"/>
        </pc:sldMkLst>
      </pc:sldChg>
      <pc:sldChg chg="add del">
        <pc:chgData name="Md. Aminul Islam" userId="234d8b6a-e43d-4ead-9a93-1202e0b73365" providerId="ADAL" clId="{252F3970-E94B-4324-9EAE-D3D45D5D4C76}" dt="2023-09-08T16:39:23.993" v="98" actId="2890"/>
        <pc:sldMkLst>
          <pc:docMk/>
          <pc:sldMk cId="1409597576" sldId="303"/>
        </pc:sldMkLst>
      </pc:sldChg>
    </pc:docChg>
  </pc:docChgLst>
  <pc:docChgLst>
    <pc:chgData name="Sadia Tasnim" userId="0a7a5d6a-8466-4436-9475-c4c27ed18f50" providerId="ADAL" clId="{AF64DFE4-133D-45DE-9E6A-3700F07FA233}"/>
    <pc:docChg chg="custSel addSld delSld modSld sldOrd">
      <pc:chgData name="Sadia Tasnim" userId="0a7a5d6a-8466-4436-9475-c4c27ed18f50" providerId="ADAL" clId="{AF64DFE4-133D-45DE-9E6A-3700F07FA233}" dt="2024-12-10T16:57:20.319" v="500" actId="20577"/>
      <pc:docMkLst>
        <pc:docMk/>
      </pc:docMkLst>
      <pc:sldChg chg="modSp mod">
        <pc:chgData name="Sadia Tasnim" userId="0a7a5d6a-8466-4436-9475-c4c27ed18f50" providerId="ADAL" clId="{AF64DFE4-133D-45DE-9E6A-3700F07FA233}" dt="2024-12-10T16:10:46.935" v="386" actId="20577"/>
        <pc:sldMkLst>
          <pc:docMk/>
          <pc:sldMk cId="0" sldId="257"/>
        </pc:sldMkLst>
      </pc:sldChg>
      <pc:sldChg chg="addSp delSp modSp mod">
        <pc:chgData name="Sadia Tasnim" userId="0a7a5d6a-8466-4436-9475-c4c27ed18f50" providerId="ADAL" clId="{AF64DFE4-133D-45DE-9E6A-3700F07FA233}" dt="2024-12-09T17:11:19.819" v="106" actId="1076"/>
        <pc:sldMkLst>
          <pc:docMk/>
          <pc:sldMk cId="0" sldId="259"/>
        </pc:sldMkLst>
      </pc:sldChg>
      <pc:sldChg chg="del">
        <pc:chgData name="Sadia Tasnim" userId="0a7a5d6a-8466-4436-9475-c4c27ed18f50" providerId="ADAL" clId="{AF64DFE4-133D-45DE-9E6A-3700F07FA233}" dt="2024-12-09T17:06:49.661" v="68" actId="47"/>
        <pc:sldMkLst>
          <pc:docMk/>
          <pc:sldMk cId="0" sldId="260"/>
        </pc:sldMkLst>
      </pc:sldChg>
      <pc:sldChg chg="del">
        <pc:chgData name="Sadia Tasnim" userId="0a7a5d6a-8466-4436-9475-c4c27ed18f50" providerId="ADAL" clId="{AF64DFE4-133D-45DE-9E6A-3700F07FA233}" dt="2024-12-09T18:18:29" v="361" actId="47"/>
        <pc:sldMkLst>
          <pc:docMk/>
          <pc:sldMk cId="0" sldId="261"/>
        </pc:sldMkLst>
      </pc:sldChg>
      <pc:sldChg chg="del">
        <pc:chgData name="Sadia Tasnim" userId="0a7a5d6a-8466-4436-9475-c4c27ed18f50" providerId="ADAL" clId="{AF64DFE4-133D-45DE-9E6A-3700F07FA233}" dt="2024-12-09T18:18:37.803" v="367" actId="47"/>
        <pc:sldMkLst>
          <pc:docMk/>
          <pc:sldMk cId="0" sldId="265"/>
        </pc:sldMkLst>
      </pc:sldChg>
      <pc:sldChg chg="del">
        <pc:chgData name="Sadia Tasnim" userId="0a7a5d6a-8466-4436-9475-c4c27ed18f50" providerId="ADAL" clId="{AF64DFE4-133D-45DE-9E6A-3700F07FA233}" dt="2024-12-09T18:18:37.032" v="366" actId="47"/>
        <pc:sldMkLst>
          <pc:docMk/>
          <pc:sldMk cId="0" sldId="266"/>
        </pc:sldMkLst>
      </pc:sldChg>
      <pc:sldChg chg="addSp delSp modSp mod ord">
        <pc:chgData name="Sadia Tasnim" userId="0a7a5d6a-8466-4436-9475-c4c27ed18f50" providerId="ADAL" clId="{AF64DFE4-133D-45DE-9E6A-3700F07FA233}" dt="2024-12-10T16:57:20.319" v="500" actId="20577"/>
        <pc:sldMkLst>
          <pc:docMk/>
          <pc:sldMk cId="0" sldId="267"/>
        </pc:sldMkLst>
      </pc:sldChg>
      <pc:sldChg chg="del">
        <pc:chgData name="Sadia Tasnim" userId="0a7a5d6a-8466-4436-9475-c4c27ed18f50" providerId="ADAL" clId="{AF64DFE4-133D-45DE-9E6A-3700F07FA233}" dt="2024-12-09T18:18:40.188" v="369" actId="47"/>
        <pc:sldMkLst>
          <pc:docMk/>
          <pc:sldMk cId="0" sldId="268"/>
        </pc:sldMkLst>
      </pc:sldChg>
      <pc:sldChg chg="del">
        <pc:chgData name="Sadia Tasnim" userId="0a7a5d6a-8466-4436-9475-c4c27ed18f50" providerId="ADAL" clId="{AF64DFE4-133D-45DE-9E6A-3700F07FA233}" dt="2024-12-09T18:18:42.186" v="370" actId="47"/>
        <pc:sldMkLst>
          <pc:docMk/>
          <pc:sldMk cId="0" sldId="269"/>
        </pc:sldMkLst>
      </pc:sldChg>
      <pc:sldChg chg="del">
        <pc:chgData name="Sadia Tasnim" userId="0a7a5d6a-8466-4436-9475-c4c27ed18f50" providerId="ADAL" clId="{AF64DFE4-133D-45DE-9E6A-3700F07FA233}" dt="2024-12-09T18:18:38.420" v="368" actId="47"/>
        <pc:sldMkLst>
          <pc:docMk/>
          <pc:sldMk cId="0" sldId="270"/>
        </pc:sldMkLst>
      </pc:sldChg>
      <pc:sldChg chg="del">
        <pc:chgData name="Sadia Tasnim" userId="0a7a5d6a-8466-4436-9475-c4c27ed18f50" providerId="ADAL" clId="{AF64DFE4-133D-45DE-9E6A-3700F07FA233}" dt="2024-12-09T18:18:36.259" v="365" actId="47"/>
        <pc:sldMkLst>
          <pc:docMk/>
          <pc:sldMk cId="1064297895" sldId="283"/>
        </pc:sldMkLst>
      </pc:sldChg>
      <pc:sldChg chg="addSp delSp modSp del mod">
        <pc:chgData name="Sadia Tasnim" userId="0a7a5d6a-8466-4436-9475-c4c27ed18f50" providerId="ADAL" clId="{AF64DFE4-133D-45DE-9E6A-3700F07FA233}" dt="2024-12-09T17:52:43.170" v="257" actId="47"/>
        <pc:sldMkLst>
          <pc:docMk/>
          <pc:sldMk cId="254118423" sldId="285"/>
        </pc:sldMkLst>
      </pc:sldChg>
      <pc:sldChg chg="del">
        <pc:chgData name="Sadia Tasnim" userId="0a7a5d6a-8466-4436-9475-c4c27ed18f50" providerId="ADAL" clId="{AF64DFE4-133D-45DE-9E6A-3700F07FA233}" dt="2024-12-09T18:18:31.312" v="362" actId="47"/>
        <pc:sldMkLst>
          <pc:docMk/>
          <pc:sldMk cId="2021678125" sldId="295"/>
        </pc:sldMkLst>
      </pc:sldChg>
      <pc:sldChg chg="addSp delSp modSp mod ord setBg">
        <pc:chgData name="Sadia Tasnim" userId="0a7a5d6a-8466-4436-9475-c4c27ed18f50" providerId="ADAL" clId="{AF64DFE4-133D-45DE-9E6A-3700F07FA233}" dt="2024-12-09T17:56:16.350" v="274" actId="692"/>
        <pc:sldMkLst>
          <pc:docMk/>
          <pc:sldMk cId="3703188774" sldId="298"/>
        </pc:sldMkLst>
      </pc:sldChg>
      <pc:sldChg chg="del">
        <pc:chgData name="Sadia Tasnim" userId="0a7a5d6a-8466-4436-9475-c4c27ed18f50" providerId="ADAL" clId="{AF64DFE4-133D-45DE-9E6A-3700F07FA233}" dt="2024-12-09T18:18:33.623" v="364" actId="47"/>
        <pc:sldMkLst>
          <pc:docMk/>
          <pc:sldMk cId="369367861" sldId="299"/>
        </pc:sldMkLst>
      </pc:sldChg>
      <pc:sldChg chg="del">
        <pc:chgData name="Sadia Tasnim" userId="0a7a5d6a-8466-4436-9475-c4c27ed18f50" providerId="ADAL" clId="{AF64DFE4-133D-45DE-9E6A-3700F07FA233}" dt="2024-12-09T18:18:32.712" v="363" actId="47"/>
        <pc:sldMkLst>
          <pc:docMk/>
          <pc:sldMk cId="1365975590" sldId="300"/>
        </pc:sldMkLst>
      </pc:sldChg>
      <pc:sldChg chg="addSp delSp modSp add mod">
        <pc:chgData name="Sadia Tasnim" userId="0a7a5d6a-8466-4436-9475-c4c27ed18f50" providerId="ADAL" clId="{AF64DFE4-133D-45DE-9E6A-3700F07FA233}" dt="2024-12-09T17:10:57.635" v="100" actId="1076"/>
        <pc:sldMkLst>
          <pc:docMk/>
          <pc:sldMk cId="732972625" sldId="301"/>
        </pc:sldMkLst>
      </pc:sldChg>
      <pc:sldChg chg="addSp delSp modSp add mod ord">
        <pc:chgData name="Sadia Tasnim" userId="0a7a5d6a-8466-4436-9475-c4c27ed18f50" providerId="ADAL" clId="{AF64DFE4-133D-45DE-9E6A-3700F07FA233}" dt="2024-12-10T16:52:50.969" v="417" actId="20577"/>
        <pc:sldMkLst>
          <pc:docMk/>
          <pc:sldMk cId="4079767220" sldId="302"/>
        </pc:sldMkLst>
      </pc:sldChg>
      <pc:sldChg chg="add">
        <pc:chgData name="Sadia Tasnim" userId="0a7a5d6a-8466-4436-9475-c4c27ed18f50" providerId="ADAL" clId="{AF64DFE4-133D-45DE-9E6A-3700F07FA233}" dt="2024-12-09T17:55:11.768" v="258" actId="2890"/>
        <pc:sldMkLst>
          <pc:docMk/>
          <pc:sldMk cId="3671474214" sldId="303"/>
        </pc:sldMkLst>
      </pc:sldChg>
      <pc:sldChg chg="addSp delSp add mod">
        <pc:chgData name="Sadia Tasnim" userId="0a7a5d6a-8466-4436-9475-c4c27ed18f50" providerId="ADAL" clId="{AF64DFE4-133D-45DE-9E6A-3700F07FA233}" dt="2024-12-09T17:57:41.153" v="277"/>
        <pc:sldMkLst>
          <pc:docMk/>
          <pc:sldMk cId="1758573912" sldId="304"/>
        </pc:sldMkLst>
      </pc:sldChg>
      <pc:sldChg chg="addSp delSp modSp add mod">
        <pc:chgData name="Sadia Tasnim" userId="0a7a5d6a-8466-4436-9475-c4c27ed18f50" providerId="ADAL" clId="{AF64DFE4-133D-45DE-9E6A-3700F07FA233}" dt="2024-12-10T16:55:41.990" v="499" actId="14100"/>
        <pc:sldMkLst>
          <pc:docMk/>
          <pc:sldMk cId="1175569508" sldId="305"/>
        </pc:sldMkLst>
      </pc:sldChg>
      <pc:sldChg chg="addSp delSp modSp add mod">
        <pc:chgData name="Sadia Tasnim" userId="0a7a5d6a-8466-4436-9475-c4c27ed18f50" providerId="ADAL" clId="{AF64DFE4-133D-45DE-9E6A-3700F07FA233}" dt="2024-12-09T18:18:13.514" v="360" actId="14100"/>
        <pc:sldMkLst>
          <pc:docMk/>
          <pc:sldMk cId="2317361877" sldId="306"/>
        </pc:sldMkLst>
      </pc:sldChg>
    </pc:docChg>
  </pc:docChgLst>
  <pc:docChgLst>
    <pc:chgData name="Sadia Tasnim" userId="S::sadiatasnim@me.buet.ac.bd::0a7a5d6a-8466-4436-9475-c4c27ed18f50" providerId="AD" clId="Web-{E633E4D9-0096-BD1B-E24A-1490021446C7}"/>
    <pc:docChg chg="modSld">
      <pc:chgData name="Sadia Tasnim" userId="S::sadiatasnim@me.buet.ac.bd::0a7a5d6a-8466-4436-9475-c4c27ed18f50" providerId="AD" clId="Web-{E633E4D9-0096-BD1B-E24A-1490021446C7}" dt="2025-07-08T06:56:36.317" v="1" actId="20577"/>
      <pc:docMkLst>
        <pc:docMk/>
      </pc:docMkLst>
      <pc:sldChg chg="modSp">
        <pc:chgData name="Sadia Tasnim" userId="S::sadiatasnim@me.buet.ac.bd::0a7a5d6a-8466-4436-9475-c4c27ed18f50" providerId="AD" clId="Web-{E633E4D9-0096-BD1B-E24A-1490021446C7}" dt="2025-07-08T06:56:36.317" v="1" actId="20577"/>
        <pc:sldMkLst>
          <pc:docMk/>
          <pc:sldMk cId="0" sldId="257"/>
        </pc:sldMkLst>
        <pc:spChg chg="mod">
          <ac:chgData name="Sadia Tasnim" userId="S::sadiatasnim@me.buet.ac.bd::0a7a5d6a-8466-4436-9475-c4c27ed18f50" providerId="AD" clId="Web-{E633E4D9-0096-BD1B-E24A-1490021446C7}" dt="2025-07-08T06:56:36.317" v="1" actId="20577"/>
          <ac:spMkLst>
            <pc:docMk/>
            <pc:sldMk cId="0" sldId="257"/>
            <ac:spMk id="7" creationId="{F16BE822-34D9-8E49-EEB6-A29F99397F23}"/>
          </ac:spMkLst>
        </pc:spChg>
      </pc:sldChg>
    </pc:docChg>
  </pc:docChgLst>
  <pc:docChgLst>
    <pc:chgData name="Sadia Tasnim" userId="0a7a5d6a-8466-4436-9475-c4c27ed18f50" providerId="ADAL" clId="{DEFE69FC-EC52-40BF-BFC2-A2C57A3879F5}"/>
    <pc:docChg chg="undo custSel addSld delSld modSld sldOrd">
      <pc:chgData name="Sadia Tasnim" userId="0a7a5d6a-8466-4436-9475-c4c27ed18f50" providerId="ADAL" clId="{DEFE69FC-EC52-40BF-BFC2-A2C57A3879F5}" dt="2024-12-03T16:42:00.094" v="348" actId="20577"/>
      <pc:docMkLst>
        <pc:docMk/>
      </pc:docMkLst>
      <pc:sldChg chg="delSp modSp mod">
        <pc:chgData name="Sadia Tasnim" userId="0a7a5d6a-8466-4436-9475-c4c27ed18f50" providerId="ADAL" clId="{DEFE69FC-EC52-40BF-BFC2-A2C57A3879F5}" dt="2024-12-03T05:24:23.890" v="73" actId="1076"/>
        <pc:sldMkLst>
          <pc:docMk/>
          <pc:sldMk cId="0" sldId="257"/>
        </pc:sldMkLst>
      </pc:sldChg>
      <pc:sldChg chg="addSp delSp modSp add mod">
        <pc:chgData name="Sadia Tasnim" userId="0a7a5d6a-8466-4436-9475-c4c27ed18f50" providerId="ADAL" clId="{DEFE69FC-EC52-40BF-BFC2-A2C57A3879F5}" dt="2024-12-03T05:25:32.618" v="79" actId="1076"/>
        <pc:sldMkLst>
          <pc:docMk/>
          <pc:sldMk cId="0" sldId="259"/>
        </pc:sldMkLst>
      </pc:sldChg>
      <pc:sldChg chg="add">
        <pc:chgData name="Sadia Tasnim" userId="0a7a5d6a-8466-4436-9475-c4c27ed18f50" providerId="ADAL" clId="{DEFE69FC-EC52-40BF-BFC2-A2C57A3879F5}" dt="2024-12-03T05:22:08.442" v="0"/>
        <pc:sldMkLst>
          <pc:docMk/>
          <pc:sldMk cId="0" sldId="260"/>
        </pc:sldMkLst>
      </pc:sldChg>
      <pc:sldChg chg="add">
        <pc:chgData name="Sadia Tasnim" userId="0a7a5d6a-8466-4436-9475-c4c27ed18f50" providerId="ADAL" clId="{DEFE69FC-EC52-40BF-BFC2-A2C57A3879F5}" dt="2024-12-03T05:28:16.691" v="106"/>
        <pc:sldMkLst>
          <pc:docMk/>
          <pc:sldMk cId="0" sldId="261"/>
        </pc:sldMkLst>
      </pc:sldChg>
      <pc:sldChg chg="add del">
        <pc:chgData name="Sadia Tasnim" userId="0a7a5d6a-8466-4436-9475-c4c27ed18f50" providerId="ADAL" clId="{DEFE69FC-EC52-40BF-BFC2-A2C57A3879F5}" dt="2024-12-03T05:28:46.562" v="108" actId="47"/>
        <pc:sldMkLst>
          <pc:docMk/>
          <pc:sldMk cId="0" sldId="262"/>
        </pc:sldMkLst>
      </pc:sldChg>
      <pc:sldChg chg="modSp add del mod">
        <pc:chgData name="Sadia Tasnim" userId="0a7a5d6a-8466-4436-9475-c4c27ed18f50" providerId="ADAL" clId="{DEFE69FC-EC52-40BF-BFC2-A2C57A3879F5}" dt="2024-12-03T16:28:36.648" v="267" actId="20577"/>
        <pc:sldMkLst>
          <pc:docMk/>
          <pc:sldMk cId="0" sldId="265"/>
        </pc:sldMkLst>
      </pc:sldChg>
      <pc:sldChg chg="modSp add mod">
        <pc:chgData name="Sadia Tasnim" userId="0a7a5d6a-8466-4436-9475-c4c27ed18f50" providerId="ADAL" clId="{DEFE69FC-EC52-40BF-BFC2-A2C57A3879F5}" dt="2024-12-03T16:28:44.587" v="268" actId="14100"/>
        <pc:sldMkLst>
          <pc:docMk/>
          <pc:sldMk cId="0" sldId="266"/>
        </pc:sldMkLst>
      </pc:sldChg>
      <pc:sldChg chg="addSp delSp modSp add mod">
        <pc:chgData name="Sadia Tasnim" userId="0a7a5d6a-8466-4436-9475-c4c27ed18f50" providerId="ADAL" clId="{DEFE69FC-EC52-40BF-BFC2-A2C57A3879F5}" dt="2024-12-03T16:42:00.094" v="348" actId="20577"/>
        <pc:sldMkLst>
          <pc:docMk/>
          <pc:sldMk cId="0" sldId="267"/>
        </pc:sldMkLst>
      </pc:sldChg>
      <pc:sldChg chg="addSp delSp modSp add mod">
        <pc:chgData name="Sadia Tasnim" userId="0a7a5d6a-8466-4436-9475-c4c27ed18f50" providerId="ADAL" clId="{DEFE69FC-EC52-40BF-BFC2-A2C57A3879F5}" dt="2024-12-03T05:39:54.688" v="232" actId="1076"/>
        <pc:sldMkLst>
          <pc:docMk/>
          <pc:sldMk cId="0" sldId="268"/>
        </pc:sldMkLst>
      </pc:sldChg>
      <pc:sldChg chg="modSp add mod">
        <pc:chgData name="Sadia Tasnim" userId="0a7a5d6a-8466-4436-9475-c4c27ed18f50" providerId="ADAL" clId="{DEFE69FC-EC52-40BF-BFC2-A2C57A3879F5}" dt="2024-12-03T05:40:24.449" v="239" actId="1076"/>
        <pc:sldMkLst>
          <pc:docMk/>
          <pc:sldMk cId="0" sldId="269"/>
        </pc:sldMkLst>
      </pc:sldChg>
      <pc:sldChg chg="modSp add mod">
        <pc:chgData name="Sadia Tasnim" userId="0a7a5d6a-8466-4436-9475-c4c27ed18f50" providerId="ADAL" clId="{DEFE69FC-EC52-40BF-BFC2-A2C57A3879F5}" dt="2024-12-03T05:40:59.352" v="247" actId="1076"/>
        <pc:sldMkLst>
          <pc:docMk/>
          <pc:sldMk cId="0" sldId="270"/>
        </pc:sldMkLst>
      </pc:sldChg>
      <pc:sldChg chg="del">
        <pc:chgData name="Sadia Tasnim" userId="0a7a5d6a-8466-4436-9475-c4c27ed18f50" providerId="ADAL" clId="{DEFE69FC-EC52-40BF-BFC2-A2C57A3879F5}" dt="2024-12-03T05:41:23.832" v="260" actId="47"/>
        <pc:sldMkLst>
          <pc:docMk/>
          <pc:sldMk cId="3560462347" sldId="281"/>
        </pc:sldMkLst>
      </pc:sldChg>
      <pc:sldChg chg="del">
        <pc:chgData name="Sadia Tasnim" userId="0a7a5d6a-8466-4436-9475-c4c27ed18f50" providerId="ADAL" clId="{DEFE69FC-EC52-40BF-BFC2-A2C57A3879F5}" dt="2024-12-03T05:41:18.941" v="259" actId="47"/>
        <pc:sldMkLst>
          <pc:docMk/>
          <pc:sldMk cId="4066329106" sldId="282"/>
        </pc:sldMkLst>
      </pc:sldChg>
      <pc:sldChg chg="delSp modSp mod">
        <pc:chgData name="Sadia Tasnim" userId="0a7a5d6a-8466-4436-9475-c4c27ed18f50" providerId="ADAL" clId="{DEFE69FC-EC52-40BF-BFC2-A2C57A3879F5}" dt="2024-12-03T05:41:14.379" v="258" actId="20577"/>
        <pc:sldMkLst>
          <pc:docMk/>
          <pc:sldMk cId="1064297895" sldId="283"/>
        </pc:sldMkLst>
      </pc:sldChg>
      <pc:sldChg chg="delSp mod">
        <pc:chgData name="Sadia Tasnim" userId="0a7a5d6a-8466-4436-9475-c4c27ed18f50" providerId="ADAL" clId="{DEFE69FC-EC52-40BF-BFC2-A2C57A3879F5}" dt="2024-12-03T05:26:35.783" v="105" actId="478"/>
        <pc:sldMkLst>
          <pc:docMk/>
          <pc:sldMk cId="254118423" sldId="285"/>
        </pc:sldMkLst>
      </pc:sldChg>
      <pc:sldChg chg="del">
        <pc:chgData name="Sadia Tasnim" userId="0a7a5d6a-8466-4436-9475-c4c27ed18f50" providerId="ADAL" clId="{DEFE69FC-EC52-40BF-BFC2-A2C57A3879F5}" dt="2024-12-03T05:28:41.621" v="107" actId="47"/>
        <pc:sldMkLst>
          <pc:docMk/>
          <pc:sldMk cId="690089122" sldId="294"/>
        </pc:sldMkLst>
      </pc:sldChg>
      <pc:sldChg chg="addSp delSp modSp mod">
        <pc:chgData name="Sadia Tasnim" userId="0a7a5d6a-8466-4436-9475-c4c27ed18f50" providerId="ADAL" clId="{DEFE69FC-EC52-40BF-BFC2-A2C57A3879F5}" dt="2024-12-03T05:32:06.634" v="137" actId="1076"/>
        <pc:sldMkLst>
          <pc:docMk/>
          <pc:sldMk cId="2021678125" sldId="295"/>
        </pc:sldMkLst>
      </pc:sldChg>
      <pc:sldChg chg="delSp modSp mod ord">
        <pc:chgData name="Sadia Tasnim" userId="0a7a5d6a-8466-4436-9475-c4c27ed18f50" providerId="ADAL" clId="{DEFE69FC-EC52-40BF-BFC2-A2C57A3879F5}" dt="2024-12-03T05:26:28.890" v="103" actId="1076"/>
        <pc:sldMkLst>
          <pc:docMk/>
          <pc:sldMk cId="3703188774" sldId="298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299"/>
        </pc:sldMkLst>
      </pc:sldChg>
      <pc:sldChg chg="add">
        <pc:chgData name="Sadia Tasnim" userId="0a7a5d6a-8466-4436-9475-c4c27ed18f50" providerId="ADAL" clId="{DEFE69FC-EC52-40BF-BFC2-A2C57A3879F5}" dt="2024-12-03T16:37:20.933" v="269" actId="2890"/>
        <pc:sldMkLst>
          <pc:docMk/>
          <pc:sldMk cId="369367861" sldId="299"/>
        </pc:sldMkLst>
      </pc:sldChg>
      <pc:sldChg chg="del">
        <pc:chgData name="Sadia Tasnim" userId="0a7a5d6a-8466-4436-9475-c4c27ed18f50" providerId="ADAL" clId="{DEFE69FC-EC52-40BF-BFC2-A2C57A3879F5}" dt="2024-12-03T05:23:44.324" v="35" actId="47"/>
        <pc:sldMkLst>
          <pc:docMk/>
          <pc:sldMk cId="766784209" sldId="299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0"/>
        </pc:sldMkLst>
      </pc:sldChg>
      <pc:sldChg chg="addSp delSp modSp add mod">
        <pc:chgData name="Sadia Tasnim" userId="0a7a5d6a-8466-4436-9475-c4c27ed18f50" providerId="ADAL" clId="{DEFE69FC-EC52-40BF-BFC2-A2C57A3879F5}" dt="2024-12-03T16:39:30.682" v="299" actId="14100"/>
        <pc:sldMkLst>
          <pc:docMk/>
          <pc:sldMk cId="1365975590" sldId="300"/>
        </pc:sldMkLst>
      </pc:sldChg>
      <pc:sldChg chg="delSp del mod">
        <pc:chgData name="Sadia Tasnim" userId="0a7a5d6a-8466-4436-9475-c4c27ed18f50" providerId="ADAL" clId="{DEFE69FC-EC52-40BF-BFC2-A2C57A3879F5}" dt="2024-12-03T05:25:35.006" v="80" actId="47"/>
        <pc:sldMkLst>
          <pc:docMk/>
          <pc:sldMk cId="2183177729" sldId="300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1"/>
        </pc:sldMkLst>
      </pc:sldChg>
      <pc:sldChg chg="add del">
        <pc:chgData name="Sadia Tasnim" userId="0a7a5d6a-8466-4436-9475-c4c27ed18f50" providerId="ADAL" clId="{DEFE69FC-EC52-40BF-BFC2-A2C57A3879F5}" dt="2024-12-03T05:39:23.884" v="222"/>
        <pc:sldMkLst>
          <pc:docMk/>
          <pc:sldMk cId="0" sldId="3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5CA-A64B-40AD-3D3E-D9CB980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D5A05-C905-DD1D-C847-9D47B7753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09E-6584-7D99-BD93-CEC3A31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3659-F363-7BE2-282C-2DA76F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B2D9-5378-3476-9A48-7093E18D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30B-CE28-BD90-6C18-ACF5440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252A-A163-C914-FBCC-44A44232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8A58-4F97-857C-562E-E5471E0C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10E5-50CD-A148-2780-EF387D4E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BB09-CF8E-17D6-751D-949D3B6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FDC4-149A-1F61-AEBF-C77928E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7EBB3-A39D-6EB2-FFF9-747CBE21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1E8-41CB-F2E3-114A-AC2D302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B06E-79EC-F8B0-A2A7-696C185C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5FFB-BDB9-BF7C-DAF5-2F4EDAC7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3B58-F799-8E50-C2BF-E3A1E25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81-5FC5-1F2B-B826-CFF70585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B660-203C-16A8-D252-FC56937C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E50-CA40-BE7A-A0D0-2F79730C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9DAE-6AD1-60BC-7F41-DD3BA808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CC2D-2411-C1B0-F125-8140B4C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209-C97C-204C-577E-20DF8D2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D8FD-6E37-4A77-C5FC-ECED697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A336-F448-44D5-D9ED-E1D4D80A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6FD7-0F30-8559-1A8A-B423FEEE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08354-DDBA-0148-CDC0-35B1A39A1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E5B08-3092-F069-61A4-DD9EF5C9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1F20-CA9D-744D-7CE5-CCA72BC4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BF572-FF22-3883-2302-4AC0E989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DF6E-C490-12BD-8C0D-D6384D4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359E8-0AE6-B76E-7B4E-318ACE2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0CAE-8A9F-9D10-FD4D-8DB790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0789-8A3F-F5C0-4D91-8A63BBC2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41FC3-80B5-ECC5-DA7D-34BE9D23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ACC9-6BB3-E8C4-1DD7-E3914EEE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0620-2FD5-47D0-24AC-9E30A3F9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66B-229A-B819-94AF-C66129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251-19E5-6F7B-A2D2-18648388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894D-622C-A667-2EB6-44555DC21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636-3AAC-5F5F-9ECD-4499B66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2220-9F56-F357-E05C-BC8FB89A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B46C-54DF-A943-3F8C-C63EB816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8AA7-B1C5-A7B3-3E19-B94F94F1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D4F98-BC1A-8DA0-7072-39BE69945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7492-3F2F-9C51-7196-8BD9E4D1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BC2A-97A4-CF71-10AC-7F2A9F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EFBAD-8136-E3F3-2F6B-BA46AA85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B287-B665-40DD-B285-61A4008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D986-E52B-39FA-A486-6929BECD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7A935-D4AB-CBF8-E924-389370B9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B261-B0BD-4C39-46F7-8F79F9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FBBE-A7E1-3A3F-3EB9-DDEFB1D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B6BC-21D5-62E1-6A25-70CCF687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FD8F5-7DD9-4D17-14EF-FEF4A5C41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EF29-B977-7774-E05C-8ADD4606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83BD-60BE-16B6-EDBA-5E24DD35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53F9-FD78-F5B0-776B-A6999775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A740-FF61-F67E-A02F-F241F04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770C-2317-D040-4A2C-FCCDA8C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9B29-E6A5-4AE1-CCDE-279E808B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EAD2-DDC8-1474-078E-5770B560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4DD-950C-4C46-B2B6-CE262DB1297D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F784-EF0B-772D-4E77-26EAD1610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4E81-052F-E13A-81DE-3A780CCA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09BA275-68A7-7A75-3376-AE534602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F9E-2A1B-4585-81D9-7A10A22D2DB5}" type="datetime1">
              <a:rPr lang="en-US" smtClean="0"/>
              <a:t>7/7/2025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774637B-0AB0-4237-20ED-EC33526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10B2-0059-165B-F949-FDFFD6A85D5C}"/>
              </a:ext>
            </a:extLst>
          </p:cNvPr>
          <p:cNvSpPr txBox="1"/>
          <p:nvPr/>
        </p:nvSpPr>
        <p:spPr>
          <a:xfrm>
            <a:off x="1984371" y="980440"/>
            <a:ext cx="7721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 165</a:t>
            </a:r>
          </a:p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Basic Mechanical Engineering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6BE822-34D9-8E49-EEB6-A29F99397F23}"/>
              </a:ext>
            </a:extLst>
          </p:cNvPr>
          <p:cNvSpPr txBox="1"/>
          <p:nvPr/>
        </p:nvSpPr>
        <p:spPr>
          <a:xfrm>
            <a:off x="1093838" y="2596888"/>
            <a:ext cx="9502666" cy="3394092"/>
          </a:xfrm>
          <a:prstGeom prst="rect">
            <a:avLst/>
          </a:prstGeom>
        </p:spPr>
        <p:txBody>
          <a:bodyPr vert="horz" wrap="square" lIns="0" tIns="8467" rIns="0" bIns="0" rtlCol="0" anchor="t">
            <a:spAutoFit/>
          </a:bodyPr>
          <a:lstStyle/>
          <a:p>
            <a:pPr marL="1379220" marR="1372870" algn="ctr">
              <a:spcBef>
                <a:spcPts val="67"/>
              </a:spcBef>
            </a:pPr>
            <a:r>
              <a:rPr sz="3000" b="1" spc="-7" dirty="0">
                <a:solidFill>
                  <a:srgbClr val="FF0000"/>
                </a:solidFill>
                <a:latin typeface="Bookman Old Style"/>
                <a:cs typeface="Dreaming Outloud Pro"/>
              </a:rPr>
              <a:t>Lecture</a:t>
            </a:r>
            <a:r>
              <a:rPr sz="3000" b="1" spc="-63" dirty="0">
                <a:solidFill>
                  <a:srgbClr val="FF0000"/>
                </a:solidFill>
                <a:latin typeface="Bookman Old Style"/>
                <a:cs typeface="Dreaming Outloud Pro"/>
              </a:rPr>
              <a:t> </a:t>
            </a:r>
            <a:r>
              <a:rPr lang="en-US" sz="3000" b="1" spc="-63">
                <a:solidFill>
                  <a:srgbClr val="FF0000"/>
                </a:solidFill>
                <a:latin typeface="Bookman Old Style"/>
                <a:cs typeface="Dreaming Outloud Pro"/>
              </a:rPr>
              <a:t>11</a:t>
            </a:r>
            <a:r>
              <a:rPr sz="3000" b="1" dirty="0">
                <a:solidFill>
                  <a:srgbClr val="FF0000"/>
                </a:solidFill>
                <a:latin typeface="Bookman Old Style"/>
                <a:cs typeface="Dreaming Outloud Pro"/>
              </a:rPr>
              <a:t> </a:t>
            </a:r>
            <a:endParaRPr lang="en-US" sz="3000" b="1" dirty="0">
              <a:solidFill>
                <a:srgbClr val="FF0000"/>
              </a:solidFill>
              <a:latin typeface="Bookman Old Style"/>
              <a:cs typeface="Dreaming Outloud Pro"/>
            </a:endParaRPr>
          </a:p>
          <a:p>
            <a:pPr marL="1379289" marR="1372939" algn="ctr">
              <a:spcBef>
                <a:spcPts val="67"/>
              </a:spcBef>
            </a:pP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89" marR="1372939" algn="ctr">
              <a:spcBef>
                <a:spcPts val="67"/>
              </a:spcBef>
            </a:pPr>
            <a:r>
              <a:rPr lang="en-US" sz="3000" b="1" spc="-3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Kinematics of Rigid Bodies</a:t>
            </a:r>
          </a:p>
          <a:p>
            <a:pPr marL="1379289" marR="1372939" algn="ctr">
              <a:spcBef>
                <a:spcPts val="67"/>
              </a:spcBef>
            </a:pP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2540" algn="ctr">
              <a:spcBef>
                <a:spcPts val="3"/>
              </a:spcBef>
            </a:pPr>
            <a:r>
              <a:rPr lang="en-US" sz="3000" b="1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Sadia Tasnim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3387" algn="ctr">
              <a:spcBef>
                <a:spcPts val="45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Lecturer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algn="ctr">
              <a:spcBef>
                <a:spcPts val="44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Department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of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Mechanical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Engineering,</a:t>
            </a:r>
            <a:r>
              <a:rPr sz="3000" spc="-1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BUET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ACF007-58CC-3835-B26B-B5E7C1373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552" y="1066800"/>
            <a:ext cx="5000625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3B6DE-F130-8DB1-660F-E2A8D65F5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48" y="1485003"/>
            <a:ext cx="3860800" cy="359834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7048" y="259842"/>
            <a:ext cx="745927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Kinematics of Rigid Bodies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EB4867-31EE-A63B-CBA9-CBA914D87C22}"/>
              </a:ext>
            </a:extLst>
          </p:cNvPr>
          <p:cNvSpPr txBox="1"/>
          <p:nvPr/>
        </p:nvSpPr>
        <p:spPr>
          <a:xfrm>
            <a:off x="839823" y="1485003"/>
            <a:ext cx="2531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 Translation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AD9F2-6583-F0A3-E758-7EBFED8E8716}"/>
              </a:ext>
            </a:extLst>
          </p:cNvPr>
          <p:cNvSpPr txBox="1"/>
          <p:nvPr/>
        </p:nvSpPr>
        <p:spPr>
          <a:xfrm>
            <a:off x="6875282" y="1485003"/>
            <a:ext cx="356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Rotation About a Fixed Axis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F62F03-F73B-1D01-15A3-88AD49CF7983}"/>
              </a:ext>
            </a:extLst>
          </p:cNvPr>
          <p:cNvCxnSpPr/>
          <p:nvPr/>
        </p:nvCxnSpPr>
        <p:spPr>
          <a:xfrm>
            <a:off x="5726545" y="1485003"/>
            <a:ext cx="0" cy="43538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5D0E-4D0F-0B67-48ED-66A89C12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FA3A3DD-7CCF-E63E-E165-DA550EEAA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182" y="1854335"/>
            <a:ext cx="4130847" cy="4073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C7D652-33C9-306E-F6D4-17E1FFF7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44" y="1130173"/>
            <a:ext cx="6599568" cy="4353822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5E422DC-CD3F-2B04-21C7-C426A195A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48" y="259842"/>
            <a:ext cx="745927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Kinematics of Rigid Bodies</a:t>
            </a:r>
            <a:endParaRPr spc="-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FB81C8-632E-6922-875F-23DF4C3494D5}"/>
              </a:ext>
            </a:extLst>
          </p:cNvPr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7FB6A-B36E-4EF0-8423-1C0EA9DE309A}"/>
              </a:ext>
            </a:extLst>
          </p:cNvPr>
          <p:cNvSpPr txBox="1"/>
          <p:nvPr/>
        </p:nvSpPr>
        <p:spPr>
          <a:xfrm>
            <a:off x="467048" y="1485003"/>
            <a:ext cx="3236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 General Plane Motion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C627E-D6A2-42B5-E541-00549237F898}"/>
              </a:ext>
            </a:extLst>
          </p:cNvPr>
          <p:cNvSpPr txBox="1"/>
          <p:nvPr/>
        </p:nvSpPr>
        <p:spPr>
          <a:xfrm>
            <a:off x="7926323" y="1485003"/>
            <a:ext cx="3828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Motion About a Fixed Point</a:t>
            </a:r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5AFF49-10DB-133E-0DCA-56E5155BFEEE}"/>
              </a:ext>
            </a:extLst>
          </p:cNvPr>
          <p:cNvCxnSpPr/>
          <p:nvPr/>
        </p:nvCxnSpPr>
        <p:spPr>
          <a:xfrm>
            <a:off x="7158182" y="1485003"/>
            <a:ext cx="0" cy="43538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97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D9C01-4277-9489-D81E-72BE14C4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6A0C2-4C2E-19F9-F783-0EA72A331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5" y="1575000"/>
            <a:ext cx="10680128" cy="3708000"/>
          </a:xfrm>
          <a:prstGeom prst="rect">
            <a:avLst/>
          </a:prstGeom>
        </p:spPr>
      </p:pic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05302663-05CB-E531-8128-E71B9155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16F2920-89E5-7961-5E35-4FEE86A5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84FB876-D5B7-A205-AF4E-E62445BD639B}"/>
              </a:ext>
            </a:extLst>
          </p:cNvPr>
          <p:cNvSpPr txBox="1"/>
          <p:nvPr/>
        </p:nvSpPr>
        <p:spPr>
          <a:xfrm>
            <a:off x="6012287" y="6156756"/>
            <a:ext cx="67055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 err="1"/>
              <a:t>r</a:t>
            </a:r>
            <a:r>
              <a:rPr lang="en-US" sz="2400" b="1" baseline="-25000" dirty="0" err="1"/>
              <a:t>B</a:t>
            </a:r>
            <a:r>
              <a:rPr lang="en-US" sz="2400" b="1" baseline="-25000" dirty="0"/>
              <a:t>/A</a:t>
            </a:r>
            <a:r>
              <a:rPr lang="en-US" sz="2400" baseline="-25000" dirty="0"/>
              <a:t> </a:t>
            </a:r>
            <a:r>
              <a:rPr lang="en-US" sz="2400" dirty="0"/>
              <a:t> : constant direction &amp; constant magnitude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09671ADC-8161-CDBE-8D77-62686C65D16D}"/>
              </a:ext>
            </a:extLst>
          </p:cNvPr>
          <p:cNvSpPr txBox="1">
            <a:spLocks/>
          </p:cNvSpPr>
          <p:nvPr/>
        </p:nvSpPr>
        <p:spPr>
          <a:xfrm>
            <a:off x="108155" y="46117"/>
            <a:ext cx="5835306" cy="45532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 Rigid Body In Translation 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D7A5C5-49CD-2C34-C293-866BBFC2C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01" t="64355" r="5555" b="2446"/>
          <a:stretch/>
        </p:blipFill>
        <p:spPr>
          <a:xfrm>
            <a:off x="383160" y="5545450"/>
            <a:ext cx="2507524" cy="639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E2E3C4-D086-467E-EF23-B705F0591FA3}"/>
              </a:ext>
            </a:extLst>
          </p:cNvPr>
          <p:cNvSpPr txBox="1"/>
          <p:nvPr/>
        </p:nvSpPr>
        <p:spPr>
          <a:xfrm>
            <a:off x="383160" y="666014"/>
            <a:ext cx="5083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When a rigid body is in translation, all the points of the body have the same velocity and the same acceleration at any given instant</a:t>
            </a:r>
            <a:endParaRPr lang="en-S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47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8B6B-EE7B-F643-F17A-8FBFDCCD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3E95D-E295-41D6-6362-1848974B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41" y="964755"/>
            <a:ext cx="5238750" cy="5724525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3B27C55-79A7-3EA9-395A-569D03F9D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048" y="284574"/>
            <a:ext cx="7290604" cy="443070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SG" sz="2800" b="1" dirty="0">
                <a:latin typeface="Comic Sans MS" panose="030F0702030302020204" pitchFamily="66" charset="0"/>
                <a:cs typeface="Italic" panose="00000400000000000000" pitchFamily="2" charset="0"/>
              </a:rPr>
              <a:t>Rotation About a Fixed Axis</a:t>
            </a:r>
            <a:endParaRPr sz="2800" b="1" spc="-5" dirty="0">
              <a:latin typeface="Comic Sans MS" panose="030F0702030302020204" pitchFamily="66" charset="0"/>
              <a:cs typeface="Italic" panose="00000400000000000000" pitchFamily="2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913D9F5-C5D9-B088-3749-051156F34C52}"/>
              </a:ext>
            </a:extLst>
          </p:cNvPr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8B464-04B3-1586-3FA1-DF8FB1479D3A}"/>
              </a:ext>
            </a:extLst>
          </p:cNvPr>
          <p:cNvSpPr txBox="1"/>
          <p:nvPr/>
        </p:nvSpPr>
        <p:spPr>
          <a:xfrm>
            <a:off x="6432111" y="1549138"/>
            <a:ext cx="3236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B2817D-5D0B-673E-6DFB-91D93B6C4354}"/>
              </a:ext>
            </a:extLst>
          </p:cNvPr>
          <p:cNvCxnSpPr/>
          <p:nvPr/>
        </p:nvCxnSpPr>
        <p:spPr>
          <a:xfrm>
            <a:off x="5997976" y="1549138"/>
            <a:ext cx="0" cy="435382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906E146-237A-9D89-9E94-640B0E2CB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607819"/>
              </p:ext>
            </p:extLst>
          </p:nvPr>
        </p:nvGraphicFramePr>
        <p:xfrm>
          <a:off x="6631527" y="2406292"/>
          <a:ext cx="4646074" cy="2341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799920" progId="Equation.DSMT4">
                  <p:embed/>
                </p:oleObj>
              </mc:Choice>
              <mc:Fallback>
                <p:oleObj name="Equation" r:id="rId3" imgW="1587240" imgH="79992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906E146-237A-9D89-9E94-640B0E2CB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31527" y="2406292"/>
                        <a:ext cx="4646074" cy="2341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976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03BD9AAA-E28D-9EBE-1764-633DE26F77AD}"/>
              </a:ext>
            </a:extLst>
          </p:cNvPr>
          <p:cNvSpPr txBox="1">
            <a:spLocks/>
          </p:cNvSpPr>
          <p:nvPr/>
        </p:nvSpPr>
        <p:spPr>
          <a:xfrm>
            <a:off x="471949" y="136525"/>
            <a:ext cx="5835306" cy="45532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SG" sz="2800" b="1" dirty="0">
                <a:latin typeface="Comic Sans MS" panose="030F0702030302020204" pitchFamily="66" charset="0"/>
                <a:cs typeface="Italic" panose="00000400000000000000" pitchFamily="2" charset="0"/>
              </a:rPr>
              <a:t>General Plane Motion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269F83-2F0F-4ABC-203B-F12E9CC0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2" y="1288026"/>
            <a:ext cx="11330458" cy="407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8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E417F-1BC2-BE3D-740D-B87C43108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D6BD850-AD01-AFCD-C340-8C02C84B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7/7/2025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10B1C52-8A3E-448F-642E-6B05D0F1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67E5689-9EF7-E244-8824-E8F396F1D991}"/>
              </a:ext>
            </a:extLst>
          </p:cNvPr>
          <p:cNvSpPr txBox="1">
            <a:spLocks/>
          </p:cNvSpPr>
          <p:nvPr/>
        </p:nvSpPr>
        <p:spPr>
          <a:xfrm>
            <a:off x="471949" y="136525"/>
            <a:ext cx="5835306" cy="455328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SG" sz="2800" b="1" dirty="0">
                <a:latin typeface="Comic Sans MS" panose="030F0702030302020204" pitchFamily="66" charset="0"/>
                <a:cs typeface="Italic" panose="00000400000000000000" pitchFamily="2" charset="0"/>
              </a:rPr>
              <a:t>General Plane Motion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EFCD6B-2132-64BA-4D56-4E7D16CC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281112"/>
            <a:ext cx="115252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57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664" y="357307"/>
            <a:ext cx="1006812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/>
              <a:t>Kinematics</a:t>
            </a:r>
            <a:endParaRPr sz="2800"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84" y="863344"/>
            <a:ext cx="5996916" cy="201529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715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38100" marR="30480">
              <a:lnSpc>
                <a:spcPct val="100000"/>
              </a:lnSpc>
              <a:spcBef>
                <a:spcPts val="620"/>
              </a:spcBef>
            </a:pPr>
            <a:r>
              <a:rPr lang="en-US" sz="2400" dirty="0"/>
              <a:t>Collar B moves upward with a constant velocity of 1.5 m/s. At the instant when </a:t>
            </a:r>
            <a:r>
              <a:rPr lang="en-US" sz="2400" i="1" dirty="0"/>
              <a:t>Ө</a:t>
            </a:r>
            <a:r>
              <a:rPr lang="en-US" sz="2400" dirty="0"/>
              <a:t> = 50°, determine (a) the angular velocity of rod AB, (b) the velocity of end A of the rod.</a:t>
            </a:r>
            <a:endParaRPr sz="24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2D6AC-5CFA-23F2-6D5D-5B6BED21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48" y="1049543"/>
            <a:ext cx="4267200" cy="407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B7F3-5E5C-9B46-4B26-EE48C049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A6B5A9-9A5C-002F-BA3D-DEAA0A3F7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664" y="357307"/>
            <a:ext cx="1006812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/>
              <a:t>Solution: </a:t>
            </a:r>
            <a:endParaRPr sz="2800" b="1"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139280-F737-4A74-F676-D191FB77BBD1}"/>
              </a:ext>
            </a:extLst>
          </p:cNvPr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12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9BB2F7-C6A9-A5DB-8C09-552DDB906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2" t="-471" r="6203" b="6488"/>
          <a:stretch/>
        </p:blipFill>
        <p:spPr>
          <a:xfrm rot="16200000">
            <a:off x="2341346" y="-401855"/>
            <a:ext cx="6511782" cy="77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6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A1D3-671D-9772-2B38-13DEC3DF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73C09A-8BBB-EB00-57BE-98CCA8FF2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0664" y="357307"/>
            <a:ext cx="1006812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/>
              <a:t>Solution: </a:t>
            </a:r>
            <a:endParaRPr sz="2800" b="1" spc="-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F2DCBD1-5119-46E8-425E-50961B205483}"/>
              </a:ext>
            </a:extLst>
          </p:cNvPr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12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4DEF6-B318-A020-A72E-8A90976C4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7" r="3907" b="-36"/>
          <a:stretch/>
        </p:blipFill>
        <p:spPr>
          <a:xfrm rot="16200000">
            <a:off x="3492126" y="-192517"/>
            <a:ext cx="6340919" cy="744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36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9E3B196684499E884074FD3CB02C" ma:contentTypeVersion="4" ma:contentTypeDescription="Create a new document." ma:contentTypeScope="" ma:versionID="28b3d92f1e6fa517cf934b1e63e8382b">
  <xsd:schema xmlns:xsd="http://www.w3.org/2001/XMLSchema" xmlns:xs="http://www.w3.org/2001/XMLSchema" xmlns:p="http://schemas.microsoft.com/office/2006/metadata/properties" xmlns:ns2="fe4160f2-581c-44de-8c1e-f3a36bb236c5" targetNamespace="http://schemas.microsoft.com/office/2006/metadata/properties" ma:root="true" ma:fieldsID="fab7115323ebc58acf5357dd32b4bda1" ns2:_="">
    <xsd:import namespace="fe4160f2-581c-44de-8c1e-f3a36bb23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60f2-581c-44de-8c1e-f3a36bb236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EEB539-770B-4D04-B6FC-02AFE09F5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4160f2-581c-44de-8c1e-f3a36bb236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BB5941-6D00-40D7-A281-F5929CA52B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78FDB5-4A14-4CEA-97E8-433F94B26647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e467288b-9371-487f-9388-5a273ed91689"/>
    <ds:schemaRef ds:uri="af28b325-ae8e-4eb4-8c71-c3ad8b9de4c7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159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Kinematics of Rigid Bodies</vt:lpstr>
      <vt:lpstr>Kinematics of Rigid Bodies</vt:lpstr>
      <vt:lpstr>PowerPoint Presentation</vt:lpstr>
      <vt:lpstr>Rotation About a Fixed Axis</vt:lpstr>
      <vt:lpstr>PowerPoint Presentation</vt:lpstr>
      <vt:lpstr>PowerPoint Presentation</vt:lpstr>
      <vt:lpstr>Kinematics</vt:lpstr>
      <vt:lpstr>Solution: </vt:lpstr>
      <vt:lpstr>Solution: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Aminul Islam</dc:creator>
  <cp:lastModifiedBy>Sadia Tasnim</cp:lastModifiedBy>
  <cp:revision>5</cp:revision>
  <dcterms:created xsi:type="dcterms:W3CDTF">2023-06-01T16:56:59Z</dcterms:created>
  <dcterms:modified xsi:type="dcterms:W3CDTF">2025-07-08T06:59:09Z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0x01010008EF9E3B196684499E884074FD3CB02C</vt:lpwstr>
  </property>
</Properties>
</file>