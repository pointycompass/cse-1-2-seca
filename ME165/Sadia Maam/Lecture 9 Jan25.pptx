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jpg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8.jpg" ContentType="image/jpg"/>
  <Override PartName="/ppt/media/image11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9" r:id="rId6"/>
    <p:sldId id="260" r:id="rId7"/>
    <p:sldId id="298" r:id="rId8"/>
    <p:sldId id="285" r:id="rId9"/>
    <p:sldId id="261" r:id="rId10"/>
    <p:sldId id="295" r:id="rId11"/>
    <p:sldId id="267" r:id="rId12"/>
    <p:sldId id="300" r:id="rId13"/>
    <p:sldId id="265" r:id="rId14"/>
    <p:sldId id="266" r:id="rId15"/>
    <p:sldId id="28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dia Tasnim" initials="" lastIdx="1" clrIdx="0">
    <p:extLst>
      <p:ext uri="{19B8F6BF-5375-455C-9EA6-DF929625EA0E}">
        <p15:presenceInfo xmlns:p15="http://schemas.microsoft.com/office/powerpoint/2012/main" userId="S::sadiatasnim@me.buet.ac.bd::0a7a5d6a-8466-4436-9475-c4c27ed18f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ia Tasnim" userId="0a7a5d6a-8466-4436-9475-c4c27ed18f50" providerId="ADAL" clId="{DEFE69FC-EC52-40BF-BFC2-A2C57A3879F5}"/>
    <pc:docChg chg="undo custSel addSld delSld modSld sldOrd">
      <pc:chgData name="Sadia Tasnim" userId="0a7a5d6a-8466-4436-9475-c4c27ed18f50" providerId="ADAL" clId="{DEFE69FC-EC52-40BF-BFC2-A2C57A3879F5}" dt="2024-12-03T16:42:00.094" v="348" actId="20577"/>
      <pc:docMkLst>
        <pc:docMk/>
      </pc:docMkLst>
      <pc:sldChg chg="delSp modSp mod">
        <pc:chgData name="Sadia Tasnim" userId="0a7a5d6a-8466-4436-9475-c4c27ed18f50" providerId="ADAL" clId="{DEFE69FC-EC52-40BF-BFC2-A2C57A3879F5}" dt="2024-12-03T05:24:23.890" v="73" actId="1076"/>
        <pc:sldMkLst>
          <pc:docMk/>
          <pc:sldMk cId="0" sldId="257"/>
        </pc:sldMkLst>
        <pc:spChg chg="mod">
          <ac:chgData name="Sadia Tasnim" userId="0a7a5d6a-8466-4436-9475-c4c27ed18f50" providerId="ADAL" clId="{DEFE69FC-EC52-40BF-BFC2-A2C57A3879F5}" dt="2024-12-03T05:24:18.226" v="72" actId="1076"/>
          <ac:spMkLst>
            <pc:docMk/>
            <pc:sldMk cId="0" sldId="257"/>
            <ac:spMk id="6" creationId="{5DFB10B2-0059-165B-F949-FDFFD6A85D5C}"/>
          </ac:spMkLst>
        </pc:spChg>
        <pc:spChg chg="mod">
          <ac:chgData name="Sadia Tasnim" userId="0a7a5d6a-8466-4436-9475-c4c27ed18f50" providerId="ADAL" clId="{DEFE69FC-EC52-40BF-BFC2-A2C57A3879F5}" dt="2024-12-03T05:24:23.890" v="73" actId="1076"/>
          <ac:spMkLst>
            <pc:docMk/>
            <pc:sldMk cId="0" sldId="257"/>
            <ac:spMk id="7" creationId="{F16BE822-34D9-8E49-EEB6-A29F99397F23}"/>
          </ac:spMkLst>
        </pc:spChg>
        <pc:grpChg chg="del">
          <ac:chgData name="Sadia Tasnim" userId="0a7a5d6a-8466-4436-9475-c4c27ed18f50" providerId="ADAL" clId="{DEFE69FC-EC52-40BF-BFC2-A2C57A3879F5}" dt="2024-12-03T05:24:11.740" v="70" actId="478"/>
          <ac:grpSpMkLst>
            <pc:docMk/>
            <pc:sldMk cId="0" sldId="257"/>
            <ac:grpSpMk id="2" creationId="{00000000-0000-0000-0000-000000000000}"/>
          </ac:grpSpMkLst>
        </pc:grpChg>
        <pc:picChg chg="del">
          <ac:chgData name="Sadia Tasnim" userId="0a7a5d6a-8466-4436-9475-c4c27ed18f50" providerId="ADAL" clId="{DEFE69FC-EC52-40BF-BFC2-A2C57A3879F5}" dt="2024-12-03T05:24:13.526" v="71" actId="478"/>
          <ac:picMkLst>
            <pc:docMk/>
            <pc:sldMk cId="0" sldId="257"/>
            <ac:picMk id="5" creationId="{00000000-0000-0000-0000-000000000000}"/>
          </ac:picMkLst>
        </pc:picChg>
      </pc:sldChg>
      <pc:sldChg chg="addSp delSp modSp add mod">
        <pc:chgData name="Sadia Tasnim" userId="0a7a5d6a-8466-4436-9475-c4c27ed18f50" providerId="ADAL" clId="{DEFE69FC-EC52-40BF-BFC2-A2C57A3879F5}" dt="2024-12-03T05:25:32.618" v="79" actId="1076"/>
        <pc:sldMkLst>
          <pc:docMk/>
          <pc:sldMk cId="0" sldId="259"/>
        </pc:sldMkLst>
        <pc:spChg chg="mod">
          <ac:chgData name="Sadia Tasnim" userId="0a7a5d6a-8466-4436-9475-c4c27ed18f50" providerId="ADAL" clId="{DEFE69FC-EC52-40BF-BFC2-A2C57A3879F5}" dt="2024-12-03T05:22:23.051" v="2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dia Tasnim" userId="0a7a5d6a-8466-4436-9475-c4c27ed18f50" providerId="ADAL" clId="{DEFE69FC-EC52-40BF-BFC2-A2C57A3879F5}" dt="2024-12-03T05:23:39.011" v="34" actId="20577"/>
          <ac:spMkLst>
            <pc:docMk/>
            <pc:sldMk cId="0" sldId="259"/>
            <ac:spMk id="3" creationId="{00000000-0000-0000-0000-000000000000}"/>
          </ac:spMkLst>
        </pc:spChg>
        <pc:picChg chg="del mod">
          <ac:chgData name="Sadia Tasnim" userId="0a7a5d6a-8466-4436-9475-c4c27ed18f50" providerId="ADAL" clId="{DEFE69FC-EC52-40BF-BFC2-A2C57A3879F5}" dt="2024-12-03T05:25:27.374" v="77" actId="478"/>
          <ac:picMkLst>
            <pc:docMk/>
            <pc:sldMk cId="0" sldId="259"/>
            <ac:picMk id="5" creationId="{00000000-0000-0000-0000-000000000000}"/>
          </ac:picMkLst>
        </pc:picChg>
        <pc:picChg chg="add mod">
          <ac:chgData name="Sadia Tasnim" userId="0a7a5d6a-8466-4436-9475-c4c27ed18f50" providerId="ADAL" clId="{DEFE69FC-EC52-40BF-BFC2-A2C57A3879F5}" dt="2024-12-03T05:25:32.618" v="79" actId="1076"/>
          <ac:picMkLst>
            <pc:docMk/>
            <pc:sldMk cId="0" sldId="259"/>
            <ac:picMk id="26" creationId="{1B4A65D3-81C3-22BA-59FB-B00A8622C2DB}"/>
          </ac:picMkLst>
        </pc:picChg>
      </pc:sldChg>
      <pc:sldChg chg="add">
        <pc:chgData name="Sadia Tasnim" userId="0a7a5d6a-8466-4436-9475-c4c27ed18f50" providerId="ADAL" clId="{DEFE69FC-EC52-40BF-BFC2-A2C57A3879F5}" dt="2024-12-03T05:22:08.442" v="0"/>
        <pc:sldMkLst>
          <pc:docMk/>
          <pc:sldMk cId="0" sldId="260"/>
        </pc:sldMkLst>
      </pc:sldChg>
      <pc:sldChg chg="add">
        <pc:chgData name="Sadia Tasnim" userId="0a7a5d6a-8466-4436-9475-c4c27ed18f50" providerId="ADAL" clId="{DEFE69FC-EC52-40BF-BFC2-A2C57A3879F5}" dt="2024-12-03T05:28:16.691" v="106"/>
        <pc:sldMkLst>
          <pc:docMk/>
          <pc:sldMk cId="0" sldId="261"/>
        </pc:sldMkLst>
      </pc:sldChg>
      <pc:sldChg chg="add del">
        <pc:chgData name="Sadia Tasnim" userId="0a7a5d6a-8466-4436-9475-c4c27ed18f50" providerId="ADAL" clId="{DEFE69FC-EC52-40BF-BFC2-A2C57A3879F5}" dt="2024-12-03T05:28:46.562" v="108" actId="47"/>
        <pc:sldMkLst>
          <pc:docMk/>
          <pc:sldMk cId="0" sldId="262"/>
        </pc:sldMkLst>
      </pc:sldChg>
      <pc:sldChg chg="modSp add del mod">
        <pc:chgData name="Sadia Tasnim" userId="0a7a5d6a-8466-4436-9475-c4c27ed18f50" providerId="ADAL" clId="{DEFE69FC-EC52-40BF-BFC2-A2C57A3879F5}" dt="2024-12-03T16:28:36.648" v="267" actId="20577"/>
        <pc:sldMkLst>
          <pc:docMk/>
          <pc:sldMk cId="0" sldId="265"/>
        </pc:sldMkLst>
        <pc:spChg chg="mod">
          <ac:chgData name="Sadia Tasnim" userId="0a7a5d6a-8466-4436-9475-c4c27ed18f50" providerId="ADAL" clId="{DEFE69FC-EC52-40BF-BFC2-A2C57A3879F5}" dt="2024-12-03T16:28:07.851" v="263" actId="14100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dia Tasnim" userId="0a7a5d6a-8466-4436-9475-c4c27ed18f50" providerId="ADAL" clId="{DEFE69FC-EC52-40BF-BFC2-A2C57A3879F5}" dt="2024-12-03T16:28:27.257" v="266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Sadia Tasnim" userId="0a7a5d6a-8466-4436-9475-c4c27ed18f50" providerId="ADAL" clId="{DEFE69FC-EC52-40BF-BFC2-A2C57A3879F5}" dt="2024-12-03T16:28:36.648" v="267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Sadia Tasnim" userId="0a7a5d6a-8466-4436-9475-c4c27ed18f50" providerId="ADAL" clId="{DEFE69FC-EC52-40BF-BFC2-A2C57A3879F5}" dt="2024-12-03T16:28:13.786" v="264" actId="1076"/>
          <ac:spMkLst>
            <pc:docMk/>
            <pc:sldMk cId="0" sldId="265"/>
            <ac:spMk id="6" creationId="{00000000-0000-0000-0000-000000000000}"/>
          </ac:spMkLst>
        </pc:spChg>
      </pc:sldChg>
      <pc:sldChg chg="modSp add mod">
        <pc:chgData name="Sadia Tasnim" userId="0a7a5d6a-8466-4436-9475-c4c27ed18f50" providerId="ADAL" clId="{DEFE69FC-EC52-40BF-BFC2-A2C57A3879F5}" dt="2024-12-03T16:28:44.587" v="268" actId="14100"/>
        <pc:sldMkLst>
          <pc:docMk/>
          <pc:sldMk cId="0" sldId="266"/>
        </pc:sldMkLst>
        <pc:spChg chg="mod">
          <ac:chgData name="Sadia Tasnim" userId="0a7a5d6a-8466-4436-9475-c4c27ed18f50" providerId="ADAL" clId="{DEFE69FC-EC52-40BF-BFC2-A2C57A3879F5}" dt="2024-12-03T16:28:44.587" v="268" actId="14100"/>
          <ac:spMkLst>
            <pc:docMk/>
            <pc:sldMk cId="0" sldId="266"/>
            <ac:spMk id="2" creationId="{00000000-0000-0000-0000-000000000000}"/>
          </ac:spMkLst>
        </pc:spChg>
      </pc:sldChg>
      <pc:sldChg chg="addSp delSp modSp add mod">
        <pc:chgData name="Sadia Tasnim" userId="0a7a5d6a-8466-4436-9475-c4c27ed18f50" providerId="ADAL" clId="{DEFE69FC-EC52-40BF-BFC2-A2C57A3879F5}" dt="2024-12-03T16:42:00.094" v="348" actId="20577"/>
        <pc:sldMkLst>
          <pc:docMk/>
          <pc:sldMk cId="0" sldId="267"/>
        </pc:sldMkLst>
        <pc:spChg chg="mod">
          <ac:chgData name="Sadia Tasnim" userId="0a7a5d6a-8466-4436-9475-c4c27ed18f50" providerId="ADAL" clId="{DEFE69FC-EC52-40BF-BFC2-A2C57A3879F5}" dt="2024-12-03T16:41:15.282" v="312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dia Tasnim" userId="0a7a5d6a-8466-4436-9475-c4c27ed18f50" providerId="ADAL" clId="{DEFE69FC-EC52-40BF-BFC2-A2C57A3879F5}" dt="2024-12-03T16:37:52.969" v="276" actId="14100"/>
          <ac:spMkLst>
            <pc:docMk/>
            <pc:sldMk cId="0" sldId="267"/>
            <ac:spMk id="5" creationId="{00000000-0000-0000-0000-000000000000}"/>
          </ac:spMkLst>
        </pc:spChg>
        <pc:spChg chg="add mod">
          <ac:chgData name="Sadia Tasnim" userId="0a7a5d6a-8466-4436-9475-c4c27ed18f50" providerId="ADAL" clId="{DEFE69FC-EC52-40BF-BFC2-A2C57A3879F5}" dt="2024-12-03T16:42:00.094" v="348" actId="20577"/>
          <ac:spMkLst>
            <pc:docMk/>
            <pc:sldMk cId="0" sldId="267"/>
            <ac:spMk id="7" creationId="{A62C54F7-CDDB-71A3-137C-1FE52F6C5645}"/>
          </ac:spMkLst>
        </pc:spChg>
        <pc:picChg chg="del mod">
          <ac:chgData name="Sadia Tasnim" userId="0a7a5d6a-8466-4436-9475-c4c27ed18f50" providerId="ADAL" clId="{DEFE69FC-EC52-40BF-BFC2-A2C57A3879F5}" dt="2024-12-03T16:41:03.265" v="300" actId="478"/>
          <ac:picMkLst>
            <pc:docMk/>
            <pc:sldMk cId="0" sldId="267"/>
            <ac:picMk id="4" creationId="{00000000-0000-0000-0000-000000000000}"/>
          </ac:picMkLst>
        </pc:picChg>
        <pc:picChg chg="add mod">
          <ac:chgData name="Sadia Tasnim" userId="0a7a5d6a-8466-4436-9475-c4c27ed18f50" providerId="ADAL" clId="{DEFE69FC-EC52-40BF-BFC2-A2C57A3879F5}" dt="2024-12-03T16:41:06.944" v="302" actId="1076"/>
          <ac:picMkLst>
            <pc:docMk/>
            <pc:sldMk cId="0" sldId="267"/>
            <ac:picMk id="6" creationId="{E1DDFADB-E30F-729D-475D-E4102E12BF05}"/>
          </ac:picMkLst>
        </pc:picChg>
      </pc:sldChg>
      <pc:sldChg chg="addSp delSp modSp add mod">
        <pc:chgData name="Sadia Tasnim" userId="0a7a5d6a-8466-4436-9475-c4c27ed18f50" providerId="ADAL" clId="{DEFE69FC-EC52-40BF-BFC2-A2C57A3879F5}" dt="2024-12-03T05:39:54.688" v="232" actId="1076"/>
        <pc:sldMkLst>
          <pc:docMk/>
          <pc:sldMk cId="0" sldId="268"/>
        </pc:sldMkLst>
        <pc:spChg chg="mod">
          <ac:chgData name="Sadia Tasnim" userId="0a7a5d6a-8466-4436-9475-c4c27ed18f50" providerId="ADAL" clId="{DEFE69FC-EC52-40BF-BFC2-A2C57A3879F5}" dt="2024-12-03T05:38:51.168" v="211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Sadia Tasnim" userId="0a7a5d6a-8466-4436-9475-c4c27ed18f50" providerId="ADAL" clId="{DEFE69FC-EC52-40BF-BFC2-A2C57A3879F5}" dt="2024-12-03T05:38:55.880" v="212" actId="1076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Sadia Tasnim" userId="0a7a5d6a-8466-4436-9475-c4c27ed18f50" providerId="ADAL" clId="{DEFE69FC-EC52-40BF-BFC2-A2C57A3879F5}" dt="2024-12-03T05:39:50.360" v="230" actId="1076"/>
          <ac:spMkLst>
            <pc:docMk/>
            <pc:sldMk cId="0" sldId="268"/>
            <ac:spMk id="9" creationId="{48B917E0-B119-F084-6976-0F14C2F454E2}"/>
          </ac:spMkLst>
        </pc:spChg>
        <pc:graphicFrameChg chg="add del mod">
          <ac:chgData name="Sadia Tasnim" userId="0a7a5d6a-8466-4436-9475-c4c27ed18f50" providerId="ADAL" clId="{DEFE69FC-EC52-40BF-BFC2-A2C57A3879F5}" dt="2024-12-03T05:39:23.884" v="222"/>
          <ac:graphicFrameMkLst>
            <pc:docMk/>
            <pc:sldMk cId="0" sldId="268"/>
            <ac:graphicFrameMk id="8" creationId="{49924670-A003-533C-9650-A339A763D076}"/>
          </ac:graphicFrameMkLst>
        </pc:graphicFrameChg>
        <pc:picChg chg="mod">
          <ac:chgData name="Sadia Tasnim" userId="0a7a5d6a-8466-4436-9475-c4c27ed18f50" providerId="ADAL" clId="{DEFE69FC-EC52-40BF-BFC2-A2C57A3879F5}" dt="2024-12-03T05:39:54.688" v="232" actId="1076"/>
          <ac:picMkLst>
            <pc:docMk/>
            <pc:sldMk cId="0" sldId="268"/>
            <ac:picMk id="5" creationId="{00000000-0000-0000-0000-000000000000}"/>
          </ac:picMkLst>
        </pc:picChg>
        <pc:picChg chg="mod">
          <ac:chgData name="Sadia Tasnim" userId="0a7a5d6a-8466-4436-9475-c4c27ed18f50" providerId="ADAL" clId="{DEFE69FC-EC52-40BF-BFC2-A2C57A3879F5}" dt="2024-12-03T05:39:04.217" v="215" actId="1076"/>
          <ac:picMkLst>
            <pc:docMk/>
            <pc:sldMk cId="0" sldId="268"/>
            <ac:picMk id="6" creationId="{00000000-0000-0000-0000-000000000000}"/>
          </ac:picMkLst>
        </pc:picChg>
        <pc:picChg chg="mod">
          <ac:chgData name="Sadia Tasnim" userId="0a7a5d6a-8466-4436-9475-c4c27ed18f50" providerId="ADAL" clId="{DEFE69FC-EC52-40BF-BFC2-A2C57A3879F5}" dt="2024-12-03T05:39:53.152" v="231" actId="1076"/>
          <ac:picMkLst>
            <pc:docMk/>
            <pc:sldMk cId="0" sldId="268"/>
            <ac:picMk id="7" creationId="{00000000-0000-0000-0000-000000000000}"/>
          </ac:picMkLst>
        </pc:picChg>
      </pc:sldChg>
      <pc:sldChg chg="modSp add mod">
        <pc:chgData name="Sadia Tasnim" userId="0a7a5d6a-8466-4436-9475-c4c27ed18f50" providerId="ADAL" clId="{DEFE69FC-EC52-40BF-BFC2-A2C57A3879F5}" dt="2024-12-03T05:40:24.449" v="239" actId="1076"/>
        <pc:sldMkLst>
          <pc:docMk/>
          <pc:sldMk cId="0" sldId="269"/>
        </pc:sldMkLst>
        <pc:spChg chg="mod">
          <ac:chgData name="Sadia Tasnim" userId="0a7a5d6a-8466-4436-9475-c4c27ed18f50" providerId="ADAL" clId="{DEFE69FC-EC52-40BF-BFC2-A2C57A3879F5}" dt="2024-12-03T05:40:17.631" v="237" actId="2711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dia Tasnim" userId="0a7a5d6a-8466-4436-9475-c4c27ed18f50" providerId="ADAL" clId="{DEFE69FC-EC52-40BF-BFC2-A2C57A3879F5}" dt="2024-12-03T05:40:22.824" v="238" actId="1076"/>
          <ac:spMkLst>
            <pc:docMk/>
            <pc:sldMk cId="0" sldId="269"/>
            <ac:spMk id="3" creationId="{00000000-0000-0000-0000-000000000000}"/>
          </ac:spMkLst>
        </pc:spChg>
        <pc:picChg chg="mod">
          <ac:chgData name="Sadia Tasnim" userId="0a7a5d6a-8466-4436-9475-c4c27ed18f50" providerId="ADAL" clId="{DEFE69FC-EC52-40BF-BFC2-A2C57A3879F5}" dt="2024-12-03T05:40:24.449" v="239" actId="1076"/>
          <ac:picMkLst>
            <pc:docMk/>
            <pc:sldMk cId="0" sldId="269"/>
            <ac:picMk id="6" creationId="{00000000-0000-0000-0000-000000000000}"/>
          </ac:picMkLst>
        </pc:picChg>
      </pc:sldChg>
      <pc:sldChg chg="modSp add mod">
        <pc:chgData name="Sadia Tasnim" userId="0a7a5d6a-8466-4436-9475-c4c27ed18f50" providerId="ADAL" clId="{DEFE69FC-EC52-40BF-BFC2-A2C57A3879F5}" dt="2024-12-03T05:40:59.352" v="247" actId="1076"/>
        <pc:sldMkLst>
          <pc:docMk/>
          <pc:sldMk cId="0" sldId="270"/>
        </pc:sldMkLst>
        <pc:spChg chg="mod">
          <ac:chgData name="Sadia Tasnim" userId="0a7a5d6a-8466-4436-9475-c4c27ed18f50" providerId="ADAL" clId="{DEFE69FC-EC52-40BF-BFC2-A2C57A3879F5}" dt="2024-12-03T05:40:53.321" v="244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Sadia Tasnim" userId="0a7a5d6a-8466-4436-9475-c4c27ed18f50" providerId="ADAL" clId="{DEFE69FC-EC52-40BF-BFC2-A2C57A3879F5}" dt="2024-12-03T05:40:57.472" v="246" actId="1076"/>
          <ac:spMkLst>
            <pc:docMk/>
            <pc:sldMk cId="0" sldId="270"/>
            <ac:spMk id="3" creationId="{00000000-0000-0000-0000-000000000000}"/>
          </ac:spMkLst>
        </pc:spChg>
        <pc:picChg chg="mod">
          <ac:chgData name="Sadia Tasnim" userId="0a7a5d6a-8466-4436-9475-c4c27ed18f50" providerId="ADAL" clId="{DEFE69FC-EC52-40BF-BFC2-A2C57A3879F5}" dt="2024-12-03T05:40:59.352" v="247" actId="1076"/>
          <ac:picMkLst>
            <pc:docMk/>
            <pc:sldMk cId="0" sldId="270"/>
            <ac:picMk id="6" creationId="{00000000-0000-0000-0000-000000000000}"/>
          </ac:picMkLst>
        </pc:picChg>
      </pc:sldChg>
      <pc:sldChg chg="del">
        <pc:chgData name="Sadia Tasnim" userId="0a7a5d6a-8466-4436-9475-c4c27ed18f50" providerId="ADAL" clId="{DEFE69FC-EC52-40BF-BFC2-A2C57A3879F5}" dt="2024-12-03T05:41:23.832" v="260" actId="47"/>
        <pc:sldMkLst>
          <pc:docMk/>
          <pc:sldMk cId="3560462347" sldId="281"/>
        </pc:sldMkLst>
      </pc:sldChg>
      <pc:sldChg chg="del">
        <pc:chgData name="Sadia Tasnim" userId="0a7a5d6a-8466-4436-9475-c4c27ed18f50" providerId="ADAL" clId="{DEFE69FC-EC52-40BF-BFC2-A2C57A3879F5}" dt="2024-12-03T05:41:18.941" v="259" actId="47"/>
        <pc:sldMkLst>
          <pc:docMk/>
          <pc:sldMk cId="4066329106" sldId="282"/>
        </pc:sldMkLst>
      </pc:sldChg>
      <pc:sldChg chg="delSp modSp mod">
        <pc:chgData name="Sadia Tasnim" userId="0a7a5d6a-8466-4436-9475-c4c27ed18f50" providerId="ADAL" clId="{DEFE69FC-EC52-40BF-BFC2-A2C57A3879F5}" dt="2024-12-03T05:41:14.379" v="258" actId="20577"/>
        <pc:sldMkLst>
          <pc:docMk/>
          <pc:sldMk cId="1064297895" sldId="283"/>
        </pc:sldMkLst>
        <pc:spChg chg="mod">
          <ac:chgData name="Sadia Tasnim" userId="0a7a5d6a-8466-4436-9475-c4c27ed18f50" providerId="ADAL" clId="{DEFE69FC-EC52-40BF-BFC2-A2C57A3879F5}" dt="2024-12-03T05:33:01.411" v="145" actId="255"/>
          <ac:spMkLst>
            <pc:docMk/>
            <pc:sldMk cId="1064297895" sldId="283"/>
            <ac:spMk id="22" creationId="{57A54A8E-BCB2-B0B5-C134-E93930EC1D6F}"/>
          </ac:spMkLst>
        </pc:spChg>
        <pc:spChg chg="mod">
          <ac:chgData name="Sadia Tasnim" userId="0a7a5d6a-8466-4436-9475-c4c27ed18f50" providerId="ADAL" clId="{DEFE69FC-EC52-40BF-BFC2-A2C57A3879F5}" dt="2024-12-03T05:41:14.379" v="258" actId="20577"/>
          <ac:spMkLst>
            <pc:docMk/>
            <pc:sldMk cId="1064297895" sldId="283"/>
            <ac:spMk id="23" creationId="{E866E6B4-534A-B477-924B-7CAB5C45022B}"/>
          </ac:spMkLst>
        </pc:spChg>
        <pc:grpChg chg="del">
          <ac:chgData name="Sadia Tasnim" userId="0a7a5d6a-8466-4436-9475-c4c27ed18f50" providerId="ADAL" clId="{DEFE69FC-EC52-40BF-BFC2-A2C57A3879F5}" dt="2024-12-03T05:32:17.793" v="138" actId="478"/>
          <ac:grpSpMkLst>
            <pc:docMk/>
            <pc:sldMk cId="1064297895" sldId="283"/>
            <ac:grpSpMk id="2" creationId="{00000000-0000-0000-0000-000000000000}"/>
          </ac:grpSpMkLst>
        </pc:grpChg>
        <pc:picChg chg="del">
          <ac:chgData name="Sadia Tasnim" userId="0a7a5d6a-8466-4436-9475-c4c27ed18f50" providerId="ADAL" clId="{DEFE69FC-EC52-40BF-BFC2-A2C57A3879F5}" dt="2024-12-03T05:32:19.550" v="139" actId="478"/>
          <ac:picMkLst>
            <pc:docMk/>
            <pc:sldMk cId="1064297895" sldId="283"/>
            <ac:picMk id="9" creationId="{00000000-0000-0000-0000-000000000000}"/>
          </ac:picMkLst>
        </pc:picChg>
        <pc:picChg chg="mod">
          <ac:chgData name="Sadia Tasnim" userId="0a7a5d6a-8466-4436-9475-c4c27ed18f50" providerId="ADAL" clId="{DEFE69FC-EC52-40BF-BFC2-A2C57A3879F5}" dt="2024-12-03T05:34:45.097" v="169" actId="1076"/>
          <ac:picMkLst>
            <pc:docMk/>
            <pc:sldMk cId="1064297895" sldId="283"/>
            <ac:picMk id="24" creationId="{5BDDF64E-A3AD-056B-67D6-D49158165496}"/>
          </ac:picMkLst>
        </pc:picChg>
      </pc:sldChg>
      <pc:sldChg chg="delSp mod">
        <pc:chgData name="Sadia Tasnim" userId="0a7a5d6a-8466-4436-9475-c4c27ed18f50" providerId="ADAL" clId="{DEFE69FC-EC52-40BF-BFC2-A2C57A3879F5}" dt="2024-12-03T05:26:35.783" v="105" actId="478"/>
        <pc:sldMkLst>
          <pc:docMk/>
          <pc:sldMk cId="254118423" sldId="285"/>
        </pc:sldMkLst>
        <pc:grpChg chg="del">
          <ac:chgData name="Sadia Tasnim" userId="0a7a5d6a-8466-4436-9475-c4c27ed18f50" providerId="ADAL" clId="{DEFE69FC-EC52-40BF-BFC2-A2C57A3879F5}" dt="2024-12-03T05:26:33.852" v="104" actId="478"/>
          <ac:grpSpMkLst>
            <pc:docMk/>
            <pc:sldMk cId="254118423" sldId="285"/>
            <ac:grpSpMk id="2" creationId="{00000000-0000-0000-0000-000000000000}"/>
          </ac:grpSpMkLst>
        </pc:grpChg>
        <pc:picChg chg="del">
          <ac:chgData name="Sadia Tasnim" userId="0a7a5d6a-8466-4436-9475-c4c27ed18f50" providerId="ADAL" clId="{DEFE69FC-EC52-40BF-BFC2-A2C57A3879F5}" dt="2024-12-03T05:26:35.783" v="105" actId="478"/>
          <ac:picMkLst>
            <pc:docMk/>
            <pc:sldMk cId="254118423" sldId="285"/>
            <ac:picMk id="9" creationId="{00000000-0000-0000-0000-000000000000}"/>
          </ac:picMkLst>
        </pc:picChg>
      </pc:sldChg>
      <pc:sldChg chg="del">
        <pc:chgData name="Sadia Tasnim" userId="0a7a5d6a-8466-4436-9475-c4c27ed18f50" providerId="ADAL" clId="{DEFE69FC-EC52-40BF-BFC2-A2C57A3879F5}" dt="2024-12-03T05:28:41.621" v="107" actId="47"/>
        <pc:sldMkLst>
          <pc:docMk/>
          <pc:sldMk cId="690089122" sldId="294"/>
        </pc:sldMkLst>
      </pc:sldChg>
      <pc:sldChg chg="addSp delSp modSp mod">
        <pc:chgData name="Sadia Tasnim" userId="0a7a5d6a-8466-4436-9475-c4c27ed18f50" providerId="ADAL" clId="{DEFE69FC-EC52-40BF-BFC2-A2C57A3879F5}" dt="2024-12-03T05:32:06.634" v="137" actId="1076"/>
        <pc:sldMkLst>
          <pc:docMk/>
          <pc:sldMk cId="2021678125" sldId="295"/>
        </pc:sldMkLst>
        <pc:spChg chg="mod topLvl">
          <ac:chgData name="Sadia Tasnim" userId="0a7a5d6a-8466-4436-9475-c4c27ed18f50" providerId="ADAL" clId="{DEFE69FC-EC52-40BF-BFC2-A2C57A3879F5}" dt="2024-12-03T05:30:29.523" v="125" actId="207"/>
          <ac:spMkLst>
            <pc:docMk/>
            <pc:sldMk cId="2021678125" sldId="295"/>
            <ac:spMk id="3" creationId="{00000000-0000-0000-0000-000000000000}"/>
          </ac:spMkLst>
        </pc:spChg>
        <pc:spChg chg="del mod topLvl">
          <ac:chgData name="Sadia Tasnim" userId="0a7a5d6a-8466-4436-9475-c4c27ed18f50" providerId="ADAL" clId="{DEFE69FC-EC52-40BF-BFC2-A2C57A3879F5}" dt="2024-12-03T05:29:13.882" v="112" actId="478"/>
          <ac:spMkLst>
            <pc:docMk/>
            <pc:sldMk cId="2021678125" sldId="295"/>
            <ac:spMk id="4" creationId="{00000000-0000-0000-0000-000000000000}"/>
          </ac:spMkLst>
        </pc:spChg>
        <pc:spChg chg="mod">
          <ac:chgData name="Sadia Tasnim" userId="0a7a5d6a-8466-4436-9475-c4c27ed18f50" providerId="ADAL" clId="{DEFE69FC-EC52-40BF-BFC2-A2C57A3879F5}" dt="2024-12-03T05:30:15.520" v="124" actId="207"/>
          <ac:spMkLst>
            <pc:docMk/>
            <pc:sldMk cId="2021678125" sldId="295"/>
            <ac:spMk id="5" creationId="{ABE28E47-7D30-1E2C-371B-D1850DB6ED3A}"/>
          </ac:spMkLst>
        </pc:spChg>
        <pc:spChg chg="mod">
          <ac:chgData name="Sadia Tasnim" userId="0a7a5d6a-8466-4436-9475-c4c27ed18f50" providerId="ADAL" clId="{DEFE69FC-EC52-40BF-BFC2-A2C57A3879F5}" dt="2024-12-03T05:31:39.865" v="134" actId="14100"/>
          <ac:spMkLst>
            <pc:docMk/>
            <pc:sldMk cId="2021678125" sldId="295"/>
            <ac:spMk id="13" creationId="{AE4163E0-E4DE-55A0-DD43-5D1506A3B605}"/>
          </ac:spMkLst>
        </pc:spChg>
        <pc:spChg chg="mod">
          <ac:chgData name="Sadia Tasnim" userId="0a7a5d6a-8466-4436-9475-c4c27ed18f50" providerId="ADAL" clId="{DEFE69FC-EC52-40BF-BFC2-A2C57A3879F5}" dt="2024-12-03T05:30:59.194" v="127" actId="1076"/>
          <ac:spMkLst>
            <pc:docMk/>
            <pc:sldMk cId="2021678125" sldId="295"/>
            <ac:spMk id="21" creationId="{7A600658-1A6B-2F57-D98B-C166F38D6ECB}"/>
          </ac:spMkLst>
        </pc:spChg>
        <pc:spChg chg="mod">
          <ac:chgData name="Sadia Tasnim" userId="0a7a5d6a-8466-4436-9475-c4c27ed18f50" providerId="ADAL" clId="{DEFE69FC-EC52-40BF-BFC2-A2C57A3879F5}" dt="2024-12-03T05:31:13.090" v="129" actId="1076"/>
          <ac:spMkLst>
            <pc:docMk/>
            <pc:sldMk cId="2021678125" sldId="295"/>
            <ac:spMk id="22" creationId="{1FC8961D-B87B-0243-9D07-90BDD2F79654}"/>
          </ac:spMkLst>
        </pc:spChg>
        <pc:grpChg chg="del mod">
          <ac:chgData name="Sadia Tasnim" userId="0a7a5d6a-8466-4436-9475-c4c27ed18f50" providerId="ADAL" clId="{DEFE69FC-EC52-40BF-BFC2-A2C57A3879F5}" dt="2024-12-03T05:29:13.882" v="112" actId="478"/>
          <ac:grpSpMkLst>
            <pc:docMk/>
            <pc:sldMk cId="2021678125" sldId="295"/>
            <ac:grpSpMk id="2" creationId="{00000000-0000-0000-0000-000000000000}"/>
          </ac:grpSpMkLst>
        </pc:grpChg>
        <pc:picChg chg="del">
          <ac:chgData name="Sadia Tasnim" userId="0a7a5d6a-8466-4436-9475-c4c27ed18f50" providerId="ADAL" clId="{DEFE69FC-EC52-40BF-BFC2-A2C57A3879F5}" dt="2024-12-03T05:28:49.816" v="109" actId="478"/>
          <ac:picMkLst>
            <pc:docMk/>
            <pc:sldMk cId="2021678125" sldId="295"/>
            <ac:picMk id="9" creationId="{00000000-0000-0000-0000-000000000000}"/>
          </ac:picMkLst>
        </pc:picChg>
        <pc:cxnChg chg="add mod">
          <ac:chgData name="Sadia Tasnim" userId="0a7a5d6a-8466-4436-9475-c4c27ed18f50" providerId="ADAL" clId="{DEFE69FC-EC52-40BF-BFC2-A2C57A3879F5}" dt="2024-12-03T05:32:06.634" v="137" actId="1076"/>
          <ac:cxnSpMkLst>
            <pc:docMk/>
            <pc:sldMk cId="2021678125" sldId="295"/>
            <ac:cxnSpMk id="14" creationId="{2073F825-3720-DE77-8560-411F8F21C7CB}"/>
          </ac:cxnSpMkLst>
        </pc:cxnChg>
      </pc:sldChg>
      <pc:sldChg chg="delSp modSp mod ord">
        <pc:chgData name="Sadia Tasnim" userId="0a7a5d6a-8466-4436-9475-c4c27ed18f50" providerId="ADAL" clId="{DEFE69FC-EC52-40BF-BFC2-A2C57A3879F5}" dt="2024-12-03T05:26:28.890" v="103" actId="1076"/>
        <pc:sldMkLst>
          <pc:docMk/>
          <pc:sldMk cId="3703188774" sldId="298"/>
        </pc:sldMkLst>
        <pc:spChg chg="mod">
          <ac:chgData name="Sadia Tasnim" userId="0a7a5d6a-8466-4436-9475-c4c27ed18f50" providerId="ADAL" clId="{DEFE69FC-EC52-40BF-BFC2-A2C57A3879F5}" dt="2024-12-03T05:26:25.824" v="102" actId="20577"/>
          <ac:spMkLst>
            <pc:docMk/>
            <pc:sldMk cId="3703188774" sldId="298"/>
            <ac:spMk id="7" creationId="{F93D37D2-9334-9EB5-30BD-2B7AD9A36428}"/>
          </ac:spMkLst>
        </pc:spChg>
        <pc:grpChg chg="del">
          <ac:chgData name="Sadia Tasnim" userId="0a7a5d6a-8466-4436-9475-c4c27ed18f50" providerId="ADAL" clId="{DEFE69FC-EC52-40BF-BFC2-A2C57A3879F5}" dt="2024-12-03T05:25:42.487" v="81" actId="478"/>
          <ac:grpSpMkLst>
            <pc:docMk/>
            <pc:sldMk cId="3703188774" sldId="298"/>
            <ac:grpSpMk id="2" creationId="{00000000-0000-0000-0000-000000000000}"/>
          </ac:grpSpMkLst>
        </pc:grpChg>
        <pc:picChg chg="mod">
          <ac:chgData name="Sadia Tasnim" userId="0a7a5d6a-8466-4436-9475-c4c27ed18f50" providerId="ADAL" clId="{DEFE69FC-EC52-40BF-BFC2-A2C57A3879F5}" dt="2024-12-03T05:26:28.890" v="103" actId="1076"/>
          <ac:picMkLst>
            <pc:docMk/>
            <pc:sldMk cId="3703188774" sldId="298"/>
            <ac:picMk id="6" creationId="{ACE430CD-3B33-F071-FB4B-4E9B0570575C}"/>
          </ac:picMkLst>
        </pc:picChg>
        <pc:picChg chg="del">
          <ac:chgData name="Sadia Tasnim" userId="0a7a5d6a-8466-4436-9475-c4c27ed18f50" providerId="ADAL" clId="{DEFE69FC-EC52-40BF-BFC2-A2C57A3879F5}" dt="2024-12-03T05:25:44.121" v="82" actId="478"/>
          <ac:picMkLst>
            <pc:docMk/>
            <pc:sldMk cId="3703188774" sldId="298"/>
            <ac:picMk id="9" creationId="{00000000-0000-0000-0000-000000000000}"/>
          </ac:picMkLst>
        </pc:picChg>
      </pc:sldChg>
      <pc:sldChg chg="add del">
        <pc:chgData name="Sadia Tasnim" userId="0a7a5d6a-8466-4436-9475-c4c27ed18f50" providerId="ADAL" clId="{DEFE69FC-EC52-40BF-BFC2-A2C57A3879F5}" dt="2024-12-03T05:39:23.884" v="222"/>
        <pc:sldMkLst>
          <pc:docMk/>
          <pc:sldMk cId="0" sldId="299"/>
        </pc:sldMkLst>
      </pc:sldChg>
      <pc:sldChg chg="add">
        <pc:chgData name="Sadia Tasnim" userId="0a7a5d6a-8466-4436-9475-c4c27ed18f50" providerId="ADAL" clId="{DEFE69FC-EC52-40BF-BFC2-A2C57A3879F5}" dt="2024-12-03T16:37:20.933" v="269" actId="2890"/>
        <pc:sldMkLst>
          <pc:docMk/>
          <pc:sldMk cId="369367861" sldId="299"/>
        </pc:sldMkLst>
      </pc:sldChg>
      <pc:sldChg chg="del">
        <pc:chgData name="Sadia Tasnim" userId="0a7a5d6a-8466-4436-9475-c4c27ed18f50" providerId="ADAL" clId="{DEFE69FC-EC52-40BF-BFC2-A2C57A3879F5}" dt="2024-12-03T05:23:44.324" v="35" actId="47"/>
        <pc:sldMkLst>
          <pc:docMk/>
          <pc:sldMk cId="766784209" sldId="299"/>
        </pc:sldMkLst>
      </pc:sldChg>
      <pc:sldChg chg="add del">
        <pc:chgData name="Sadia Tasnim" userId="0a7a5d6a-8466-4436-9475-c4c27ed18f50" providerId="ADAL" clId="{DEFE69FC-EC52-40BF-BFC2-A2C57A3879F5}" dt="2024-12-03T05:39:23.884" v="222"/>
        <pc:sldMkLst>
          <pc:docMk/>
          <pc:sldMk cId="0" sldId="300"/>
        </pc:sldMkLst>
      </pc:sldChg>
      <pc:sldChg chg="addSp delSp modSp add mod">
        <pc:chgData name="Sadia Tasnim" userId="0a7a5d6a-8466-4436-9475-c4c27ed18f50" providerId="ADAL" clId="{DEFE69FC-EC52-40BF-BFC2-A2C57A3879F5}" dt="2024-12-03T16:39:30.682" v="299" actId="14100"/>
        <pc:sldMkLst>
          <pc:docMk/>
          <pc:sldMk cId="1365975590" sldId="300"/>
        </pc:sldMkLst>
        <pc:spChg chg="mod">
          <ac:chgData name="Sadia Tasnim" userId="0a7a5d6a-8466-4436-9475-c4c27ed18f50" providerId="ADAL" clId="{DEFE69FC-EC52-40BF-BFC2-A2C57A3879F5}" dt="2024-12-03T16:39:30.682" v="299" actId="14100"/>
          <ac:spMkLst>
            <pc:docMk/>
            <pc:sldMk cId="1365975590" sldId="300"/>
            <ac:spMk id="2" creationId="{A5B77513-9100-469E-15F6-2032BA400453}"/>
          </ac:spMkLst>
        </pc:spChg>
        <pc:spChg chg="del">
          <ac:chgData name="Sadia Tasnim" userId="0a7a5d6a-8466-4436-9475-c4c27ed18f50" providerId="ADAL" clId="{DEFE69FC-EC52-40BF-BFC2-A2C57A3879F5}" dt="2024-12-03T16:38:53.908" v="279" actId="478"/>
          <ac:spMkLst>
            <pc:docMk/>
            <pc:sldMk cId="1365975590" sldId="300"/>
            <ac:spMk id="3" creationId="{C9528503-F9C1-80D0-B9E4-A964379BC3D3}"/>
          </ac:spMkLst>
        </pc:spChg>
        <pc:spChg chg="del mod">
          <ac:chgData name="Sadia Tasnim" userId="0a7a5d6a-8466-4436-9475-c4c27ed18f50" providerId="ADAL" clId="{DEFE69FC-EC52-40BF-BFC2-A2C57A3879F5}" dt="2024-12-03T16:39:03.035" v="281" actId="478"/>
          <ac:spMkLst>
            <pc:docMk/>
            <pc:sldMk cId="1365975590" sldId="300"/>
            <ac:spMk id="5" creationId="{819EF31D-0F63-5D0B-C171-80E551452876}"/>
          </ac:spMkLst>
        </pc:spChg>
        <pc:picChg chg="del">
          <ac:chgData name="Sadia Tasnim" userId="0a7a5d6a-8466-4436-9475-c4c27ed18f50" providerId="ADAL" clId="{DEFE69FC-EC52-40BF-BFC2-A2C57A3879F5}" dt="2024-12-03T16:38:54.647" v="280" actId="478"/>
          <ac:picMkLst>
            <pc:docMk/>
            <pc:sldMk cId="1365975590" sldId="300"/>
            <ac:picMk id="4" creationId="{7F94D134-64E1-B682-7692-28131B430EA1}"/>
          </ac:picMkLst>
        </pc:picChg>
        <pc:picChg chg="add mod ord">
          <ac:chgData name="Sadia Tasnim" userId="0a7a5d6a-8466-4436-9475-c4c27ed18f50" providerId="ADAL" clId="{DEFE69FC-EC52-40BF-BFC2-A2C57A3879F5}" dt="2024-12-03T16:39:23.233" v="297" actId="1076"/>
          <ac:picMkLst>
            <pc:docMk/>
            <pc:sldMk cId="1365975590" sldId="300"/>
            <ac:picMk id="6" creationId="{31D98FE8-D423-3199-2BDC-D5B56F1002AF}"/>
          </ac:picMkLst>
        </pc:picChg>
      </pc:sldChg>
      <pc:sldChg chg="delSp del mod">
        <pc:chgData name="Sadia Tasnim" userId="0a7a5d6a-8466-4436-9475-c4c27ed18f50" providerId="ADAL" clId="{DEFE69FC-EC52-40BF-BFC2-A2C57A3879F5}" dt="2024-12-03T05:25:35.006" v="80" actId="47"/>
        <pc:sldMkLst>
          <pc:docMk/>
          <pc:sldMk cId="2183177729" sldId="300"/>
        </pc:sldMkLst>
        <pc:picChg chg="del">
          <ac:chgData name="Sadia Tasnim" userId="0a7a5d6a-8466-4436-9475-c4c27ed18f50" providerId="ADAL" clId="{DEFE69FC-EC52-40BF-BFC2-A2C57A3879F5}" dt="2024-12-03T05:25:23.749" v="76" actId="21"/>
          <ac:picMkLst>
            <pc:docMk/>
            <pc:sldMk cId="2183177729" sldId="300"/>
            <ac:picMk id="26" creationId="{1B4A65D3-81C3-22BA-59FB-B00A8622C2DB}"/>
          </ac:picMkLst>
        </pc:picChg>
      </pc:sldChg>
      <pc:sldChg chg="add del">
        <pc:chgData name="Sadia Tasnim" userId="0a7a5d6a-8466-4436-9475-c4c27ed18f50" providerId="ADAL" clId="{DEFE69FC-EC52-40BF-BFC2-A2C57A3879F5}" dt="2024-12-03T05:39:23.884" v="222"/>
        <pc:sldMkLst>
          <pc:docMk/>
          <pc:sldMk cId="0" sldId="301"/>
        </pc:sldMkLst>
      </pc:sldChg>
      <pc:sldChg chg="add del">
        <pc:chgData name="Sadia Tasnim" userId="0a7a5d6a-8466-4436-9475-c4c27ed18f50" providerId="ADAL" clId="{DEFE69FC-EC52-40BF-BFC2-A2C57A3879F5}" dt="2024-12-03T05:39:23.884" v="222"/>
        <pc:sldMkLst>
          <pc:docMk/>
          <pc:sldMk cId="0" sldId="302"/>
        </pc:sldMkLst>
      </pc:sldChg>
    </pc:docChg>
  </pc:docChgLst>
  <pc:docChgLst>
    <pc:chgData name="Md. Aminul Islam" userId="234d8b6a-e43d-4ead-9a93-1202e0b73365" providerId="ADAL" clId="{252F3970-E94B-4324-9EAE-D3D45D5D4C76}"/>
    <pc:docChg chg="undo custSel addSld delSld modSld sldOrd">
      <pc:chgData name="Md. Aminul Islam" userId="234d8b6a-e43d-4ead-9a93-1202e0b73365" providerId="ADAL" clId="{252F3970-E94B-4324-9EAE-D3D45D5D4C76}" dt="2023-09-10T18:49:43.393" v="541" actId="1036"/>
      <pc:docMkLst>
        <pc:docMk/>
      </pc:docMkLst>
      <pc:sldChg chg="addSp delSp modSp mod">
        <pc:chgData name="Md. Aminul Islam" userId="234d8b6a-e43d-4ead-9a93-1202e0b73365" providerId="ADAL" clId="{252F3970-E94B-4324-9EAE-D3D45D5D4C76}" dt="2023-08-30T19:08:10.244" v="7" actId="20577"/>
        <pc:sldMkLst>
          <pc:docMk/>
          <pc:sldMk cId="0" sldId="257"/>
        </pc:sldMkLst>
      </pc:sldChg>
      <pc:sldChg chg="del">
        <pc:chgData name="Md. Aminul Islam" userId="234d8b6a-e43d-4ead-9a93-1202e0b73365" providerId="ADAL" clId="{252F3970-E94B-4324-9EAE-D3D45D5D4C76}" dt="2023-09-08T17:13:16.742" v="540" actId="47"/>
        <pc:sldMkLst>
          <pc:docMk/>
          <pc:sldMk cId="0" sldId="264"/>
        </pc:sldMkLst>
      </pc:sldChg>
      <pc:sldChg chg="del">
        <pc:chgData name="Md. Aminul Islam" userId="234d8b6a-e43d-4ead-9a93-1202e0b73365" providerId="ADAL" clId="{252F3970-E94B-4324-9EAE-D3D45D5D4C76}" dt="2023-08-30T19:08:23.844" v="9" actId="47"/>
        <pc:sldMkLst>
          <pc:docMk/>
          <pc:sldMk cId="103669164" sldId="280"/>
        </pc:sldMkLst>
      </pc:sldChg>
      <pc:sldChg chg="addSp delSp modSp">
        <pc:chgData name="Md. Aminul Islam" userId="234d8b6a-e43d-4ead-9a93-1202e0b73365" providerId="ADAL" clId="{252F3970-E94B-4324-9EAE-D3D45D5D4C76}" dt="2023-09-08T17:03:59.302" v="424"/>
        <pc:sldMkLst>
          <pc:docMk/>
          <pc:sldMk cId="3560462347" sldId="281"/>
        </pc:sldMkLst>
      </pc:sldChg>
      <pc:sldChg chg="addSp delSp modSp mod">
        <pc:chgData name="Md. Aminul Islam" userId="234d8b6a-e43d-4ead-9a93-1202e0b73365" providerId="ADAL" clId="{252F3970-E94B-4324-9EAE-D3D45D5D4C76}" dt="2023-09-08T17:03:16.461" v="422" actId="207"/>
        <pc:sldMkLst>
          <pc:docMk/>
          <pc:sldMk cId="4066329106" sldId="282"/>
        </pc:sldMkLst>
      </pc:sldChg>
      <pc:sldChg chg="addSp delSp modSp mod modAnim">
        <pc:chgData name="Md. Aminul Islam" userId="234d8b6a-e43d-4ead-9a93-1202e0b73365" providerId="ADAL" clId="{252F3970-E94B-4324-9EAE-D3D45D5D4C76}" dt="2023-09-08T17:03:10.193" v="421" actId="207"/>
        <pc:sldMkLst>
          <pc:docMk/>
          <pc:sldMk cId="1064297895" sldId="283"/>
        </pc:sldMkLst>
      </pc:sldChg>
      <pc:sldChg chg="del">
        <pc:chgData name="Md. Aminul Islam" userId="234d8b6a-e43d-4ead-9a93-1202e0b73365" providerId="ADAL" clId="{252F3970-E94B-4324-9EAE-D3D45D5D4C76}" dt="2023-09-08T16:29:09.942" v="12" actId="47"/>
        <pc:sldMkLst>
          <pc:docMk/>
          <pc:sldMk cId="690373200" sldId="284"/>
        </pc:sldMkLst>
      </pc:sldChg>
      <pc:sldChg chg="addSp delSp modSp mod addAnim delAnim modAnim">
        <pc:chgData name="Md. Aminul Islam" userId="234d8b6a-e43d-4ead-9a93-1202e0b73365" providerId="ADAL" clId="{252F3970-E94B-4324-9EAE-D3D45D5D4C76}" dt="2023-09-08T17:01:52.010" v="408" actId="1076"/>
        <pc:sldMkLst>
          <pc:docMk/>
          <pc:sldMk cId="254118423" sldId="285"/>
        </pc:sldMkLst>
      </pc:sldChg>
      <pc:sldChg chg="addSp delSp modSp add del mod">
        <pc:chgData name="Md. Aminul Islam" userId="234d8b6a-e43d-4ead-9a93-1202e0b73365" providerId="ADAL" clId="{252F3970-E94B-4324-9EAE-D3D45D5D4C76}" dt="2023-09-08T17:00:44.837" v="407" actId="1076"/>
        <pc:sldMkLst>
          <pc:docMk/>
          <pc:sldMk cId="690089122" sldId="294"/>
        </pc:sldMkLst>
      </pc:sldChg>
      <pc:sldChg chg="add">
        <pc:chgData name="Md. Aminul Islam" userId="234d8b6a-e43d-4ead-9a93-1202e0b73365" providerId="ADAL" clId="{252F3970-E94B-4324-9EAE-D3D45D5D4C76}" dt="2023-09-08T16:29:07.766" v="11"/>
        <pc:sldMkLst>
          <pc:docMk/>
          <pc:sldMk cId="2021678125" sldId="295"/>
        </pc:sldMkLst>
      </pc:sldChg>
      <pc:sldChg chg="add">
        <pc:chgData name="Md. Aminul Islam" userId="234d8b6a-e43d-4ead-9a93-1202e0b73365" providerId="ADAL" clId="{252F3970-E94B-4324-9EAE-D3D45D5D4C76}" dt="2023-08-30T19:08:22.255" v="8"/>
        <pc:sldMkLst>
          <pc:docMk/>
          <pc:sldMk cId="3703188774" sldId="298"/>
        </pc:sldMkLst>
      </pc:sldChg>
      <pc:sldChg chg="addSp delSp modSp add mod">
        <pc:chgData name="Md. Aminul Islam" userId="234d8b6a-e43d-4ead-9a93-1202e0b73365" providerId="ADAL" clId="{252F3970-E94B-4324-9EAE-D3D45D5D4C76}" dt="2023-09-10T18:49:43.393" v="541" actId="1036"/>
        <pc:sldMkLst>
          <pc:docMk/>
          <pc:sldMk cId="766784209" sldId="299"/>
        </pc:sldMkLst>
      </pc:sldChg>
      <pc:sldChg chg="addSp delSp modSp add mod ord">
        <pc:chgData name="Md. Aminul Islam" userId="234d8b6a-e43d-4ead-9a93-1202e0b73365" providerId="ADAL" clId="{252F3970-E94B-4324-9EAE-D3D45D5D4C76}" dt="2023-09-08T17:12:58.488" v="538" actId="1076"/>
        <pc:sldMkLst>
          <pc:docMk/>
          <pc:sldMk cId="2183177729" sldId="300"/>
        </pc:sldMkLst>
      </pc:sldChg>
      <pc:sldChg chg="add del">
        <pc:chgData name="Md. Aminul Islam" userId="234d8b6a-e43d-4ead-9a93-1202e0b73365" providerId="ADAL" clId="{252F3970-E94B-4324-9EAE-D3D45D5D4C76}" dt="2023-09-08T17:13:15.694" v="539" actId="47"/>
        <pc:sldMkLst>
          <pc:docMk/>
          <pc:sldMk cId="2425782625" sldId="301"/>
        </pc:sldMkLst>
      </pc:sldChg>
      <pc:sldChg chg="addSp delSp modSp add del mod delAnim modAnim">
        <pc:chgData name="Md. Aminul Islam" userId="234d8b6a-e43d-4ead-9a93-1202e0b73365" providerId="ADAL" clId="{252F3970-E94B-4324-9EAE-D3D45D5D4C76}" dt="2023-09-08T16:58:55.142" v="384" actId="47"/>
        <pc:sldMkLst>
          <pc:docMk/>
          <pc:sldMk cId="1342599187" sldId="302"/>
        </pc:sldMkLst>
      </pc:sldChg>
      <pc:sldChg chg="add del">
        <pc:chgData name="Md. Aminul Islam" userId="234d8b6a-e43d-4ead-9a93-1202e0b73365" providerId="ADAL" clId="{252F3970-E94B-4324-9EAE-D3D45D5D4C76}" dt="2023-09-08T16:39:26.969" v="103" actId="2890"/>
        <pc:sldMkLst>
          <pc:docMk/>
          <pc:sldMk cId="3011940443" sldId="302"/>
        </pc:sldMkLst>
      </pc:sldChg>
      <pc:sldChg chg="add del">
        <pc:chgData name="Md. Aminul Islam" userId="234d8b6a-e43d-4ead-9a93-1202e0b73365" providerId="ADAL" clId="{252F3970-E94B-4324-9EAE-D3D45D5D4C76}" dt="2023-09-08T16:39:23.993" v="98" actId="2890"/>
        <pc:sldMkLst>
          <pc:docMk/>
          <pc:sldMk cId="1409597576" sldId="30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65CA-A64B-40AD-3D3E-D9CB98082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D5A05-C905-DD1D-C847-9D47B7753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DB09E-6584-7D99-BD93-CEC3A318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43659-F363-7BE2-282C-2DA76FA2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B2D9-5378-3476-9A48-7093E18D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5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730B-CE28-BD90-6C18-ACF54402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9252A-A163-C914-FBCC-44A442329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F8A58-4F97-857C-562E-E5471E0C3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D10E5-50CD-A148-2780-EF387D4E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ABB09-CF8E-17D6-751D-949D3B60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13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FDC4-149A-1F61-AEBF-C77928EE4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7EBB3-A39D-6EB2-FFF9-747CBE21B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21E8-41CB-F2E3-114A-AC2D3020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9B06E-79EC-F8B0-A2A7-696C185CF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F5FFB-BDB9-BF7C-DAF5-2F4EDAC7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0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43B58-F799-8E50-C2BF-E3A1E259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EF81-5FC5-1F2B-B826-CFF705856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4B660-203C-16A8-D252-FC56937C1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B8E50-CA40-BE7A-A0D0-2F79730CD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C9DAE-6AD1-60BC-7F41-DD3BA808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6CC2D-2411-C1B0-F125-8140B4C1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9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F209-C97C-204C-577E-20DF8D25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1D8FD-6E37-4A77-C5FC-ECED69731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EA336-F448-44D5-D9ED-E1D4D80AD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56FD7-0F30-8559-1A8A-B423FEEEF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08354-DDBA-0148-CDC0-35B1A39A1B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5E5B08-3092-F069-61A4-DD9EF5C9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431F20-CA9D-744D-7CE5-CCA72BC4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CBF572-FF22-3883-2302-4AC0E989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4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DF6E-C490-12BD-8C0D-D6384D4A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359E8-0AE6-B76E-7B4E-318ACE2C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40CAE-8A9F-9D10-FD4D-8DB79097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00789-8A3F-F5C0-4D91-8A63BBC2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5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B41FC3-80B5-ECC5-DA7D-34BE9D23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DACC9-6BB3-E8C4-1DD7-E3914EEE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20620-2FD5-47D0-24AC-9E30A3F9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66B-229A-B819-94AF-C66129D0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36251-19E5-6F7B-A2D2-18648388C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8894D-622C-A667-2EB6-44555DC21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A8636-3AAC-5F5F-9ECD-4499B660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92220-9F56-F357-E05C-BC8FB89A7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B46C-54DF-A943-3F8C-C63EB816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5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8AA7-B1C5-A7B3-3E19-B94F94F19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4D4F98-BC1A-8DA0-7072-39BE69945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37492-3F2F-9C51-7196-8BD9E4D12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ABC2A-97A4-CF71-10AC-7F2A9FCF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EFBAD-8136-E3F3-2F6B-BA46AA85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9B287-B665-40DD-B285-61A40081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066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D986-E52B-39FA-A486-6929BECD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7A935-D4AB-CBF8-E924-389370B9D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DB261-B0BD-4C39-46F7-8F79F96C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3FBBE-A7E1-3A3F-3EB9-DDEFB1DD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0B6BC-21D5-62E1-6A25-70CCF6876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6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FD8F5-7DD9-4D17-14EF-FEF4A5C41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CEF29-B977-7774-E05C-8ADD46066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83BD-60BE-16B6-EDBA-5E24DD35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053F9-FD78-F5B0-776B-A6999775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1A740-FF61-F67E-A02F-F241F041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3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6770C-2317-D040-4A2C-FCCDA8C1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E9B29-E6A5-4AE1-CCDE-279E808B6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9EAD2-DDC8-1474-078E-5770B560A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DF784-EF0B-772D-4E77-26EAD1610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E4E81-052F-E13A-81DE-3A780CCAF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1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A09BA275-68A7-7A75-3376-AE534602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52F9E-2A1B-4585-81D9-7A10A22D2DB5}" type="datetime1">
              <a:rPr lang="en-US" smtClean="0"/>
              <a:t>7/7/2025</a:t>
            </a:fld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774637B-0AB0-4237-20ED-EC335262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FB10B2-0059-165B-F949-FDFFD6A85D5C}"/>
              </a:ext>
            </a:extLst>
          </p:cNvPr>
          <p:cNvSpPr txBox="1"/>
          <p:nvPr/>
        </p:nvSpPr>
        <p:spPr>
          <a:xfrm>
            <a:off x="1984371" y="980440"/>
            <a:ext cx="7721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ME 165</a:t>
            </a:r>
          </a:p>
          <a:p>
            <a:pPr algn="ctr"/>
            <a:r>
              <a:rPr lang="en-US" sz="34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Basic Mechanical Engineering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16BE822-34D9-8E49-EEB6-A29F99397F23}"/>
              </a:ext>
            </a:extLst>
          </p:cNvPr>
          <p:cNvSpPr txBox="1"/>
          <p:nvPr/>
        </p:nvSpPr>
        <p:spPr>
          <a:xfrm>
            <a:off x="1093838" y="2596888"/>
            <a:ext cx="9502666" cy="3394092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1379289" marR="1372939" algn="ctr">
              <a:spcBef>
                <a:spcPts val="67"/>
              </a:spcBef>
            </a:pPr>
            <a:r>
              <a:rPr sz="3000" b="1" spc="-7" dirty="0">
                <a:solidFill>
                  <a:srgbClr val="FF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Lecture</a:t>
            </a:r>
            <a:r>
              <a:rPr sz="3000" b="1" spc="-63" dirty="0">
                <a:solidFill>
                  <a:srgbClr val="FF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lang="en-US" sz="3000" b="1" spc="-63" dirty="0" smtClean="0">
                <a:solidFill>
                  <a:srgbClr val="FF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09</a:t>
            </a:r>
            <a:r>
              <a:rPr sz="30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endParaRPr lang="en-US" sz="3000" b="1" dirty="0">
              <a:solidFill>
                <a:srgbClr val="FF0000"/>
              </a:solidFill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1379289" marR="1372939" algn="ctr">
              <a:spcBef>
                <a:spcPts val="67"/>
              </a:spcBef>
            </a:pPr>
            <a:endParaRPr lang="en-US" sz="3000" b="1" dirty="0">
              <a:solidFill>
                <a:srgbClr val="FF0000"/>
              </a:solidFill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1379289" marR="1372939" algn="ctr">
              <a:spcBef>
                <a:spcPts val="67"/>
              </a:spcBef>
            </a:pPr>
            <a:r>
              <a:rPr lang="en-US" sz="3000" b="1" spc="-3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Kinetics of Particles</a:t>
            </a:r>
          </a:p>
          <a:p>
            <a:pPr marL="1379289" marR="1372939" algn="ctr">
              <a:spcBef>
                <a:spcPts val="67"/>
              </a:spcBef>
            </a:pP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2540" algn="ctr">
              <a:spcBef>
                <a:spcPts val="3"/>
              </a:spcBef>
            </a:pPr>
            <a:r>
              <a:rPr lang="en-US" sz="3000" b="1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Sadia Tasnim</a:t>
            </a: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3387" algn="ctr">
              <a:spcBef>
                <a:spcPts val="450"/>
              </a:spcBef>
            </a:pP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Lecturer</a:t>
            </a: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algn="ctr">
              <a:spcBef>
                <a:spcPts val="440"/>
              </a:spcBef>
            </a:pP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Department</a:t>
            </a:r>
            <a:r>
              <a:rPr sz="30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of</a:t>
            </a:r>
            <a:r>
              <a:rPr sz="30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Mechanical</a:t>
            </a:r>
            <a:r>
              <a:rPr sz="3000" spc="-7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Engineering,</a:t>
            </a:r>
            <a:r>
              <a:rPr sz="3000" spc="-1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7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BUET</a:t>
            </a: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048" y="259842"/>
            <a:ext cx="745927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Equation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Motion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488" y="1055692"/>
            <a:ext cx="6572585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Problem:</a:t>
            </a:r>
            <a:endParaRPr sz="2400" dirty="0">
              <a:latin typeface="Times New Roman"/>
              <a:cs typeface="Times New Roman"/>
            </a:endParaRPr>
          </a:p>
          <a:p>
            <a:pPr marL="12700" marR="5080" indent="457200">
              <a:lnSpc>
                <a:spcPct val="100000"/>
              </a:lnSpc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15-kg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block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suspended from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 2.5 m cord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attached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 a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20-kg cart </a:t>
            </a: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A.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Neglecting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friction,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determine </a:t>
            </a:r>
            <a:endParaRPr lang="en-US" sz="2400" spc="-5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12700" marR="5080" indent="457200">
              <a:lnSpc>
                <a:spcPct val="100000"/>
              </a:lnSpc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(a)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the acceleration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of the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cart,</a:t>
            </a:r>
            <a:endParaRPr lang="en-US" sz="2400" b="1" spc="-5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12700" marR="5080" indent="457200">
              <a:lnSpc>
                <a:spcPct val="100000"/>
              </a:lnSpc>
            </a:pPr>
            <a:endParaRPr lang="en-US" sz="2400" b="1" spc="-5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12700" marR="5080" indent="457200">
              <a:lnSpc>
                <a:spcPct val="100000"/>
              </a:lnSpc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(b) the tension in the 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cord,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   		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immediately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after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system is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released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  	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rest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position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shown.</a:t>
            </a:r>
            <a:endParaRPr sz="2400" b="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4767" y="79933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FDFFFF"/>
                </a:solidFill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26" name="Picture 25" descr="A diagram of a car balancing on a ramp&#10;&#10;Description automatically generated">
            <a:extLst>
              <a:ext uri="{FF2B5EF4-FFF2-40B4-BE49-F238E27FC236}">
                <a16:creationId xmlns:a16="http://schemas.microsoft.com/office/drawing/2014/main" id="{1B4A65D3-81C3-22BA-59FB-B00A8622C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848" y="1556334"/>
            <a:ext cx="4556329" cy="3994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4797" y="308151"/>
            <a:ext cx="4287520" cy="11626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pc="-5" dirty="0"/>
              <a:t>Equation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Motion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dirty="0">
                <a:solidFill>
                  <a:srgbClr val="C00000"/>
                </a:solidFill>
              </a:rPr>
              <a:t>Solution: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64767" y="79933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FDFFFF"/>
                </a:solidFill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167" y="1502663"/>
            <a:ext cx="2526792" cy="213664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622423" y="4216146"/>
            <a:ext cx="1097280" cy="212090"/>
          </a:xfrm>
          <a:custGeom>
            <a:avLst/>
            <a:gdLst/>
            <a:ahLst/>
            <a:cxnLst/>
            <a:rect l="l" t="t" r="r" b="b"/>
            <a:pathLst>
              <a:path w="1097279" h="212089">
                <a:moveTo>
                  <a:pt x="1029588" y="0"/>
                </a:moveTo>
                <a:lnTo>
                  <a:pt x="1026540" y="8635"/>
                </a:lnTo>
                <a:lnTo>
                  <a:pt x="1038826" y="13946"/>
                </a:lnTo>
                <a:lnTo>
                  <a:pt x="1049385" y="21304"/>
                </a:lnTo>
                <a:lnTo>
                  <a:pt x="1070776" y="55429"/>
                </a:lnTo>
                <a:lnTo>
                  <a:pt x="1077849" y="104774"/>
                </a:lnTo>
                <a:lnTo>
                  <a:pt x="1077063" y="123443"/>
                </a:lnTo>
                <a:lnTo>
                  <a:pt x="1065276" y="169163"/>
                </a:lnTo>
                <a:lnTo>
                  <a:pt x="1038969" y="197792"/>
                </a:lnTo>
                <a:lnTo>
                  <a:pt x="1026922" y="203199"/>
                </a:lnTo>
                <a:lnTo>
                  <a:pt x="1029588" y="211708"/>
                </a:lnTo>
                <a:lnTo>
                  <a:pt x="1070058" y="187705"/>
                </a:lnTo>
                <a:lnTo>
                  <a:pt x="1092787" y="143335"/>
                </a:lnTo>
                <a:lnTo>
                  <a:pt x="1097152" y="105917"/>
                </a:lnTo>
                <a:lnTo>
                  <a:pt x="1096057" y="86483"/>
                </a:lnTo>
                <a:lnTo>
                  <a:pt x="1079627" y="37083"/>
                </a:lnTo>
                <a:lnTo>
                  <a:pt x="1044944" y="5526"/>
                </a:lnTo>
                <a:lnTo>
                  <a:pt x="1029588" y="0"/>
                </a:lnTo>
                <a:close/>
              </a:path>
              <a:path w="1097279" h="212089">
                <a:moveTo>
                  <a:pt x="67563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1" y="203199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30042" y="4764785"/>
            <a:ext cx="1097280" cy="212090"/>
          </a:xfrm>
          <a:custGeom>
            <a:avLst/>
            <a:gdLst/>
            <a:ahLst/>
            <a:cxnLst/>
            <a:rect l="l" t="t" r="r" b="b"/>
            <a:pathLst>
              <a:path w="1097279" h="212089">
                <a:moveTo>
                  <a:pt x="1029589" y="0"/>
                </a:moveTo>
                <a:lnTo>
                  <a:pt x="1026541" y="8636"/>
                </a:lnTo>
                <a:lnTo>
                  <a:pt x="1038826" y="13946"/>
                </a:lnTo>
                <a:lnTo>
                  <a:pt x="1049385" y="21304"/>
                </a:lnTo>
                <a:lnTo>
                  <a:pt x="1070776" y="55429"/>
                </a:lnTo>
                <a:lnTo>
                  <a:pt x="1077848" y="104775"/>
                </a:lnTo>
                <a:lnTo>
                  <a:pt x="1077063" y="123443"/>
                </a:lnTo>
                <a:lnTo>
                  <a:pt x="1065276" y="169163"/>
                </a:lnTo>
                <a:lnTo>
                  <a:pt x="1038969" y="197792"/>
                </a:lnTo>
                <a:lnTo>
                  <a:pt x="1026921" y="203200"/>
                </a:lnTo>
                <a:lnTo>
                  <a:pt x="1029589" y="211708"/>
                </a:lnTo>
                <a:lnTo>
                  <a:pt x="1070058" y="187706"/>
                </a:lnTo>
                <a:lnTo>
                  <a:pt x="1092787" y="143335"/>
                </a:lnTo>
                <a:lnTo>
                  <a:pt x="1097153" y="105918"/>
                </a:lnTo>
                <a:lnTo>
                  <a:pt x="1096057" y="86483"/>
                </a:lnTo>
                <a:lnTo>
                  <a:pt x="1079627" y="37083"/>
                </a:lnTo>
                <a:lnTo>
                  <a:pt x="1044944" y="5526"/>
                </a:lnTo>
                <a:lnTo>
                  <a:pt x="1029589" y="0"/>
                </a:lnTo>
                <a:close/>
              </a:path>
              <a:path w="1097279" h="212089">
                <a:moveTo>
                  <a:pt x="67563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92070" y="5314950"/>
            <a:ext cx="283845" cy="212090"/>
          </a:xfrm>
          <a:custGeom>
            <a:avLst/>
            <a:gdLst/>
            <a:ahLst/>
            <a:cxnLst/>
            <a:rect l="l" t="t" r="r" b="b"/>
            <a:pathLst>
              <a:path w="283844" h="212089">
                <a:moveTo>
                  <a:pt x="215773" y="0"/>
                </a:moveTo>
                <a:lnTo>
                  <a:pt x="212725" y="8636"/>
                </a:lnTo>
                <a:lnTo>
                  <a:pt x="225010" y="13946"/>
                </a:lnTo>
                <a:lnTo>
                  <a:pt x="235569" y="21304"/>
                </a:lnTo>
                <a:lnTo>
                  <a:pt x="256960" y="55429"/>
                </a:lnTo>
                <a:lnTo>
                  <a:pt x="264033" y="104775"/>
                </a:lnTo>
                <a:lnTo>
                  <a:pt x="263247" y="123443"/>
                </a:lnTo>
                <a:lnTo>
                  <a:pt x="251460" y="169163"/>
                </a:lnTo>
                <a:lnTo>
                  <a:pt x="225153" y="197792"/>
                </a:lnTo>
                <a:lnTo>
                  <a:pt x="213106" y="203200"/>
                </a:lnTo>
                <a:lnTo>
                  <a:pt x="215773" y="211709"/>
                </a:lnTo>
                <a:lnTo>
                  <a:pt x="256242" y="187706"/>
                </a:lnTo>
                <a:lnTo>
                  <a:pt x="278971" y="143335"/>
                </a:lnTo>
                <a:lnTo>
                  <a:pt x="283337" y="105918"/>
                </a:lnTo>
                <a:lnTo>
                  <a:pt x="282241" y="86483"/>
                </a:lnTo>
                <a:lnTo>
                  <a:pt x="265811" y="37084"/>
                </a:lnTo>
                <a:lnTo>
                  <a:pt x="231128" y="5526"/>
                </a:lnTo>
                <a:lnTo>
                  <a:pt x="215773" y="0"/>
                </a:lnTo>
                <a:close/>
              </a:path>
              <a:path w="283844" h="212089">
                <a:moveTo>
                  <a:pt x="67564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4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73526" y="5314950"/>
            <a:ext cx="277495" cy="212090"/>
          </a:xfrm>
          <a:custGeom>
            <a:avLst/>
            <a:gdLst/>
            <a:ahLst/>
            <a:cxnLst/>
            <a:rect l="l" t="t" r="r" b="b"/>
            <a:pathLst>
              <a:path w="277495" h="212089">
                <a:moveTo>
                  <a:pt x="209676" y="0"/>
                </a:moveTo>
                <a:lnTo>
                  <a:pt x="206628" y="8636"/>
                </a:lnTo>
                <a:lnTo>
                  <a:pt x="218914" y="13946"/>
                </a:lnTo>
                <a:lnTo>
                  <a:pt x="229473" y="21304"/>
                </a:lnTo>
                <a:lnTo>
                  <a:pt x="250864" y="55429"/>
                </a:lnTo>
                <a:lnTo>
                  <a:pt x="257937" y="104775"/>
                </a:lnTo>
                <a:lnTo>
                  <a:pt x="257151" y="123443"/>
                </a:lnTo>
                <a:lnTo>
                  <a:pt x="245363" y="169163"/>
                </a:lnTo>
                <a:lnTo>
                  <a:pt x="219057" y="197792"/>
                </a:lnTo>
                <a:lnTo>
                  <a:pt x="207010" y="203200"/>
                </a:lnTo>
                <a:lnTo>
                  <a:pt x="209676" y="211709"/>
                </a:lnTo>
                <a:lnTo>
                  <a:pt x="250146" y="187706"/>
                </a:lnTo>
                <a:lnTo>
                  <a:pt x="272875" y="143335"/>
                </a:lnTo>
                <a:lnTo>
                  <a:pt x="277240" y="105918"/>
                </a:lnTo>
                <a:lnTo>
                  <a:pt x="276145" y="86483"/>
                </a:lnTo>
                <a:lnTo>
                  <a:pt x="259714" y="37084"/>
                </a:lnTo>
                <a:lnTo>
                  <a:pt x="225032" y="5526"/>
                </a:lnTo>
                <a:lnTo>
                  <a:pt x="209676" y="0"/>
                </a:lnTo>
                <a:close/>
              </a:path>
              <a:path w="277495" h="212089">
                <a:moveTo>
                  <a:pt x="67564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4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3"/>
                </a:lnTo>
                <a:lnTo>
                  <a:pt x="58344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24405" y="3870452"/>
            <a:ext cx="2298700" cy="167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Given,</a:t>
            </a:r>
            <a:endParaRPr sz="1800">
              <a:latin typeface="Times New Roman"/>
              <a:cs typeface="Times New Roman"/>
            </a:endParaRPr>
          </a:p>
          <a:p>
            <a:pPr marL="281940">
              <a:lnSpc>
                <a:spcPct val="100000"/>
              </a:lnSpc>
              <a:spcBef>
                <a:spcPts val="10"/>
              </a:spcBef>
              <a:tabLst>
                <a:tab pos="972185" algn="l"/>
                <a:tab pos="2066925" algn="l"/>
              </a:tabLst>
            </a:pPr>
            <a:r>
              <a:rPr sz="1800" spc="-140" dirty="0">
                <a:latin typeface="Cambria Math"/>
                <a:cs typeface="Cambria Math"/>
              </a:rPr>
              <a:t>𝑊</a:t>
            </a:r>
            <a:r>
              <a:rPr sz="1950" spc="-209" baseline="-14957" dirty="0">
                <a:latin typeface="Cambria Math"/>
                <a:cs typeface="Cambria Math"/>
              </a:rPr>
              <a:t>𝐴</a:t>
            </a:r>
            <a:r>
              <a:rPr sz="1950" spc="7" baseline="-14957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=	</a:t>
            </a:r>
            <a:r>
              <a:rPr sz="1800" spc="-5" dirty="0">
                <a:latin typeface="Cambria Math"/>
                <a:cs typeface="Cambria Math"/>
              </a:rPr>
              <a:t>20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×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9.81	𝑁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 Math"/>
              <a:cs typeface="Cambria Math"/>
            </a:endParaRPr>
          </a:p>
          <a:p>
            <a:pPr marL="274320">
              <a:lnSpc>
                <a:spcPct val="100000"/>
              </a:lnSpc>
              <a:tabLst>
                <a:tab pos="979805" algn="l"/>
                <a:tab pos="2074545" algn="l"/>
              </a:tabLst>
            </a:pPr>
            <a:r>
              <a:rPr sz="1800" spc="-105" dirty="0">
                <a:latin typeface="Cambria Math"/>
                <a:cs typeface="Cambria Math"/>
              </a:rPr>
              <a:t>𝑊</a:t>
            </a:r>
            <a:r>
              <a:rPr sz="1950" spc="-157" baseline="-14957" dirty="0">
                <a:latin typeface="Cambria Math"/>
                <a:cs typeface="Cambria Math"/>
              </a:rPr>
              <a:t>𝐵</a:t>
            </a:r>
            <a:r>
              <a:rPr sz="1950" spc="47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	</a:t>
            </a:r>
            <a:r>
              <a:rPr sz="1800" spc="-5" dirty="0">
                <a:latin typeface="Cambria Math"/>
                <a:cs typeface="Cambria Math"/>
              </a:rPr>
              <a:t>15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×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9.81	𝑁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850">
              <a:latin typeface="Cambria Math"/>
              <a:cs typeface="Cambria Math"/>
            </a:endParaRPr>
          </a:p>
          <a:p>
            <a:pPr marL="441959">
              <a:lnSpc>
                <a:spcPct val="100000"/>
              </a:lnSpc>
              <a:spcBef>
                <a:spcPts val="5"/>
              </a:spcBef>
              <a:tabLst>
                <a:tab pos="720725" algn="l"/>
                <a:tab pos="1423670" algn="l"/>
                <a:tab pos="1697989" algn="l"/>
              </a:tabLst>
            </a:pPr>
            <a:r>
              <a:rPr sz="1800" dirty="0">
                <a:latin typeface="Cambria Math"/>
                <a:cs typeface="Cambria Math"/>
              </a:rPr>
              <a:t>𝑎	</a:t>
            </a:r>
            <a:r>
              <a:rPr sz="1800" spc="-20" dirty="0">
                <a:latin typeface="Cambria Math"/>
                <a:cs typeface="Cambria Math"/>
              </a:rPr>
              <a:t>𝑎</a:t>
            </a:r>
            <a:r>
              <a:rPr sz="1950" spc="-30" baseline="-14957" dirty="0">
                <a:latin typeface="Cambria Math"/>
                <a:cs typeface="Cambria Math"/>
              </a:rPr>
              <a:t>𝐴</a:t>
            </a:r>
            <a:r>
              <a:rPr sz="1950" spc="434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=?	𝑏	𝑇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=?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6928" y="1502663"/>
            <a:ext cx="3249168" cy="21366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73879" y="3834384"/>
            <a:ext cx="3252216" cy="196748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51064" y="1845564"/>
            <a:ext cx="4227576" cy="106527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96783" y="3429000"/>
            <a:ext cx="4181855" cy="3067812"/>
          </a:xfrm>
          <a:prstGeom prst="rect">
            <a:avLst/>
          </a:prstGeom>
        </p:spPr>
      </p:pic>
      <p:pic>
        <p:nvPicPr>
          <p:cNvPr id="14" name="object 4">
            <a:extLst>
              <a:ext uri="{FF2B5EF4-FFF2-40B4-BE49-F238E27FC236}">
                <a16:creationId xmlns:a16="http://schemas.microsoft.com/office/drawing/2014/main" id="{3BC9196C-19DA-7157-1662-C71FE5A015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7747" y="1516632"/>
            <a:ext cx="2526792" cy="2136648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91B01C68-8402-BA96-A9A8-5741FFD8C6F6}"/>
              </a:ext>
            </a:extLst>
          </p:cNvPr>
          <p:cNvSpPr txBox="1"/>
          <p:nvPr/>
        </p:nvSpPr>
        <p:spPr>
          <a:xfrm>
            <a:off x="1746985" y="3884421"/>
            <a:ext cx="2298700" cy="167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Given,</a:t>
            </a:r>
            <a:endParaRPr sz="1800">
              <a:latin typeface="Times New Roman"/>
              <a:cs typeface="Times New Roman"/>
            </a:endParaRPr>
          </a:p>
          <a:p>
            <a:pPr marL="281940">
              <a:lnSpc>
                <a:spcPct val="100000"/>
              </a:lnSpc>
              <a:spcBef>
                <a:spcPts val="10"/>
              </a:spcBef>
              <a:tabLst>
                <a:tab pos="972185" algn="l"/>
                <a:tab pos="2066925" algn="l"/>
              </a:tabLst>
            </a:pPr>
            <a:r>
              <a:rPr sz="1800" spc="-140" dirty="0">
                <a:latin typeface="Cambria Math"/>
                <a:cs typeface="Cambria Math"/>
              </a:rPr>
              <a:t>𝑊</a:t>
            </a:r>
            <a:r>
              <a:rPr sz="1950" spc="-209" baseline="-14957" dirty="0">
                <a:latin typeface="Cambria Math"/>
                <a:cs typeface="Cambria Math"/>
              </a:rPr>
              <a:t>𝐴</a:t>
            </a:r>
            <a:r>
              <a:rPr sz="1950" spc="7" baseline="-14957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=	</a:t>
            </a:r>
            <a:r>
              <a:rPr sz="1800" spc="-5" dirty="0">
                <a:latin typeface="Cambria Math"/>
                <a:cs typeface="Cambria Math"/>
              </a:rPr>
              <a:t>20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×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9.81	𝑁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mbria Math"/>
              <a:cs typeface="Cambria Math"/>
            </a:endParaRPr>
          </a:p>
          <a:p>
            <a:pPr marL="274320">
              <a:lnSpc>
                <a:spcPct val="100000"/>
              </a:lnSpc>
              <a:tabLst>
                <a:tab pos="979805" algn="l"/>
                <a:tab pos="2074545" algn="l"/>
              </a:tabLst>
            </a:pPr>
            <a:r>
              <a:rPr sz="1800" spc="-105" dirty="0">
                <a:latin typeface="Cambria Math"/>
                <a:cs typeface="Cambria Math"/>
              </a:rPr>
              <a:t>𝑊</a:t>
            </a:r>
            <a:r>
              <a:rPr sz="1950" spc="-157" baseline="-14957" dirty="0">
                <a:latin typeface="Cambria Math"/>
                <a:cs typeface="Cambria Math"/>
              </a:rPr>
              <a:t>𝐵</a:t>
            </a:r>
            <a:r>
              <a:rPr sz="1950" spc="47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	</a:t>
            </a:r>
            <a:r>
              <a:rPr sz="1800" spc="-5" dirty="0">
                <a:latin typeface="Cambria Math"/>
                <a:cs typeface="Cambria Math"/>
              </a:rPr>
              <a:t>15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×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9.81	𝑁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850">
              <a:latin typeface="Cambria Math"/>
              <a:cs typeface="Cambria Math"/>
            </a:endParaRPr>
          </a:p>
          <a:p>
            <a:pPr marL="441959">
              <a:lnSpc>
                <a:spcPct val="100000"/>
              </a:lnSpc>
              <a:spcBef>
                <a:spcPts val="5"/>
              </a:spcBef>
              <a:tabLst>
                <a:tab pos="720725" algn="l"/>
                <a:tab pos="1423670" algn="l"/>
                <a:tab pos="1697989" algn="l"/>
              </a:tabLst>
            </a:pPr>
            <a:r>
              <a:rPr sz="1800" dirty="0">
                <a:latin typeface="Cambria Math"/>
                <a:cs typeface="Cambria Math"/>
              </a:rPr>
              <a:t>𝑎	</a:t>
            </a:r>
            <a:r>
              <a:rPr sz="1800" spc="-20" dirty="0">
                <a:latin typeface="Cambria Math"/>
                <a:cs typeface="Cambria Math"/>
              </a:rPr>
              <a:t>𝑎</a:t>
            </a:r>
            <a:r>
              <a:rPr sz="1950" spc="-30" baseline="-14957" dirty="0">
                <a:latin typeface="Cambria Math"/>
                <a:cs typeface="Cambria Math"/>
              </a:rPr>
              <a:t>𝐴</a:t>
            </a:r>
            <a:r>
              <a:rPr sz="1950" spc="434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=?	𝑏	𝑇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=?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16" name="object 10">
            <a:extLst>
              <a:ext uri="{FF2B5EF4-FFF2-40B4-BE49-F238E27FC236}">
                <a16:creationId xmlns:a16="http://schemas.microsoft.com/office/drawing/2014/main" id="{82824775-3E85-835A-980A-9F2217DFED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9508" y="1516632"/>
            <a:ext cx="3249168" cy="2136648"/>
          </a:xfrm>
          <a:prstGeom prst="rect">
            <a:avLst/>
          </a:prstGeom>
        </p:spPr>
      </p:pic>
      <p:pic>
        <p:nvPicPr>
          <p:cNvPr id="17" name="object 11">
            <a:extLst>
              <a:ext uri="{FF2B5EF4-FFF2-40B4-BE49-F238E27FC236}">
                <a16:creationId xmlns:a16="http://schemas.microsoft.com/office/drawing/2014/main" id="{D554A14C-1E15-E9D5-7F1C-D9D62A18773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6459" y="3848353"/>
            <a:ext cx="3252216" cy="1967483"/>
          </a:xfrm>
          <a:prstGeom prst="rect">
            <a:avLst/>
          </a:prstGeom>
        </p:spPr>
      </p:pic>
      <p:pic>
        <p:nvPicPr>
          <p:cNvPr id="18" name="object 13">
            <a:extLst>
              <a:ext uri="{FF2B5EF4-FFF2-40B4-BE49-F238E27FC236}">
                <a16:creationId xmlns:a16="http://schemas.microsoft.com/office/drawing/2014/main" id="{35CD6ED4-02BA-2427-20E3-63E277C41CA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19363" y="3442969"/>
            <a:ext cx="4181855" cy="30678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 descr="A diagram of a pulley with a rectangular object on the side&#10;&#10;Description automatically generated">
            <a:extLst>
              <a:ext uri="{FF2B5EF4-FFF2-40B4-BE49-F238E27FC236}">
                <a16:creationId xmlns:a16="http://schemas.microsoft.com/office/drawing/2014/main" id="{ACE430CD-3B33-F071-FB4B-4E9B05705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070625"/>
            <a:ext cx="4743310" cy="3353329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F93D37D2-9334-9EB5-30BD-2B7AD9A36428}"/>
              </a:ext>
            </a:extLst>
          </p:cNvPr>
          <p:cNvSpPr txBox="1"/>
          <p:nvPr/>
        </p:nvSpPr>
        <p:spPr>
          <a:xfrm>
            <a:off x="325904" y="976681"/>
            <a:ext cx="4707914" cy="37189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Practice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Problem:</a:t>
            </a:r>
            <a:endParaRPr lang="en-US" sz="2400" b="1" spc="-1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blocks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shown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are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originally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rest.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Neglecting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the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masses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of</a:t>
            </a:r>
            <a:r>
              <a:rPr sz="2400" spc="6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400" spc="-5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pulleys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 the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effect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friction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pulleys and between block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incline,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determine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endParaRPr lang="en-US" sz="2400" spc="-2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ct val="100000"/>
              </a:lnSpc>
            </a:pPr>
            <a:endParaRPr lang="en-US" sz="2400" spc="-2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(a) the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acceleration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 each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block,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endParaRPr lang="en-US" sz="2400" spc="-5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(b)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tension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 the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cable.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03BD9AAA-E28D-9EBE-1764-633DE26F77AD}"/>
              </a:ext>
            </a:extLst>
          </p:cNvPr>
          <p:cNvSpPr txBox="1">
            <a:spLocks/>
          </p:cNvSpPr>
          <p:nvPr/>
        </p:nvSpPr>
        <p:spPr>
          <a:xfrm>
            <a:off x="1655941" y="46117"/>
            <a:ext cx="4287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Equation</a:t>
            </a:r>
            <a:r>
              <a:rPr lang="en-US" sz="4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4000" dirty="0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lang="en-US" sz="4000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Motion</a:t>
            </a:r>
            <a:endParaRPr lang="en-US" sz="4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3188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74EF3E-E603-03AA-3373-6AF3EF59D337}"/>
              </a:ext>
            </a:extLst>
          </p:cNvPr>
          <p:cNvCxnSpPr>
            <a:cxnSpLocks/>
          </p:cNvCxnSpPr>
          <p:nvPr/>
        </p:nvCxnSpPr>
        <p:spPr>
          <a:xfrm flipH="1">
            <a:off x="4429037" y="5145857"/>
            <a:ext cx="1672031" cy="975892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95643E-42D0-EF33-CEE0-276301166F1E}"/>
              </a:ext>
            </a:extLst>
          </p:cNvPr>
          <p:cNvCxnSpPr/>
          <p:nvPr/>
        </p:nvCxnSpPr>
        <p:spPr>
          <a:xfrm>
            <a:off x="6108678" y="2029408"/>
            <a:ext cx="0" cy="312661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88BEFE6-3549-68F0-0C07-386D81F6C6ED}"/>
              </a:ext>
            </a:extLst>
          </p:cNvPr>
          <p:cNvSpPr txBox="1">
            <a:spLocks/>
          </p:cNvSpPr>
          <p:nvPr/>
        </p:nvSpPr>
        <p:spPr>
          <a:xfrm>
            <a:off x="1739010" y="463422"/>
            <a:ext cx="96507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dirty="0">
                <a:solidFill>
                  <a:srgbClr val="6F2F9F"/>
                </a:solidFill>
                <a:latin typeface="Times New Roman"/>
                <a:cs typeface="Times New Roman"/>
              </a:rPr>
              <a:t>Curvilinear</a:t>
            </a:r>
            <a:r>
              <a:rPr lang="en-US" sz="3200" spc="-9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6F2F9F"/>
                </a:solidFill>
                <a:latin typeface="Times New Roman"/>
                <a:cs typeface="Times New Roman"/>
              </a:rPr>
              <a:t>Motion:</a:t>
            </a:r>
            <a:r>
              <a:rPr lang="en-US" sz="3200" spc="-8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200" spc="-30" dirty="0">
                <a:solidFill>
                  <a:srgbClr val="6F2F9F"/>
                </a:solidFill>
                <a:latin typeface="Times New Roman"/>
                <a:cs typeface="Times New Roman"/>
              </a:rPr>
              <a:t>Tangential</a:t>
            </a:r>
            <a:r>
              <a:rPr lang="en-US" sz="3200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6F2F9F"/>
                </a:solidFill>
                <a:latin typeface="Times New Roman"/>
                <a:cs typeface="Times New Roman"/>
              </a:rPr>
              <a:t>&amp; Normal</a:t>
            </a:r>
            <a:r>
              <a:rPr lang="en-US" sz="32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6F2F9F"/>
                </a:solidFill>
                <a:latin typeface="Times New Roman"/>
                <a:cs typeface="Times New Roman"/>
              </a:rPr>
              <a:t>Components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4E7578E-5316-02FE-52BD-F8926DAC4593}"/>
              </a:ext>
            </a:extLst>
          </p:cNvPr>
          <p:cNvSpPr/>
          <p:nvPr/>
        </p:nvSpPr>
        <p:spPr>
          <a:xfrm>
            <a:off x="4675837" y="2329620"/>
            <a:ext cx="3143769" cy="3589020"/>
          </a:xfrm>
          <a:custGeom>
            <a:avLst/>
            <a:gdLst>
              <a:gd name="connsiteX0" fmla="*/ 0 w 3143769"/>
              <a:gd name="connsiteY0" fmla="*/ 0 h 3589020"/>
              <a:gd name="connsiteX1" fmla="*/ 106680 w 3143769"/>
              <a:gd name="connsiteY1" fmla="*/ 30480 h 3589020"/>
              <a:gd name="connsiteX2" fmla="*/ 106680 w 3143769"/>
              <a:gd name="connsiteY2" fmla="*/ 30480 h 3589020"/>
              <a:gd name="connsiteX3" fmla="*/ 434340 w 3143769"/>
              <a:gd name="connsiteY3" fmla="*/ 76200 h 3589020"/>
              <a:gd name="connsiteX4" fmla="*/ 617220 w 3143769"/>
              <a:gd name="connsiteY4" fmla="*/ 358140 h 3589020"/>
              <a:gd name="connsiteX5" fmla="*/ 685800 w 3143769"/>
              <a:gd name="connsiteY5" fmla="*/ 670560 h 3589020"/>
              <a:gd name="connsiteX6" fmla="*/ 731520 w 3143769"/>
              <a:gd name="connsiteY6" fmla="*/ 1036320 h 3589020"/>
              <a:gd name="connsiteX7" fmla="*/ 960120 w 3143769"/>
              <a:gd name="connsiteY7" fmla="*/ 1257300 h 3589020"/>
              <a:gd name="connsiteX8" fmla="*/ 1287780 w 3143769"/>
              <a:gd name="connsiteY8" fmla="*/ 1143000 h 3589020"/>
              <a:gd name="connsiteX9" fmla="*/ 1584960 w 3143769"/>
              <a:gd name="connsiteY9" fmla="*/ 891540 h 3589020"/>
              <a:gd name="connsiteX10" fmla="*/ 1859280 w 3143769"/>
              <a:gd name="connsiteY10" fmla="*/ 640080 h 3589020"/>
              <a:gd name="connsiteX11" fmla="*/ 2209800 w 3143769"/>
              <a:gd name="connsiteY11" fmla="*/ 518160 h 3589020"/>
              <a:gd name="connsiteX12" fmla="*/ 2560320 w 3143769"/>
              <a:gd name="connsiteY12" fmla="*/ 640080 h 3589020"/>
              <a:gd name="connsiteX13" fmla="*/ 2880360 w 3143769"/>
              <a:gd name="connsiteY13" fmla="*/ 845820 h 3589020"/>
              <a:gd name="connsiteX14" fmla="*/ 3093720 w 3143769"/>
              <a:gd name="connsiteY14" fmla="*/ 1150620 h 3589020"/>
              <a:gd name="connsiteX15" fmla="*/ 3139440 w 3143769"/>
              <a:gd name="connsiteY15" fmla="*/ 1554480 h 3589020"/>
              <a:gd name="connsiteX16" fmla="*/ 3017520 w 3143769"/>
              <a:gd name="connsiteY16" fmla="*/ 1905000 h 3589020"/>
              <a:gd name="connsiteX17" fmla="*/ 2819400 w 3143769"/>
              <a:gd name="connsiteY17" fmla="*/ 2186940 h 3589020"/>
              <a:gd name="connsiteX18" fmla="*/ 2506980 w 3143769"/>
              <a:gd name="connsiteY18" fmla="*/ 2240280 h 3589020"/>
              <a:gd name="connsiteX19" fmla="*/ 2179320 w 3143769"/>
              <a:gd name="connsiteY19" fmla="*/ 2232660 h 3589020"/>
              <a:gd name="connsiteX20" fmla="*/ 1859280 w 3143769"/>
              <a:gd name="connsiteY20" fmla="*/ 2263140 h 3589020"/>
              <a:gd name="connsiteX21" fmla="*/ 1562100 w 3143769"/>
              <a:gd name="connsiteY21" fmla="*/ 2438400 h 3589020"/>
              <a:gd name="connsiteX22" fmla="*/ 1242060 w 3143769"/>
              <a:gd name="connsiteY22" fmla="*/ 2636520 h 3589020"/>
              <a:gd name="connsiteX23" fmla="*/ 937260 w 3143769"/>
              <a:gd name="connsiteY23" fmla="*/ 2842260 h 3589020"/>
              <a:gd name="connsiteX24" fmla="*/ 685800 w 3143769"/>
              <a:gd name="connsiteY24" fmla="*/ 3093720 h 3589020"/>
              <a:gd name="connsiteX25" fmla="*/ 739140 w 3143769"/>
              <a:gd name="connsiteY25" fmla="*/ 3505200 h 3589020"/>
              <a:gd name="connsiteX26" fmla="*/ 1059180 w 3143769"/>
              <a:gd name="connsiteY26" fmla="*/ 3558540 h 3589020"/>
              <a:gd name="connsiteX27" fmla="*/ 1371600 w 3143769"/>
              <a:gd name="connsiteY27" fmla="*/ 3573780 h 3589020"/>
              <a:gd name="connsiteX28" fmla="*/ 1623060 w 3143769"/>
              <a:gd name="connsiteY28" fmla="*/ 3589020 h 3589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143769" h="3589020">
                <a:moveTo>
                  <a:pt x="0" y="0"/>
                </a:moveTo>
                <a:lnTo>
                  <a:pt x="106680" y="30480"/>
                </a:lnTo>
                <a:lnTo>
                  <a:pt x="106680" y="30480"/>
                </a:lnTo>
                <a:cubicBezTo>
                  <a:pt x="161290" y="38100"/>
                  <a:pt x="349250" y="21590"/>
                  <a:pt x="434340" y="76200"/>
                </a:cubicBezTo>
                <a:cubicBezTo>
                  <a:pt x="519430" y="130810"/>
                  <a:pt x="575310" y="259080"/>
                  <a:pt x="617220" y="358140"/>
                </a:cubicBezTo>
                <a:cubicBezTo>
                  <a:pt x="659130" y="457200"/>
                  <a:pt x="666750" y="557530"/>
                  <a:pt x="685800" y="670560"/>
                </a:cubicBezTo>
                <a:cubicBezTo>
                  <a:pt x="704850" y="783590"/>
                  <a:pt x="685800" y="938530"/>
                  <a:pt x="731520" y="1036320"/>
                </a:cubicBezTo>
                <a:cubicBezTo>
                  <a:pt x="777240" y="1134110"/>
                  <a:pt x="867410" y="1239520"/>
                  <a:pt x="960120" y="1257300"/>
                </a:cubicBezTo>
                <a:cubicBezTo>
                  <a:pt x="1052830" y="1275080"/>
                  <a:pt x="1183640" y="1203960"/>
                  <a:pt x="1287780" y="1143000"/>
                </a:cubicBezTo>
                <a:cubicBezTo>
                  <a:pt x="1391920" y="1082040"/>
                  <a:pt x="1489710" y="975360"/>
                  <a:pt x="1584960" y="891540"/>
                </a:cubicBezTo>
                <a:cubicBezTo>
                  <a:pt x="1680210" y="807720"/>
                  <a:pt x="1755140" y="702310"/>
                  <a:pt x="1859280" y="640080"/>
                </a:cubicBezTo>
                <a:cubicBezTo>
                  <a:pt x="1963420" y="577850"/>
                  <a:pt x="2092960" y="518160"/>
                  <a:pt x="2209800" y="518160"/>
                </a:cubicBezTo>
                <a:cubicBezTo>
                  <a:pt x="2326640" y="518160"/>
                  <a:pt x="2448560" y="585470"/>
                  <a:pt x="2560320" y="640080"/>
                </a:cubicBezTo>
                <a:cubicBezTo>
                  <a:pt x="2672080" y="694690"/>
                  <a:pt x="2791460" y="760730"/>
                  <a:pt x="2880360" y="845820"/>
                </a:cubicBezTo>
                <a:cubicBezTo>
                  <a:pt x="2969260" y="930910"/>
                  <a:pt x="3050540" y="1032510"/>
                  <a:pt x="3093720" y="1150620"/>
                </a:cubicBezTo>
                <a:cubicBezTo>
                  <a:pt x="3136900" y="1268730"/>
                  <a:pt x="3152140" y="1428750"/>
                  <a:pt x="3139440" y="1554480"/>
                </a:cubicBezTo>
                <a:cubicBezTo>
                  <a:pt x="3126740" y="1680210"/>
                  <a:pt x="3070860" y="1799590"/>
                  <a:pt x="3017520" y="1905000"/>
                </a:cubicBezTo>
                <a:cubicBezTo>
                  <a:pt x="2964180" y="2010410"/>
                  <a:pt x="2904490" y="2131060"/>
                  <a:pt x="2819400" y="2186940"/>
                </a:cubicBezTo>
                <a:cubicBezTo>
                  <a:pt x="2734310" y="2242820"/>
                  <a:pt x="2613660" y="2232660"/>
                  <a:pt x="2506980" y="2240280"/>
                </a:cubicBezTo>
                <a:cubicBezTo>
                  <a:pt x="2400300" y="2247900"/>
                  <a:pt x="2287270" y="2228850"/>
                  <a:pt x="2179320" y="2232660"/>
                </a:cubicBezTo>
                <a:cubicBezTo>
                  <a:pt x="2071370" y="2236470"/>
                  <a:pt x="1962150" y="2228850"/>
                  <a:pt x="1859280" y="2263140"/>
                </a:cubicBezTo>
                <a:cubicBezTo>
                  <a:pt x="1756410" y="2297430"/>
                  <a:pt x="1664970" y="2376170"/>
                  <a:pt x="1562100" y="2438400"/>
                </a:cubicBezTo>
                <a:cubicBezTo>
                  <a:pt x="1459230" y="2500630"/>
                  <a:pt x="1346200" y="2569210"/>
                  <a:pt x="1242060" y="2636520"/>
                </a:cubicBezTo>
                <a:cubicBezTo>
                  <a:pt x="1137920" y="2703830"/>
                  <a:pt x="1029970" y="2766060"/>
                  <a:pt x="937260" y="2842260"/>
                </a:cubicBezTo>
                <a:cubicBezTo>
                  <a:pt x="844550" y="2918460"/>
                  <a:pt x="718820" y="2983230"/>
                  <a:pt x="685800" y="3093720"/>
                </a:cubicBezTo>
                <a:cubicBezTo>
                  <a:pt x="652780" y="3204210"/>
                  <a:pt x="676910" y="3427730"/>
                  <a:pt x="739140" y="3505200"/>
                </a:cubicBezTo>
                <a:cubicBezTo>
                  <a:pt x="801370" y="3582670"/>
                  <a:pt x="953770" y="3547110"/>
                  <a:pt x="1059180" y="3558540"/>
                </a:cubicBezTo>
                <a:cubicBezTo>
                  <a:pt x="1164590" y="3569970"/>
                  <a:pt x="1277620" y="3568700"/>
                  <a:pt x="1371600" y="3573780"/>
                </a:cubicBezTo>
                <a:cubicBezTo>
                  <a:pt x="1465580" y="3578860"/>
                  <a:pt x="1579880" y="3582670"/>
                  <a:pt x="1623060" y="358902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996F6C0-9FB2-079C-A0B4-90F08D2F7AD6}"/>
              </a:ext>
            </a:extLst>
          </p:cNvPr>
          <p:cNvCxnSpPr>
            <a:cxnSpLocks/>
          </p:cNvCxnSpPr>
          <p:nvPr/>
        </p:nvCxnSpPr>
        <p:spPr>
          <a:xfrm flipH="1">
            <a:off x="6139788" y="5135696"/>
            <a:ext cx="2885274" cy="1016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F0EFEA4-E510-AE72-6555-5047EDE89DE2}"/>
              </a:ext>
            </a:extLst>
          </p:cNvPr>
          <p:cNvSpPr txBox="1"/>
          <p:nvPr/>
        </p:nvSpPr>
        <p:spPr>
          <a:xfrm>
            <a:off x="4214384" y="62099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9DFF36-76CE-8A75-ADA4-85BAC800522F}"/>
              </a:ext>
            </a:extLst>
          </p:cNvPr>
          <p:cNvSpPr txBox="1"/>
          <p:nvPr/>
        </p:nvSpPr>
        <p:spPr>
          <a:xfrm>
            <a:off x="8811261" y="5108209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E85EEE-8861-E6C2-530D-63503459E996}"/>
              </a:ext>
            </a:extLst>
          </p:cNvPr>
          <p:cNvSpPr txBox="1"/>
          <p:nvPr/>
        </p:nvSpPr>
        <p:spPr>
          <a:xfrm>
            <a:off x="6169824" y="1720726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D4F832-621E-D2DB-42F0-2E67C3DE09D7}"/>
              </a:ext>
            </a:extLst>
          </p:cNvPr>
          <p:cNvCxnSpPr>
            <a:cxnSpLocks/>
          </p:cNvCxnSpPr>
          <p:nvPr/>
        </p:nvCxnSpPr>
        <p:spPr>
          <a:xfrm flipV="1">
            <a:off x="6059032" y="5780724"/>
            <a:ext cx="0" cy="2683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3A6513-B45F-E180-FB8E-1EAD20C4BA84}"/>
              </a:ext>
            </a:extLst>
          </p:cNvPr>
          <p:cNvCxnSpPr>
            <a:cxnSpLocks/>
          </p:cNvCxnSpPr>
          <p:nvPr/>
        </p:nvCxnSpPr>
        <p:spPr>
          <a:xfrm>
            <a:off x="4817280" y="2281149"/>
            <a:ext cx="0" cy="26405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E50AF0-4983-3440-0AC5-92FA7E79E676}"/>
              </a:ext>
            </a:extLst>
          </p:cNvPr>
          <p:cNvCxnSpPr/>
          <p:nvPr/>
        </p:nvCxnSpPr>
        <p:spPr>
          <a:xfrm flipH="1">
            <a:off x="5083980" y="2350326"/>
            <a:ext cx="83820" cy="1948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FE7594-D68A-8208-05D9-389FD116725A}"/>
              </a:ext>
            </a:extLst>
          </p:cNvPr>
          <p:cNvCxnSpPr>
            <a:cxnSpLocks/>
          </p:cNvCxnSpPr>
          <p:nvPr/>
        </p:nvCxnSpPr>
        <p:spPr>
          <a:xfrm flipH="1">
            <a:off x="5167800" y="2671889"/>
            <a:ext cx="268301" cy="11277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C14633-C0D5-38B7-D82B-19D785EBA4A8}"/>
              </a:ext>
            </a:extLst>
          </p:cNvPr>
          <p:cNvCxnSpPr>
            <a:cxnSpLocks/>
          </p:cNvCxnSpPr>
          <p:nvPr/>
        </p:nvCxnSpPr>
        <p:spPr>
          <a:xfrm flipH="1">
            <a:off x="5224713" y="2980390"/>
            <a:ext cx="284386" cy="692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07480C-AD73-9E0F-601A-471EB0EB404E}"/>
              </a:ext>
            </a:extLst>
          </p:cNvPr>
          <p:cNvCxnSpPr>
            <a:cxnSpLocks/>
          </p:cNvCxnSpPr>
          <p:nvPr/>
        </p:nvCxnSpPr>
        <p:spPr>
          <a:xfrm flipH="1">
            <a:off x="5332430" y="3352483"/>
            <a:ext cx="176669" cy="546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47FC80-0AB2-C8D4-4AB6-9F8947A365D1}"/>
              </a:ext>
            </a:extLst>
          </p:cNvPr>
          <p:cNvCxnSpPr>
            <a:cxnSpLocks/>
          </p:cNvCxnSpPr>
          <p:nvPr/>
        </p:nvCxnSpPr>
        <p:spPr>
          <a:xfrm>
            <a:off x="5678036" y="3475637"/>
            <a:ext cx="0" cy="189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73B10D-E541-AEF2-1498-5B5C2686ECDE}"/>
              </a:ext>
            </a:extLst>
          </p:cNvPr>
          <p:cNvCxnSpPr>
            <a:cxnSpLocks/>
          </p:cNvCxnSpPr>
          <p:nvPr/>
        </p:nvCxnSpPr>
        <p:spPr>
          <a:xfrm>
            <a:off x="5998076" y="3407086"/>
            <a:ext cx="61264" cy="1632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82525C-B40C-DF13-286C-0173F108B492}"/>
              </a:ext>
            </a:extLst>
          </p:cNvPr>
          <p:cNvCxnSpPr>
            <a:cxnSpLocks/>
          </p:cNvCxnSpPr>
          <p:nvPr/>
        </p:nvCxnSpPr>
        <p:spPr>
          <a:xfrm>
            <a:off x="6259472" y="3144323"/>
            <a:ext cx="61264" cy="1632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2A88408-8935-C294-3180-8F79BD9EC024}"/>
              </a:ext>
            </a:extLst>
          </p:cNvPr>
          <p:cNvCxnSpPr>
            <a:cxnSpLocks/>
          </p:cNvCxnSpPr>
          <p:nvPr/>
        </p:nvCxnSpPr>
        <p:spPr>
          <a:xfrm>
            <a:off x="6515709" y="2909829"/>
            <a:ext cx="92271" cy="21011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0786FD8-6DEE-F63A-7B09-8FFEF340CBF5}"/>
              </a:ext>
            </a:extLst>
          </p:cNvPr>
          <p:cNvCxnSpPr/>
          <p:nvPr/>
        </p:nvCxnSpPr>
        <p:spPr>
          <a:xfrm flipV="1">
            <a:off x="6935640" y="2784666"/>
            <a:ext cx="0" cy="2503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8FA81B-CD1E-1A4A-BBC7-878514921503}"/>
              </a:ext>
            </a:extLst>
          </p:cNvPr>
          <p:cNvCxnSpPr>
            <a:cxnSpLocks/>
          </p:cNvCxnSpPr>
          <p:nvPr/>
        </p:nvCxnSpPr>
        <p:spPr>
          <a:xfrm flipV="1">
            <a:off x="7263301" y="2841094"/>
            <a:ext cx="100166" cy="3032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B23835-B5F2-768E-E94A-018C68A1E67F}"/>
              </a:ext>
            </a:extLst>
          </p:cNvPr>
          <p:cNvCxnSpPr>
            <a:cxnSpLocks/>
          </p:cNvCxnSpPr>
          <p:nvPr/>
        </p:nvCxnSpPr>
        <p:spPr>
          <a:xfrm flipV="1">
            <a:off x="7567147" y="3119946"/>
            <a:ext cx="115253" cy="16551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2C0262-3E7E-09FE-9476-5F584EF8AD13}"/>
              </a:ext>
            </a:extLst>
          </p:cNvPr>
          <p:cNvCxnSpPr>
            <a:cxnSpLocks/>
          </p:cNvCxnSpPr>
          <p:nvPr/>
        </p:nvCxnSpPr>
        <p:spPr>
          <a:xfrm flipV="1">
            <a:off x="7714785" y="3488716"/>
            <a:ext cx="163638" cy="1190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B0DE512-40D2-8137-2D30-9537B5987BA1}"/>
              </a:ext>
            </a:extLst>
          </p:cNvPr>
          <p:cNvCxnSpPr>
            <a:cxnSpLocks/>
          </p:cNvCxnSpPr>
          <p:nvPr/>
        </p:nvCxnSpPr>
        <p:spPr>
          <a:xfrm>
            <a:off x="7731071" y="3889773"/>
            <a:ext cx="226121" cy="575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B1F486-368A-E68D-AE35-E885199E4C16}"/>
              </a:ext>
            </a:extLst>
          </p:cNvPr>
          <p:cNvCxnSpPr>
            <a:cxnSpLocks/>
          </p:cNvCxnSpPr>
          <p:nvPr/>
        </p:nvCxnSpPr>
        <p:spPr>
          <a:xfrm>
            <a:off x="7541520" y="4171018"/>
            <a:ext cx="270608" cy="1692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C1A118-BC9F-58BB-86FE-81EB4272D230}"/>
              </a:ext>
            </a:extLst>
          </p:cNvPr>
          <p:cNvCxnSpPr>
            <a:cxnSpLocks/>
          </p:cNvCxnSpPr>
          <p:nvPr/>
        </p:nvCxnSpPr>
        <p:spPr>
          <a:xfrm>
            <a:off x="7400076" y="4340280"/>
            <a:ext cx="167071" cy="2917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D1EBCA-45B4-1923-60BC-3AD5FE89B2D9}"/>
              </a:ext>
            </a:extLst>
          </p:cNvPr>
          <p:cNvCxnSpPr>
            <a:cxnSpLocks/>
          </p:cNvCxnSpPr>
          <p:nvPr/>
        </p:nvCxnSpPr>
        <p:spPr>
          <a:xfrm>
            <a:off x="7216007" y="4422966"/>
            <a:ext cx="0" cy="28755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53BA68-E7F0-5A53-1024-6A3FF051E3C7}"/>
              </a:ext>
            </a:extLst>
          </p:cNvPr>
          <p:cNvCxnSpPr>
            <a:cxnSpLocks/>
          </p:cNvCxnSpPr>
          <p:nvPr/>
        </p:nvCxnSpPr>
        <p:spPr>
          <a:xfrm>
            <a:off x="6893807" y="4422966"/>
            <a:ext cx="0" cy="2575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71F5E9-1C4E-0668-C574-09E1C224F8AB}"/>
              </a:ext>
            </a:extLst>
          </p:cNvPr>
          <p:cNvCxnSpPr>
            <a:cxnSpLocks/>
          </p:cNvCxnSpPr>
          <p:nvPr/>
        </p:nvCxnSpPr>
        <p:spPr>
          <a:xfrm>
            <a:off x="6478421" y="4457368"/>
            <a:ext cx="129553" cy="25876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893C7D1-0E04-8769-436F-64A1C50740A9}"/>
              </a:ext>
            </a:extLst>
          </p:cNvPr>
          <p:cNvCxnSpPr>
            <a:cxnSpLocks/>
          </p:cNvCxnSpPr>
          <p:nvPr/>
        </p:nvCxnSpPr>
        <p:spPr>
          <a:xfrm>
            <a:off x="6169824" y="4547847"/>
            <a:ext cx="109722" cy="3309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D126A5-1466-2D84-51EC-5ABFB407E1FB}"/>
              </a:ext>
            </a:extLst>
          </p:cNvPr>
          <p:cNvCxnSpPr>
            <a:cxnSpLocks/>
          </p:cNvCxnSpPr>
          <p:nvPr/>
        </p:nvCxnSpPr>
        <p:spPr>
          <a:xfrm>
            <a:off x="5846816" y="4841720"/>
            <a:ext cx="163338" cy="2689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D5D113-89B9-4861-842A-521A123FC452}"/>
              </a:ext>
            </a:extLst>
          </p:cNvPr>
          <p:cNvCxnSpPr>
            <a:cxnSpLocks/>
          </p:cNvCxnSpPr>
          <p:nvPr/>
        </p:nvCxnSpPr>
        <p:spPr>
          <a:xfrm>
            <a:off x="5558048" y="5015462"/>
            <a:ext cx="151725" cy="3108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3665679-BB07-D50E-6CEC-7F5A1982387F}"/>
              </a:ext>
            </a:extLst>
          </p:cNvPr>
          <p:cNvCxnSpPr>
            <a:cxnSpLocks/>
          </p:cNvCxnSpPr>
          <p:nvPr/>
        </p:nvCxnSpPr>
        <p:spPr>
          <a:xfrm>
            <a:off x="5224713" y="5326338"/>
            <a:ext cx="246927" cy="228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385B9FB-6F08-E983-A6E8-2D9AC62F8B03}"/>
              </a:ext>
            </a:extLst>
          </p:cNvPr>
          <p:cNvCxnSpPr>
            <a:cxnSpLocks/>
          </p:cNvCxnSpPr>
          <p:nvPr/>
        </p:nvCxnSpPr>
        <p:spPr>
          <a:xfrm flipV="1">
            <a:off x="5436566" y="5742496"/>
            <a:ext cx="72533" cy="2629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A7170ED-51CA-C990-15A6-CEDF612FAFA2}"/>
              </a:ext>
            </a:extLst>
          </p:cNvPr>
          <p:cNvCxnSpPr>
            <a:cxnSpLocks/>
          </p:cNvCxnSpPr>
          <p:nvPr/>
        </p:nvCxnSpPr>
        <p:spPr>
          <a:xfrm flipV="1">
            <a:off x="5753287" y="5780724"/>
            <a:ext cx="36267" cy="2758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18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3135" y="510362"/>
            <a:ext cx="1028636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/>
              <a:t>Particle</a:t>
            </a:r>
            <a:r>
              <a:rPr sz="3400" spc="20" dirty="0"/>
              <a:t> </a:t>
            </a:r>
            <a:r>
              <a:rPr sz="3400" spc="-5" dirty="0"/>
              <a:t>Kinematics:</a:t>
            </a:r>
            <a:r>
              <a:rPr sz="3400" spc="-15" dirty="0"/>
              <a:t> </a:t>
            </a:r>
            <a:r>
              <a:rPr sz="3400" spc="-35" dirty="0"/>
              <a:t>Tangential</a:t>
            </a:r>
            <a:r>
              <a:rPr sz="3400" spc="15" dirty="0"/>
              <a:t> </a:t>
            </a:r>
            <a:r>
              <a:rPr sz="3400" spc="-5" dirty="0"/>
              <a:t>&amp;</a:t>
            </a:r>
            <a:r>
              <a:rPr sz="3400" spc="5" dirty="0"/>
              <a:t> </a:t>
            </a:r>
            <a:r>
              <a:rPr sz="3400" spc="-5" dirty="0"/>
              <a:t>Normal</a:t>
            </a:r>
            <a:r>
              <a:rPr sz="3400" spc="10" dirty="0"/>
              <a:t> </a:t>
            </a:r>
            <a:r>
              <a:rPr sz="3400" spc="-5" dirty="0"/>
              <a:t>Components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1064767" y="79933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FDFFFF"/>
                </a:solidFill>
                <a:latin typeface="Tahoma"/>
                <a:cs typeface="Tahoma"/>
              </a:rPr>
              <a:t>6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89176" y="1429511"/>
            <a:ext cx="4610100" cy="4631690"/>
            <a:chOff x="1789176" y="1429511"/>
            <a:chExt cx="4610100" cy="46316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9176" y="1429511"/>
              <a:ext cx="4610100" cy="46314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3514" y="2471610"/>
              <a:ext cx="166750" cy="1728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4326" y="2756598"/>
              <a:ext cx="166750" cy="17284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73090" y="2585465"/>
              <a:ext cx="271780" cy="203835"/>
            </a:xfrm>
            <a:custGeom>
              <a:avLst/>
              <a:gdLst/>
              <a:ahLst/>
              <a:cxnLst/>
              <a:rect l="l" t="t" r="r" b="b"/>
              <a:pathLst>
                <a:path w="271779" h="203835">
                  <a:moveTo>
                    <a:pt x="0" y="0"/>
                  </a:moveTo>
                  <a:lnTo>
                    <a:pt x="271272" y="203454"/>
                  </a:lnTo>
                </a:path>
              </a:pathLst>
            </a:custGeom>
            <a:ln w="254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77992" y="239915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87771" y="2272283"/>
            <a:ext cx="272415" cy="371475"/>
          </a:xfrm>
          <a:custGeom>
            <a:avLst/>
            <a:gdLst/>
            <a:ahLst/>
            <a:cxnLst/>
            <a:rect l="l" t="t" r="r" b="b"/>
            <a:pathLst>
              <a:path w="272414" h="371475">
                <a:moveTo>
                  <a:pt x="137714" y="174912"/>
                </a:moveTo>
                <a:lnTo>
                  <a:pt x="126618" y="176021"/>
                </a:lnTo>
                <a:lnTo>
                  <a:pt x="115315" y="177037"/>
                </a:lnTo>
                <a:lnTo>
                  <a:pt x="114934" y="177037"/>
                </a:lnTo>
                <a:lnTo>
                  <a:pt x="114553" y="177164"/>
                </a:lnTo>
                <a:lnTo>
                  <a:pt x="114300" y="177164"/>
                </a:lnTo>
                <a:lnTo>
                  <a:pt x="102996" y="180212"/>
                </a:lnTo>
                <a:lnTo>
                  <a:pt x="102742" y="180339"/>
                </a:lnTo>
                <a:lnTo>
                  <a:pt x="102362" y="180466"/>
                </a:lnTo>
                <a:lnTo>
                  <a:pt x="68071" y="201675"/>
                </a:lnTo>
                <a:lnTo>
                  <a:pt x="38734" y="235965"/>
                </a:lnTo>
                <a:lnTo>
                  <a:pt x="16255" y="279907"/>
                </a:lnTo>
                <a:lnTo>
                  <a:pt x="2793" y="329818"/>
                </a:lnTo>
                <a:lnTo>
                  <a:pt x="0" y="367791"/>
                </a:lnTo>
                <a:lnTo>
                  <a:pt x="2666" y="370713"/>
                </a:lnTo>
                <a:lnTo>
                  <a:pt x="9778" y="370966"/>
                </a:lnTo>
                <a:lnTo>
                  <a:pt x="12700" y="368300"/>
                </a:lnTo>
                <a:lnTo>
                  <a:pt x="13462" y="347725"/>
                </a:lnTo>
                <a:lnTo>
                  <a:pt x="15493" y="331215"/>
                </a:lnTo>
                <a:lnTo>
                  <a:pt x="28320" y="283971"/>
                </a:lnTo>
                <a:lnTo>
                  <a:pt x="49656" y="242569"/>
                </a:lnTo>
                <a:lnTo>
                  <a:pt x="76962" y="210819"/>
                </a:lnTo>
                <a:lnTo>
                  <a:pt x="106480" y="192531"/>
                </a:lnTo>
                <a:lnTo>
                  <a:pt x="106299" y="192531"/>
                </a:lnTo>
                <a:lnTo>
                  <a:pt x="107314" y="192150"/>
                </a:lnTo>
                <a:lnTo>
                  <a:pt x="107711" y="192150"/>
                </a:lnTo>
                <a:lnTo>
                  <a:pt x="116660" y="189737"/>
                </a:lnTo>
                <a:lnTo>
                  <a:pt x="116458" y="189737"/>
                </a:lnTo>
                <a:lnTo>
                  <a:pt x="117601" y="189483"/>
                </a:lnTo>
                <a:lnTo>
                  <a:pt x="118999" y="189483"/>
                </a:lnTo>
                <a:lnTo>
                  <a:pt x="127888" y="188594"/>
                </a:lnTo>
                <a:lnTo>
                  <a:pt x="139191" y="187578"/>
                </a:lnTo>
                <a:lnTo>
                  <a:pt x="139573" y="187578"/>
                </a:lnTo>
                <a:lnTo>
                  <a:pt x="139953" y="187451"/>
                </a:lnTo>
                <a:lnTo>
                  <a:pt x="140207" y="187325"/>
                </a:lnTo>
                <a:lnTo>
                  <a:pt x="151383" y="184276"/>
                </a:lnTo>
                <a:lnTo>
                  <a:pt x="151764" y="184276"/>
                </a:lnTo>
                <a:lnTo>
                  <a:pt x="163321" y="179069"/>
                </a:lnTo>
                <a:lnTo>
                  <a:pt x="169835" y="175132"/>
                </a:lnTo>
                <a:lnTo>
                  <a:pt x="136905" y="175132"/>
                </a:lnTo>
                <a:lnTo>
                  <a:pt x="137714" y="174912"/>
                </a:lnTo>
                <a:close/>
              </a:path>
              <a:path w="272414" h="371475">
                <a:moveTo>
                  <a:pt x="107314" y="192150"/>
                </a:moveTo>
                <a:lnTo>
                  <a:pt x="106299" y="192531"/>
                </a:lnTo>
                <a:lnTo>
                  <a:pt x="106743" y="192412"/>
                </a:lnTo>
                <a:lnTo>
                  <a:pt x="107314" y="192150"/>
                </a:lnTo>
                <a:close/>
              </a:path>
              <a:path w="272414" h="371475">
                <a:moveTo>
                  <a:pt x="106743" y="192412"/>
                </a:moveTo>
                <a:lnTo>
                  <a:pt x="106299" y="192531"/>
                </a:lnTo>
                <a:lnTo>
                  <a:pt x="106480" y="192531"/>
                </a:lnTo>
                <a:lnTo>
                  <a:pt x="106743" y="192412"/>
                </a:lnTo>
                <a:close/>
              </a:path>
              <a:path w="272414" h="371475">
                <a:moveTo>
                  <a:pt x="107711" y="192150"/>
                </a:moveTo>
                <a:lnTo>
                  <a:pt x="107314" y="192150"/>
                </a:lnTo>
                <a:lnTo>
                  <a:pt x="106743" y="192412"/>
                </a:lnTo>
                <a:lnTo>
                  <a:pt x="107711" y="192150"/>
                </a:lnTo>
                <a:close/>
              </a:path>
              <a:path w="272414" h="371475">
                <a:moveTo>
                  <a:pt x="117601" y="189483"/>
                </a:moveTo>
                <a:lnTo>
                  <a:pt x="116458" y="189737"/>
                </a:lnTo>
                <a:lnTo>
                  <a:pt x="116778" y="189706"/>
                </a:lnTo>
                <a:lnTo>
                  <a:pt x="117601" y="189483"/>
                </a:lnTo>
                <a:close/>
              </a:path>
              <a:path w="272414" h="371475">
                <a:moveTo>
                  <a:pt x="116778" y="189706"/>
                </a:moveTo>
                <a:lnTo>
                  <a:pt x="116458" y="189737"/>
                </a:lnTo>
                <a:lnTo>
                  <a:pt x="116660" y="189737"/>
                </a:lnTo>
                <a:close/>
              </a:path>
              <a:path w="272414" h="371475">
                <a:moveTo>
                  <a:pt x="118999" y="189483"/>
                </a:moveTo>
                <a:lnTo>
                  <a:pt x="117601" y="189483"/>
                </a:lnTo>
                <a:lnTo>
                  <a:pt x="116778" y="189706"/>
                </a:lnTo>
                <a:lnTo>
                  <a:pt x="118999" y="189483"/>
                </a:lnTo>
                <a:close/>
              </a:path>
              <a:path w="272414" h="371475">
                <a:moveTo>
                  <a:pt x="138049" y="174878"/>
                </a:moveTo>
                <a:lnTo>
                  <a:pt x="137714" y="174912"/>
                </a:lnTo>
                <a:lnTo>
                  <a:pt x="136905" y="175132"/>
                </a:lnTo>
                <a:lnTo>
                  <a:pt x="138049" y="174878"/>
                </a:lnTo>
                <a:close/>
              </a:path>
              <a:path w="272414" h="371475">
                <a:moveTo>
                  <a:pt x="170256" y="174878"/>
                </a:moveTo>
                <a:lnTo>
                  <a:pt x="138049" y="174878"/>
                </a:lnTo>
                <a:lnTo>
                  <a:pt x="136905" y="175132"/>
                </a:lnTo>
                <a:lnTo>
                  <a:pt x="169835" y="175132"/>
                </a:lnTo>
                <a:lnTo>
                  <a:pt x="170256" y="174878"/>
                </a:lnTo>
                <a:close/>
              </a:path>
              <a:path w="272414" h="371475">
                <a:moveTo>
                  <a:pt x="147982" y="172112"/>
                </a:moveTo>
                <a:lnTo>
                  <a:pt x="137714" y="174912"/>
                </a:lnTo>
                <a:lnTo>
                  <a:pt x="138049" y="174878"/>
                </a:lnTo>
                <a:lnTo>
                  <a:pt x="170256" y="174878"/>
                </a:lnTo>
                <a:lnTo>
                  <a:pt x="174248" y="172465"/>
                </a:lnTo>
                <a:lnTo>
                  <a:pt x="147192" y="172465"/>
                </a:lnTo>
                <a:lnTo>
                  <a:pt x="147982" y="172112"/>
                </a:lnTo>
                <a:close/>
              </a:path>
              <a:path w="272414" h="371475">
                <a:moveTo>
                  <a:pt x="148081" y="172085"/>
                </a:moveTo>
                <a:lnTo>
                  <a:pt x="147192" y="172465"/>
                </a:lnTo>
                <a:lnTo>
                  <a:pt x="148081" y="172085"/>
                </a:lnTo>
                <a:close/>
              </a:path>
              <a:path w="272414" h="371475">
                <a:moveTo>
                  <a:pt x="174878" y="172085"/>
                </a:moveTo>
                <a:lnTo>
                  <a:pt x="148081" y="172085"/>
                </a:lnTo>
                <a:lnTo>
                  <a:pt x="147192" y="172465"/>
                </a:lnTo>
                <a:lnTo>
                  <a:pt x="174248" y="172465"/>
                </a:lnTo>
                <a:lnTo>
                  <a:pt x="174878" y="172085"/>
                </a:lnTo>
                <a:close/>
              </a:path>
              <a:path w="272414" h="371475">
                <a:moveTo>
                  <a:pt x="239223" y="80137"/>
                </a:moveTo>
                <a:lnTo>
                  <a:pt x="226313" y="80137"/>
                </a:lnTo>
                <a:lnTo>
                  <a:pt x="225932" y="81152"/>
                </a:lnTo>
                <a:lnTo>
                  <a:pt x="205104" y="121665"/>
                </a:lnTo>
                <a:lnTo>
                  <a:pt x="177926" y="153415"/>
                </a:lnTo>
                <a:lnTo>
                  <a:pt x="147982" y="172112"/>
                </a:lnTo>
                <a:lnTo>
                  <a:pt x="174878" y="172085"/>
                </a:lnTo>
                <a:lnTo>
                  <a:pt x="185927" y="163321"/>
                </a:lnTo>
                <a:lnTo>
                  <a:pt x="215391" y="129031"/>
                </a:lnTo>
                <a:lnTo>
                  <a:pt x="237998" y="85216"/>
                </a:lnTo>
                <a:lnTo>
                  <a:pt x="238251" y="84454"/>
                </a:lnTo>
                <a:lnTo>
                  <a:pt x="238251" y="84200"/>
                </a:lnTo>
                <a:lnTo>
                  <a:pt x="239223" y="80137"/>
                </a:lnTo>
                <a:close/>
              </a:path>
              <a:path w="272414" h="371475">
                <a:moveTo>
                  <a:pt x="264476" y="55499"/>
                </a:moveTo>
                <a:lnTo>
                  <a:pt x="235076" y="55499"/>
                </a:lnTo>
                <a:lnTo>
                  <a:pt x="238378" y="56387"/>
                </a:lnTo>
                <a:lnTo>
                  <a:pt x="241807" y="57150"/>
                </a:lnTo>
                <a:lnTo>
                  <a:pt x="243966" y="60578"/>
                </a:lnTo>
                <a:lnTo>
                  <a:pt x="243077" y="64007"/>
                </a:lnTo>
                <a:lnTo>
                  <a:pt x="240208" y="76015"/>
                </a:lnTo>
                <a:lnTo>
                  <a:pt x="272288" y="81661"/>
                </a:lnTo>
                <a:lnTo>
                  <a:pt x="264476" y="55499"/>
                </a:lnTo>
                <a:close/>
              </a:path>
              <a:path w="272414" h="371475">
                <a:moveTo>
                  <a:pt x="226004" y="80854"/>
                </a:moveTo>
                <a:lnTo>
                  <a:pt x="225876" y="81152"/>
                </a:lnTo>
                <a:lnTo>
                  <a:pt x="226004" y="80854"/>
                </a:lnTo>
                <a:close/>
              </a:path>
              <a:path w="272414" h="371475">
                <a:moveTo>
                  <a:pt x="226313" y="80137"/>
                </a:moveTo>
                <a:lnTo>
                  <a:pt x="226004" y="80854"/>
                </a:lnTo>
                <a:lnTo>
                  <a:pt x="225932" y="81152"/>
                </a:lnTo>
                <a:lnTo>
                  <a:pt x="226313" y="80137"/>
                </a:lnTo>
                <a:close/>
              </a:path>
              <a:path w="272414" h="371475">
                <a:moveTo>
                  <a:pt x="227697" y="73814"/>
                </a:moveTo>
                <a:lnTo>
                  <a:pt x="226004" y="80854"/>
                </a:lnTo>
                <a:lnTo>
                  <a:pt x="226313" y="80137"/>
                </a:lnTo>
                <a:lnTo>
                  <a:pt x="239223" y="80137"/>
                </a:lnTo>
                <a:lnTo>
                  <a:pt x="240208" y="76015"/>
                </a:lnTo>
                <a:lnTo>
                  <a:pt x="227697" y="73814"/>
                </a:lnTo>
                <a:close/>
              </a:path>
              <a:path w="272414" h="371475">
                <a:moveTo>
                  <a:pt x="235076" y="55499"/>
                </a:moveTo>
                <a:lnTo>
                  <a:pt x="231648" y="57657"/>
                </a:lnTo>
                <a:lnTo>
                  <a:pt x="230758" y="61087"/>
                </a:lnTo>
                <a:lnTo>
                  <a:pt x="227697" y="73814"/>
                </a:lnTo>
                <a:lnTo>
                  <a:pt x="240208" y="76015"/>
                </a:lnTo>
                <a:lnTo>
                  <a:pt x="243077" y="64007"/>
                </a:lnTo>
                <a:lnTo>
                  <a:pt x="243966" y="60578"/>
                </a:lnTo>
                <a:lnTo>
                  <a:pt x="241807" y="57150"/>
                </a:lnTo>
                <a:lnTo>
                  <a:pt x="238378" y="56387"/>
                </a:lnTo>
                <a:lnTo>
                  <a:pt x="235076" y="55499"/>
                </a:lnTo>
                <a:close/>
              </a:path>
              <a:path w="272414" h="371475">
                <a:moveTo>
                  <a:pt x="247903" y="0"/>
                </a:moveTo>
                <a:lnTo>
                  <a:pt x="197230" y="68452"/>
                </a:lnTo>
                <a:lnTo>
                  <a:pt x="227697" y="73814"/>
                </a:lnTo>
                <a:lnTo>
                  <a:pt x="230758" y="61087"/>
                </a:lnTo>
                <a:lnTo>
                  <a:pt x="231648" y="57657"/>
                </a:lnTo>
                <a:lnTo>
                  <a:pt x="235076" y="55499"/>
                </a:lnTo>
                <a:lnTo>
                  <a:pt x="264476" y="55499"/>
                </a:lnTo>
                <a:lnTo>
                  <a:pt x="247903" y="0"/>
                </a:lnTo>
                <a:close/>
              </a:path>
            </a:pathLst>
          </a:custGeom>
          <a:solidFill>
            <a:srgbClr val="9D2C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50077" y="1950846"/>
            <a:ext cx="22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ds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61954" y="2502154"/>
            <a:ext cx="2503170" cy="2041525"/>
            <a:chOff x="4461954" y="2502154"/>
            <a:chExt cx="2503170" cy="2041525"/>
          </a:xfrm>
        </p:grpSpPr>
        <p:sp>
          <p:nvSpPr>
            <p:cNvPr id="13" name="object 13"/>
            <p:cNvSpPr/>
            <p:nvPr/>
          </p:nvSpPr>
          <p:spPr>
            <a:xfrm>
              <a:off x="4831079" y="2508504"/>
              <a:ext cx="2127885" cy="1422400"/>
            </a:xfrm>
            <a:custGeom>
              <a:avLst/>
              <a:gdLst/>
              <a:ahLst/>
              <a:cxnLst/>
              <a:rect l="l" t="t" r="r" b="b"/>
              <a:pathLst>
                <a:path w="2127884" h="1422400">
                  <a:moveTo>
                    <a:pt x="774192" y="18287"/>
                  </a:moveTo>
                  <a:lnTo>
                    <a:pt x="2127377" y="869569"/>
                  </a:lnTo>
                </a:path>
                <a:path w="2127884" h="1422400">
                  <a:moveTo>
                    <a:pt x="766699" y="0"/>
                  </a:moveTo>
                  <a:lnTo>
                    <a:pt x="0" y="142214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61954" y="4471098"/>
              <a:ext cx="72262" cy="7226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162550" y="2516123"/>
              <a:ext cx="1165225" cy="749300"/>
            </a:xfrm>
            <a:custGeom>
              <a:avLst/>
              <a:gdLst/>
              <a:ahLst/>
              <a:cxnLst/>
              <a:rect l="l" t="t" r="r" b="b"/>
              <a:pathLst>
                <a:path w="1165225" h="749300">
                  <a:moveTo>
                    <a:pt x="1164971" y="481076"/>
                  </a:moveTo>
                  <a:lnTo>
                    <a:pt x="1158748" y="461010"/>
                  </a:lnTo>
                  <a:lnTo>
                    <a:pt x="1135634" y="386334"/>
                  </a:lnTo>
                  <a:lnTo>
                    <a:pt x="1107986" y="428967"/>
                  </a:lnTo>
                  <a:lnTo>
                    <a:pt x="447548" y="0"/>
                  </a:lnTo>
                  <a:lnTo>
                    <a:pt x="439674" y="1651"/>
                  </a:lnTo>
                  <a:lnTo>
                    <a:pt x="437362" y="5283"/>
                  </a:lnTo>
                  <a:lnTo>
                    <a:pt x="427990" y="0"/>
                  </a:lnTo>
                  <a:lnTo>
                    <a:pt x="420243" y="2159"/>
                  </a:lnTo>
                  <a:lnTo>
                    <a:pt x="416814" y="8255"/>
                  </a:lnTo>
                  <a:lnTo>
                    <a:pt x="44284" y="676097"/>
                  </a:lnTo>
                  <a:lnTo>
                    <a:pt x="0" y="651383"/>
                  </a:lnTo>
                  <a:lnTo>
                    <a:pt x="18288" y="748919"/>
                  </a:lnTo>
                  <a:lnTo>
                    <a:pt x="110871" y="713232"/>
                  </a:lnTo>
                  <a:lnTo>
                    <a:pt x="101307" y="707898"/>
                  </a:lnTo>
                  <a:lnTo>
                    <a:pt x="66535" y="688505"/>
                  </a:lnTo>
                  <a:lnTo>
                    <a:pt x="437273" y="23622"/>
                  </a:lnTo>
                  <a:lnTo>
                    <a:pt x="439674" y="25146"/>
                  </a:lnTo>
                  <a:lnTo>
                    <a:pt x="1094181" y="450253"/>
                  </a:lnTo>
                  <a:lnTo>
                    <a:pt x="1066546" y="492887"/>
                  </a:lnTo>
                  <a:lnTo>
                    <a:pt x="1164971" y="48107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06417" y="4590033"/>
            <a:ext cx="26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O’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25385" y="3131565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29150" y="3608908"/>
            <a:ext cx="14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66513" y="2805811"/>
            <a:ext cx="1898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31104" y="2926206"/>
            <a:ext cx="14668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204" dirty="0">
                <a:latin typeface="Cambria Math"/>
                <a:cs typeface="Cambria Math"/>
              </a:rPr>
              <a:t>𝑛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90032" y="2513076"/>
            <a:ext cx="1176020" cy="761365"/>
          </a:xfrm>
          <a:custGeom>
            <a:avLst/>
            <a:gdLst/>
            <a:ahLst/>
            <a:cxnLst/>
            <a:rect l="l" t="t" r="r" b="b"/>
            <a:pathLst>
              <a:path w="1176020" h="761364">
                <a:moveTo>
                  <a:pt x="1104667" y="718354"/>
                </a:moveTo>
                <a:lnTo>
                  <a:pt x="1077467" y="761364"/>
                </a:lnTo>
                <a:lnTo>
                  <a:pt x="1175892" y="748284"/>
                </a:lnTo>
                <a:lnTo>
                  <a:pt x="1169616" y="728852"/>
                </a:lnTo>
                <a:lnTo>
                  <a:pt x="1121283" y="728852"/>
                </a:lnTo>
                <a:lnTo>
                  <a:pt x="1104667" y="718354"/>
                </a:lnTo>
                <a:close/>
              </a:path>
              <a:path w="1176020" h="761364">
                <a:moveTo>
                  <a:pt x="1118205" y="696946"/>
                </a:moveTo>
                <a:lnTo>
                  <a:pt x="1104667" y="718354"/>
                </a:lnTo>
                <a:lnTo>
                  <a:pt x="1121283" y="728852"/>
                </a:lnTo>
                <a:lnTo>
                  <a:pt x="1129157" y="727075"/>
                </a:lnTo>
                <a:lnTo>
                  <a:pt x="1132966" y="721233"/>
                </a:lnTo>
                <a:lnTo>
                  <a:pt x="1136649" y="715263"/>
                </a:lnTo>
                <a:lnTo>
                  <a:pt x="1134871" y="707389"/>
                </a:lnTo>
                <a:lnTo>
                  <a:pt x="1128902" y="703707"/>
                </a:lnTo>
                <a:lnTo>
                  <a:pt x="1118205" y="696946"/>
                </a:lnTo>
                <a:close/>
              </a:path>
              <a:path w="1176020" h="761364">
                <a:moveTo>
                  <a:pt x="1145413" y="653923"/>
                </a:moveTo>
                <a:lnTo>
                  <a:pt x="1118205" y="696946"/>
                </a:lnTo>
                <a:lnTo>
                  <a:pt x="1128902" y="703707"/>
                </a:lnTo>
                <a:lnTo>
                  <a:pt x="1134871" y="707389"/>
                </a:lnTo>
                <a:lnTo>
                  <a:pt x="1136649" y="715263"/>
                </a:lnTo>
                <a:lnTo>
                  <a:pt x="1132966" y="721233"/>
                </a:lnTo>
                <a:lnTo>
                  <a:pt x="1129157" y="727075"/>
                </a:lnTo>
                <a:lnTo>
                  <a:pt x="1121283" y="728852"/>
                </a:lnTo>
                <a:lnTo>
                  <a:pt x="1169616" y="728852"/>
                </a:lnTo>
                <a:lnTo>
                  <a:pt x="1145413" y="653923"/>
                </a:lnTo>
                <a:close/>
              </a:path>
              <a:path w="1176020" h="761364">
                <a:moveTo>
                  <a:pt x="15366" y="0"/>
                </a:moveTo>
                <a:lnTo>
                  <a:pt x="7492" y="1777"/>
                </a:lnTo>
                <a:lnTo>
                  <a:pt x="3682" y="7747"/>
                </a:lnTo>
                <a:lnTo>
                  <a:pt x="0" y="13588"/>
                </a:lnTo>
                <a:lnTo>
                  <a:pt x="1777" y="21462"/>
                </a:lnTo>
                <a:lnTo>
                  <a:pt x="1104667" y="718354"/>
                </a:lnTo>
                <a:lnTo>
                  <a:pt x="1118205" y="696946"/>
                </a:lnTo>
                <a:lnTo>
                  <a:pt x="15366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16597" y="291972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14282" y="1787144"/>
            <a:ext cx="1123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𝑣𝒖</a:t>
            </a:r>
            <a:r>
              <a:rPr sz="2625" spc="67" baseline="-15873" dirty="0">
                <a:latin typeface="Cambria Math"/>
                <a:cs typeface="Cambria Math"/>
              </a:rPr>
              <a:t>𝑡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590032" y="2513076"/>
            <a:ext cx="1269365" cy="826769"/>
          </a:xfrm>
          <a:custGeom>
            <a:avLst/>
            <a:gdLst/>
            <a:ahLst/>
            <a:cxnLst/>
            <a:rect l="l" t="t" r="r" b="b"/>
            <a:pathLst>
              <a:path w="1269365" h="826770">
                <a:moveTo>
                  <a:pt x="1197810" y="783489"/>
                </a:moveTo>
                <a:lnTo>
                  <a:pt x="1170432" y="826388"/>
                </a:lnTo>
                <a:lnTo>
                  <a:pt x="1268857" y="813815"/>
                </a:lnTo>
                <a:lnTo>
                  <a:pt x="1262586" y="794131"/>
                </a:lnTo>
                <a:lnTo>
                  <a:pt x="1214373" y="794131"/>
                </a:lnTo>
                <a:lnTo>
                  <a:pt x="1208532" y="790321"/>
                </a:lnTo>
                <a:lnTo>
                  <a:pt x="1197810" y="783489"/>
                </a:lnTo>
                <a:close/>
              </a:path>
              <a:path w="1269365" h="826770">
                <a:moveTo>
                  <a:pt x="1211419" y="762165"/>
                </a:moveTo>
                <a:lnTo>
                  <a:pt x="1197810" y="783489"/>
                </a:lnTo>
                <a:lnTo>
                  <a:pt x="1208532" y="790321"/>
                </a:lnTo>
                <a:lnTo>
                  <a:pt x="1214373" y="794131"/>
                </a:lnTo>
                <a:lnTo>
                  <a:pt x="1222247" y="792352"/>
                </a:lnTo>
                <a:lnTo>
                  <a:pt x="1226058" y="786511"/>
                </a:lnTo>
                <a:lnTo>
                  <a:pt x="1229740" y="780541"/>
                </a:lnTo>
                <a:lnTo>
                  <a:pt x="1228089" y="772668"/>
                </a:lnTo>
                <a:lnTo>
                  <a:pt x="1222120" y="768985"/>
                </a:lnTo>
                <a:lnTo>
                  <a:pt x="1211419" y="762165"/>
                </a:lnTo>
                <a:close/>
              </a:path>
              <a:path w="1269365" h="826770">
                <a:moveTo>
                  <a:pt x="1238758" y="719327"/>
                </a:moveTo>
                <a:lnTo>
                  <a:pt x="1211419" y="762165"/>
                </a:lnTo>
                <a:lnTo>
                  <a:pt x="1222120" y="768985"/>
                </a:lnTo>
                <a:lnTo>
                  <a:pt x="1228089" y="772668"/>
                </a:lnTo>
                <a:lnTo>
                  <a:pt x="1229740" y="780541"/>
                </a:lnTo>
                <a:lnTo>
                  <a:pt x="1226058" y="786511"/>
                </a:lnTo>
                <a:lnTo>
                  <a:pt x="1222247" y="792352"/>
                </a:lnTo>
                <a:lnTo>
                  <a:pt x="1214373" y="794131"/>
                </a:lnTo>
                <a:lnTo>
                  <a:pt x="1262586" y="794131"/>
                </a:lnTo>
                <a:lnTo>
                  <a:pt x="1238758" y="719327"/>
                </a:lnTo>
                <a:close/>
              </a:path>
              <a:path w="1269365" h="826770">
                <a:moveTo>
                  <a:pt x="15366" y="0"/>
                </a:moveTo>
                <a:lnTo>
                  <a:pt x="7492" y="1777"/>
                </a:lnTo>
                <a:lnTo>
                  <a:pt x="3809" y="7620"/>
                </a:lnTo>
                <a:lnTo>
                  <a:pt x="0" y="13588"/>
                </a:lnTo>
                <a:lnTo>
                  <a:pt x="1777" y="21462"/>
                </a:lnTo>
                <a:lnTo>
                  <a:pt x="1197810" y="783489"/>
                </a:lnTo>
                <a:lnTo>
                  <a:pt x="1211419" y="762165"/>
                </a:lnTo>
                <a:lnTo>
                  <a:pt x="15366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90539" y="2636977"/>
            <a:ext cx="615950" cy="856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5880" algn="r">
              <a:lnSpc>
                <a:spcPct val="100000"/>
              </a:lnSpc>
              <a:spcBef>
                <a:spcPts val="105"/>
              </a:spcBef>
            </a:pPr>
            <a:r>
              <a:rPr sz="1800" spc="-5" dirty="0">
                <a:latin typeface="Times New Roman"/>
                <a:cs typeface="Times New Roman"/>
              </a:rPr>
              <a:t>P’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mbria Math"/>
                <a:cs typeface="Cambria Math"/>
              </a:rPr>
              <a:t>𝒖</a:t>
            </a:r>
            <a:r>
              <a:rPr sz="2175" spc="52" baseline="-15325" dirty="0">
                <a:latin typeface="Cambria Math"/>
                <a:cs typeface="Cambria Math"/>
              </a:rPr>
              <a:t>𝑡</a:t>
            </a:r>
            <a:endParaRPr sz="2175" baseline="-15325">
              <a:latin typeface="Cambria Math"/>
              <a:cs typeface="Cambria Math"/>
            </a:endParaRPr>
          </a:p>
          <a:p>
            <a:pPr marR="30480" algn="r">
              <a:lnSpc>
                <a:spcPct val="100000"/>
              </a:lnSpc>
              <a:spcBef>
                <a:spcPts val="1735"/>
              </a:spcBef>
            </a:pPr>
            <a:r>
              <a:rPr sz="2000" spc="35" dirty="0">
                <a:latin typeface="Cambria Math"/>
                <a:cs typeface="Cambria Math"/>
              </a:rPr>
              <a:t>𝒂</a:t>
            </a:r>
            <a:r>
              <a:rPr sz="2175" spc="52" baseline="-15325" dirty="0">
                <a:latin typeface="Cambria Math"/>
                <a:cs typeface="Cambria Math"/>
              </a:rPr>
              <a:t>𝑡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049265" y="2522220"/>
            <a:ext cx="556895" cy="962660"/>
          </a:xfrm>
          <a:custGeom>
            <a:avLst/>
            <a:gdLst/>
            <a:ahLst/>
            <a:cxnLst/>
            <a:rect l="l" t="t" r="r" b="b"/>
            <a:pathLst>
              <a:path w="556895" h="962660">
                <a:moveTo>
                  <a:pt x="0" y="865124"/>
                </a:moveTo>
                <a:lnTo>
                  <a:pt x="18796" y="962532"/>
                </a:lnTo>
                <a:lnTo>
                  <a:pt x="111251" y="926464"/>
                </a:lnTo>
                <a:lnTo>
                  <a:pt x="102038" y="921384"/>
                </a:lnTo>
                <a:lnTo>
                  <a:pt x="49530" y="921384"/>
                </a:lnTo>
                <a:lnTo>
                  <a:pt x="43307" y="918082"/>
                </a:lnTo>
                <a:lnTo>
                  <a:pt x="37211" y="914653"/>
                </a:lnTo>
                <a:lnTo>
                  <a:pt x="34925" y="906906"/>
                </a:lnTo>
                <a:lnTo>
                  <a:pt x="38354" y="900810"/>
                </a:lnTo>
                <a:lnTo>
                  <a:pt x="44507" y="889663"/>
                </a:lnTo>
                <a:lnTo>
                  <a:pt x="0" y="865124"/>
                </a:lnTo>
                <a:close/>
              </a:path>
              <a:path w="556895" h="962660">
                <a:moveTo>
                  <a:pt x="44507" y="889663"/>
                </a:moveTo>
                <a:lnTo>
                  <a:pt x="38354" y="900810"/>
                </a:lnTo>
                <a:lnTo>
                  <a:pt x="34925" y="906906"/>
                </a:lnTo>
                <a:lnTo>
                  <a:pt x="37211" y="914653"/>
                </a:lnTo>
                <a:lnTo>
                  <a:pt x="43307" y="918082"/>
                </a:lnTo>
                <a:lnTo>
                  <a:pt x="49530" y="921384"/>
                </a:lnTo>
                <a:lnTo>
                  <a:pt x="57150" y="919226"/>
                </a:lnTo>
                <a:lnTo>
                  <a:pt x="60579" y="913129"/>
                </a:lnTo>
                <a:lnTo>
                  <a:pt x="66759" y="901932"/>
                </a:lnTo>
                <a:lnTo>
                  <a:pt x="44507" y="889663"/>
                </a:lnTo>
                <a:close/>
              </a:path>
              <a:path w="556895" h="962660">
                <a:moveTo>
                  <a:pt x="66759" y="901932"/>
                </a:moveTo>
                <a:lnTo>
                  <a:pt x="60579" y="913129"/>
                </a:lnTo>
                <a:lnTo>
                  <a:pt x="57150" y="919226"/>
                </a:lnTo>
                <a:lnTo>
                  <a:pt x="49530" y="921384"/>
                </a:lnTo>
                <a:lnTo>
                  <a:pt x="102038" y="921384"/>
                </a:lnTo>
                <a:lnTo>
                  <a:pt x="66759" y="901932"/>
                </a:lnTo>
                <a:close/>
              </a:path>
              <a:path w="556895" h="962660">
                <a:moveTo>
                  <a:pt x="542163" y="0"/>
                </a:moveTo>
                <a:lnTo>
                  <a:pt x="534416" y="2158"/>
                </a:lnTo>
                <a:lnTo>
                  <a:pt x="44507" y="889663"/>
                </a:lnTo>
                <a:lnTo>
                  <a:pt x="66759" y="901932"/>
                </a:lnTo>
                <a:lnTo>
                  <a:pt x="553212" y="20574"/>
                </a:lnTo>
                <a:lnTo>
                  <a:pt x="556641" y="14477"/>
                </a:lnTo>
                <a:lnTo>
                  <a:pt x="554355" y="6730"/>
                </a:lnTo>
                <a:lnTo>
                  <a:pt x="548259" y="3301"/>
                </a:lnTo>
                <a:lnTo>
                  <a:pt x="542163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221604" y="3280028"/>
            <a:ext cx="1835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𝒂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80101" y="3400425"/>
            <a:ext cx="14668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204" dirty="0">
                <a:latin typeface="Cambria Math"/>
                <a:cs typeface="Cambria Math"/>
              </a:rPr>
              <a:t>𝑛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42681" y="2481529"/>
            <a:ext cx="22967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𝒂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75" dirty="0">
                <a:latin typeface="Cambria Math"/>
                <a:cs typeface="Cambria Math"/>
              </a:rPr>
              <a:t>𝑎</a:t>
            </a:r>
            <a:r>
              <a:rPr sz="2625" spc="112" baseline="-15873" dirty="0">
                <a:latin typeface="Cambria Math"/>
                <a:cs typeface="Cambria Math"/>
              </a:rPr>
              <a:t>𝑡</a:t>
            </a:r>
            <a:r>
              <a:rPr sz="2400" spc="75" dirty="0">
                <a:latin typeface="Cambria Math"/>
                <a:cs typeface="Cambria Math"/>
              </a:rPr>
              <a:t>𝒖</a:t>
            </a:r>
            <a:r>
              <a:rPr sz="2625" spc="112" baseline="-15873" dirty="0">
                <a:latin typeface="Cambria Math"/>
                <a:cs typeface="Cambria Math"/>
              </a:rPr>
              <a:t>𝑡</a:t>
            </a:r>
            <a:r>
              <a:rPr sz="2625" spc="40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95" dirty="0">
                <a:latin typeface="Cambria Math"/>
                <a:cs typeface="Cambria Math"/>
              </a:rPr>
              <a:t>𝑎</a:t>
            </a:r>
            <a:r>
              <a:rPr sz="2625" spc="142" baseline="-15873" dirty="0">
                <a:latin typeface="Cambria Math"/>
                <a:cs typeface="Cambria Math"/>
              </a:rPr>
              <a:t>𝑛</a:t>
            </a:r>
            <a:r>
              <a:rPr sz="2400" spc="95" dirty="0">
                <a:latin typeface="Cambria Math"/>
                <a:cs typeface="Cambria Math"/>
              </a:rPr>
              <a:t>𝒖</a:t>
            </a:r>
            <a:r>
              <a:rPr sz="2625" spc="142" baseline="-15873" dirty="0">
                <a:latin typeface="Cambria Math"/>
                <a:cs typeface="Cambria Math"/>
              </a:rPr>
              <a:t>𝑛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85784" y="3209035"/>
            <a:ext cx="694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Here,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564243" y="3989070"/>
            <a:ext cx="350520" cy="20320"/>
          </a:xfrm>
          <a:custGeom>
            <a:avLst/>
            <a:gdLst/>
            <a:ahLst/>
            <a:cxnLst/>
            <a:rect l="l" t="t" r="r" b="b"/>
            <a:pathLst>
              <a:path w="350520" h="20320">
                <a:moveTo>
                  <a:pt x="350520" y="0"/>
                </a:moveTo>
                <a:lnTo>
                  <a:pt x="0" y="0"/>
                </a:lnTo>
                <a:lnTo>
                  <a:pt x="0" y="19811"/>
                </a:lnTo>
                <a:lnTo>
                  <a:pt x="350520" y="19811"/>
                </a:lnTo>
                <a:lnTo>
                  <a:pt x="3505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843136" y="3538220"/>
            <a:ext cx="1103630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1995">
              <a:lnSpc>
                <a:spcPts val="2345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𝑑𝑣</a:t>
            </a:r>
            <a:endParaRPr sz="2400">
              <a:latin typeface="Cambria Math"/>
              <a:cs typeface="Cambria Math"/>
            </a:endParaRPr>
          </a:p>
          <a:p>
            <a:pPr marL="38100">
              <a:lnSpc>
                <a:spcPts val="2345"/>
              </a:lnSpc>
            </a:pPr>
            <a:r>
              <a:rPr sz="2400" spc="35" dirty="0">
                <a:latin typeface="Cambria Math"/>
                <a:cs typeface="Cambria Math"/>
              </a:rPr>
              <a:t>𝑎</a:t>
            </a:r>
            <a:r>
              <a:rPr sz="2625" spc="52" baseline="-15873" dirty="0">
                <a:latin typeface="Cambria Math"/>
                <a:cs typeface="Cambria Math"/>
              </a:rPr>
              <a:t>𝑡</a:t>
            </a:r>
            <a:r>
              <a:rPr sz="2625" spc="57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265" dirty="0">
                <a:latin typeface="Cambria Math"/>
                <a:cs typeface="Cambria Math"/>
              </a:rPr>
              <a:t> </a:t>
            </a:r>
            <a:r>
              <a:rPr sz="3600" baseline="-37037" dirty="0">
                <a:latin typeface="Cambria Math"/>
                <a:cs typeface="Cambria Math"/>
              </a:rPr>
              <a:t>𝑑𝑡</a:t>
            </a:r>
            <a:endParaRPr sz="3600" baseline="-37037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599294" y="5089397"/>
            <a:ext cx="325120" cy="20320"/>
          </a:xfrm>
          <a:custGeom>
            <a:avLst/>
            <a:gdLst/>
            <a:ahLst/>
            <a:cxnLst/>
            <a:rect l="l" t="t" r="r" b="b"/>
            <a:pathLst>
              <a:path w="325120" h="20320">
                <a:moveTo>
                  <a:pt x="324611" y="0"/>
                </a:moveTo>
                <a:lnTo>
                  <a:pt x="0" y="0"/>
                </a:lnTo>
                <a:lnTo>
                  <a:pt x="0" y="19812"/>
                </a:lnTo>
                <a:lnTo>
                  <a:pt x="324611" y="19812"/>
                </a:lnTo>
                <a:lnTo>
                  <a:pt x="3246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835517" y="4527550"/>
            <a:ext cx="1116330" cy="732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ts val="2785"/>
              </a:lnSpc>
              <a:spcBef>
                <a:spcPts val="100"/>
              </a:spcBef>
            </a:pPr>
            <a:r>
              <a:rPr sz="3600" spc="135" baseline="-20833" dirty="0">
                <a:latin typeface="Cambria Math"/>
                <a:cs typeface="Cambria Math"/>
              </a:rPr>
              <a:t>𝑣</a:t>
            </a:r>
            <a:r>
              <a:rPr sz="1750" spc="90" dirty="0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  <a:p>
            <a:pPr marL="38100">
              <a:lnSpc>
                <a:spcPts val="2785"/>
              </a:lnSpc>
              <a:tabLst>
                <a:tab pos="839469" algn="l"/>
              </a:tabLst>
            </a:pPr>
            <a:r>
              <a:rPr sz="2400" spc="60" dirty="0">
                <a:latin typeface="Cambria Math"/>
                <a:cs typeface="Cambria Math"/>
              </a:rPr>
              <a:t>𝑎</a:t>
            </a:r>
            <a:r>
              <a:rPr sz="2625" spc="89" baseline="-15873" dirty="0">
                <a:latin typeface="Cambria Math"/>
                <a:cs typeface="Cambria Math"/>
              </a:rPr>
              <a:t>𝑛</a:t>
            </a:r>
            <a:r>
              <a:rPr sz="2625" spc="60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	</a:t>
            </a:r>
            <a:r>
              <a:rPr sz="3600" baseline="-37037" dirty="0">
                <a:latin typeface="Cambria Math"/>
                <a:cs typeface="Cambria Math"/>
              </a:rPr>
              <a:t>𝜌</a:t>
            </a:r>
            <a:endParaRPr sz="3600" baseline="-37037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059362" y="2522220"/>
            <a:ext cx="1802130" cy="1766570"/>
            <a:chOff x="5059362" y="2522220"/>
            <a:chExt cx="1802130" cy="1766570"/>
          </a:xfrm>
        </p:grpSpPr>
        <p:sp>
          <p:nvSpPr>
            <p:cNvPr id="36" name="object 36"/>
            <p:cNvSpPr/>
            <p:nvPr/>
          </p:nvSpPr>
          <p:spPr>
            <a:xfrm>
              <a:off x="5067300" y="3345180"/>
              <a:ext cx="1786255" cy="935990"/>
            </a:xfrm>
            <a:custGeom>
              <a:avLst/>
              <a:gdLst/>
              <a:ahLst/>
              <a:cxnLst/>
              <a:rect l="l" t="t" r="r" b="b"/>
              <a:pathLst>
                <a:path w="1786254" h="935989">
                  <a:moveTo>
                    <a:pt x="0" y="129540"/>
                  </a:moveTo>
                  <a:lnTo>
                    <a:pt x="1253616" y="902716"/>
                  </a:lnTo>
                </a:path>
                <a:path w="1786254" h="935989">
                  <a:moveTo>
                    <a:pt x="1786127" y="0"/>
                  </a:moveTo>
                  <a:lnTo>
                    <a:pt x="1290827" y="935609"/>
                  </a:lnTo>
                </a:path>
              </a:pathLst>
            </a:custGeom>
            <a:ln w="15875">
              <a:solidFill>
                <a:srgbClr val="9D2C0E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583936" y="2522220"/>
              <a:ext cx="800100" cy="1726564"/>
            </a:xfrm>
            <a:custGeom>
              <a:avLst/>
              <a:gdLst/>
              <a:ahLst/>
              <a:cxnLst/>
              <a:rect l="l" t="t" r="r" b="b"/>
              <a:pathLst>
                <a:path w="800100" h="1726564">
                  <a:moveTo>
                    <a:pt x="730082" y="1661536"/>
                  </a:moveTo>
                  <a:lnTo>
                    <a:pt x="683640" y="1682114"/>
                  </a:lnTo>
                  <a:lnTo>
                    <a:pt x="772540" y="1726056"/>
                  </a:lnTo>
                  <a:lnTo>
                    <a:pt x="784990" y="1682368"/>
                  </a:lnTo>
                  <a:lnTo>
                    <a:pt x="745489" y="1682368"/>
                  </a:lnTo>
                  <a:lnTo>
                    <a:pt x="737997" y="1679574"/>
                  </a:lnTo>
                  <a:lnTo>
                    <a:pt x="735202" y="1673097"/>
                  </a:lnTo>
                  <a:lnTo>
                    <a:pt x="730082" y="1661536"/>
                  </a:lnTo>
                  <a:close/>
                </a:path>
                <a:path w="800100" h="1726564">
                  <a:moveTo>
                    <a:pt x="753318" y="1651240"/>
                  </a:moveTo>
                  <a:lnTo>
                    <a:pt x="730082" y="1661536"/>
                  </a:lnTo>
                  <a:lnTo>
                    <a:pt x="735202" y="1673097"/>
                  </a:lnTo>
                  <a:lnTo>
                    <a:pt x="737997" y="1679574"/>
                  </a:lnTo>
                  <a:lnTo>
                    <a:pt x="745489" y="1682368"/>
                  </a:lnTo>
                  <a:lnTo>
                    <a:pt x="758316" y="1676780"/>
                  </a:lnTo>
                  <a:lnTo>
                    <a:pt x="761238" y="1669287"/>
                  </a:lnTo>
                  <a:lnTo>
                    <a:pt x="758443" y="1662810"/>
                  </a:lnTo>
                  <a:lnTo>
                    <a:pt x="753318" y="1651240"/>
                  </a:lnTo>
                  <a:close/>
                </a:path>
                <a:path w="800100" h="1726564">
                  <a:moveTo>
                    <a:pt x="799718" y="1630679"/>
                  </a:moveTo>
                  <a:lnTo>
                    <a:pt x="753318" y="1651240"/>
                  </a:lnTo>
                  <a:lnTo>
                    <a:pt x="758443" y="1662810"/>
                  </a:lnTo>
                  <a:lnTo>
                    <a:pt x="761238" y="1669287"/>
                  </a:lnTo>
                  <a:lnTo>
                    <a:pt x="758316" y="1676780"/>
                  </a:lnTo>
                  <a:lnTo>
                    <a:pt x="745489" y="1682368"/>
                  </a:lnTo>
                  <a:lnTo>
                    <a:pt x="784990" y="1682368"/>
                  </a:lnTo>
                  <a:lnTo>
                    <a:pt x="799718" y="1630679"/>
                  </a:lnTo>
                  <a:close/>
                </a:path>
                <a:path w="800100" h="1726564">
                  <a:moveTo>
                    <a:pt x="15748" y="0"/>
                  </a:moveTo>
                  <a:lnTo>
                    <a:pt x="9271" y="2920"/>
                  </a:lnTo>
                  <a:lnTo>
                    <a:pt x="2921" y="5714"/>
                  </a:lnTo>
                  <a:lnTo>
                    <a:pt x="0" y="13207"/>
                  </a:lnTo>
                  <a:lnTo>
                    <a:pt x="2921" y="19557"/>
                  </a:lnTo>
                  <a:lnTo>
                    <a:pt x="730082" y="1661536"/>
                  </a:lnTo>
                  <a:lnTo>
                    <a:pt x="753318" y="1651240"/>
                  </a:lnTo>
                  <a:lnTo>
                    <a:pt x="26035" y="9270"/>
                  </a:lnTo>
                  <a:lnTo>
                    <a:pt x="23240" y="2920"/>
                  </a:lnTo>
                  <a:lnTo>
                    <a:pt x="1574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904357" y="3494278"/>
            <a:ext cx="167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147429" y="6091618"/>
            <a:ext cx="1235710" cy="680085"/>
          </a:xfrm>
          <a:custGeom>
            <a:avLst/>
            <a:gdLst/>
            <a:ahLst/>
            <a:cxnLst/>
            <a:rect l="l" t="t" r="r" b="b"/>
            <a:pathLst>
              <a:path w="1235709" h="680084">
                <a:moveTo>
                  <a:pt x="234696" y="0"/>
                </a:moveTo>
                <a:lnTo>
                  <a:pt x="188214" y="0"/>
                </a:lnTo>
                <a:lnTo>
                  <a:pt x="126365" y="625817"/>
                </a:lnTo>
                <a:lnTo>
                  <a:pt x="51562" y="487553"/>
                </a:lnTo>
                <a:lnTo>
                  <a:pt x="0" y="514794"/>
                </a:lnTo>
                <a:lnTo>
                  <a:pt x="5715" y="525360"/>
                </a:lnTo>
                <a:lnTo>
                  <a:pt x="33020" y="511073"/>
                </a:lnTo>
                <a:lnTo>
                  <a:pt x="124841" y="679843"/>
                </a:lnTo>
                <a:lnTo>
                  <a:pt x="138684" y="679843"/>
                </a:lnTo>
                <a:lnTo>
                  <a:pt x="204850" y="19786"/>
                </a:lnTo>
                <a:lnTo>
                  <a:pt x="223393" y="19786"/>
                </a:lnTo>
                <a:lnTo>
                  <a:pt x="223393" y="20459"/>
                </a:lnTo>
                <a:lnTo>
                  <a:pt x="1235328" y="20459"/>
                </a:lnTo>
                <a:lnTo>
                  <a:pt x="1235328" y="647"/>
                </a:lnTo>
                <a:lnTo>
                  <a:pt x="234696" y="647"/>
                </a:lnTo>
                <a:lnTo>
                  <a:pt x="234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518017" y="6224117"/>
            <a:ext cx="1892300" cy="451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065"/>
              </a:lnSpc>
              <a:spcBef>
                <a:spcPts val="100"/>
              </a:spcBef>
              <a:tabLst>
                <a:tab pos="853440" algn="l"/>
              </a:tabLst>
            </a:pPr>
            <a:r>
              <a:rPr sz="2400" dirty="0">
                <a:latin typeface="Cambria Math"/>
                <a:cs typeface="Cambria Math"/>
              </a:rPr>
              <a:t>𝑎</a:t>
            </a:r>
            <a:r>
              <a:rPr sz="2400" spc="1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	</a:t>
            </a:r>
            <a:r>
              <a:rPr sz="2400" spc="45" dirty="0">
                <a:latin typeface="Cambria Math"/>
                <a:cs typeface="Cambria Math"/>
              </a:rPr>
              <a:t>𝑎</a:t>
            </a:r>
            <a:r>
              <a:rPr sz="2625" spc="67" baseline="28571" dirty="0">
                <a:latin typeface="Cambria Math"/>
                <a:cs typeface="Cambria Math"/>
              </a:rPr>
              <a:t>2</a:t>
            </a:r>
            <a:r>
              <a:rPr sz="2625" spc="284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40" dirty="0">
                <a:latin typeface="Cambria Math"/>
                <a:cs typeface="Cambria Math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𝑎</a:t>
            </a:r>
            <a:r>
              <a:rPr sz="2625" spc="67" baseline="28571" dirty="0">
                <a:latin typeface="Cambria Math"/>
                <a:cs typeface="Cambria Math"/>
              </a:rPr>
              <a:t>2</a:t>
            </a:r>
            <a:endParaRPr sz="2625" baseline="28571">
              <a:latin typeface="Cambria Math"/>
              <a:cs typeface="Cambria Math"/>
            </a:endParaRPr>
          </a:p>
          <a:p>
            <a:pPr marL="1022985">
              <a:lnSpc>
                <a:spcPts val="1285"/>
              </a:lnSpc>
              <a:tabLst>
                <a:tab pos="1704339" algn="l"/>
              </a:tabLst>
            </a:pPr>
            <a:r>
              <a:rPr sz="1750" spc="80" dirty="0">
                <a:latin typeface="Cambria Math"/>
                <a:cs typeface="Cambria Math"/>
              </a:rPr>
              <a:t>𝑡	</a:t>
            </a:r>
            <a:r>
              <a:rPr sz="2625" spc="195" baseline="3174" dirty="0">
                <a:latin typeface="Cambria Math"/>
                <a:cs typeface="Cambria Math"/>
              </a:rPr>
              <a:t>𝑛</a:t>
            </a:r>
            <a:endParaRPr sz="2625" baseline="3174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16200000">
            <a:off x="5574466" y="-5580346"/>
            <a:ext cx="1043069" cy="12192001"/>
          </a:xfrm>
          <a:custGeom>
            <a:avLst/>
            <a:gdLst/>
            <a:ahLst/>
            <a:cxnLst/>
            <a:rect l="l" t="t" r="r" b="b"/>
            <a:pathLst>
              <a:path w="529889" h="2709333">
                <a:moveTo>
                  <a:pt x="0" y="0"/>
                </a:moveTo>
                <a:lnTo>
                  <a:pt x="529889" y="0"/>
                </a:lnTo>
                <a:lnTo>
                  <a:pt x="529889" y="2709333"/>
                </a:lnTo>
                <a:lnTo>
                  <a:pt x="0" y="2709333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50000"/>
                  <a:tint val="66000"/>
                  <a:satMod val="160000"/>
                </a:schemeClr>
              </a:gs>
              <a:gs pos="50000">
                <a:schemeClr val="bg2">
                  <a:lumMod val="50000"/>
                  <a:tint val="44500"/>
                  <a:satMod val="160000"/>
                </a:schemeClr>
              </a:gs>
              <a:gs pos="100000">
                <a:schemeClr val="bg2">
                  <a:lumMod val="50000"/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BE28E47-7D30-1E2C-371B-D1850DB6ED3A}"/>
              </a:ext>
            </a:extLst>
          </p:cNvPr>
          <p:cNvSpPr txBox="1">
            <a:spLocks/>
          </p:cNvSpPr>
          <p:nvPr/>
        </p:nvSpPr>
        <p:spPr>
          <a:xfrm>
            <a:off x="1779397" y="336296"/>
            <a:ext cx="9930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62660" algn="l"/>
              </a:tabLst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/>
                <a:cs typeface="Cambria Math"/>
              </a:rPr>
              <a:t>𝑬𝒒</a:t>
            </a:r>
            <a:r>
              <a:rPr lang="en-US" sz="3900" baseline="27777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/>
                <a:cs typeface="Cambria Math"/>
              </a:rPr>
              <a:t>𝒏	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of</a:t>
            </a:r>
            <a:r>
              <a:rPr lang="en-US" sz="36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Motion:</a:t>
            </a:r>
            <a:r>
              <a:rPr lang="en-US" sz="3600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3600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Tangential</a:t>
            </a:r>
            <a:r>
              <a:rPr lang="en-US" sz="36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&amp;</a:t>
            </a:r>
            <a:r>
              <a:rPr lang="en-US" sz="36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Normal</a:t>
            </a:r>
            <a:r>
              <a:rPr lang="en-US" sz="36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36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Components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0E2532ED-0E9A-0E6D-3D9C-5268C74F574F}"/>
              </a:ext>
            </a:extLst>
          </p:cNvPr>
          <p:cNvGrpSpPr/>
          <p:nvPr/>
        </p:nvGrpSpPr>
        <p:grpSpPr>
          <a:xfrm>
            <a:off x="6420611" y="1539240"/>
            <a:ext cx="5334000" cy="4316095"/>
            <a:chOff x="6420611" y="1539240"/>
            <a:chExt cx="5334000" cy="4316095"/>
          </a:xfrm>
        </p:grpSpPr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81AC3EDE-EECA-1B9A-9868-A10E457564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0611" y="1539240"/>
              <a:ext cx="5333999" cy="4315967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46921F75-2057-7FED-5324-16BB1A979F0C}"/>
                </a:ext>
              </a:extLst>
            </p:cNvPr>
            <p:cNvSpPr/>
            <p:nvPr/>
          </p:nvSpPr>
          <p:spPr>
            <a:xfrm>
              <a:off x="9113647" y="2868294"/>
              <a:ext cx="2059939" cy="1063625"/>
            </a:xfrm>
            <a:custGeom>
              <a:avLst/>
              <a:gdLst/>
              <a:ahLst/>
              <a:cxnLst/>
              <a:rect l="l" t="t" r="r" b="b"/>
              <a:pathLst>
                <a:path w="2059940" h="1063625">
                  <a:moveTo>
                    <a:pt x="677037" y="47752"/>
                  </a:moveTo>
                  <a:lnTo>
                    <a:pt x="676021" y="42799"/>
                  </a:lnTo>
                  <a:lnTo>
                    <a:pt x="672338" y="40386"/>
                  </a:lnTo>
                  <a:lnTo>
                    <a:pt x="668655" y="38100"/>
                  </a:lnTo>
                  <a:lnTo>
                    <a:pt x="663702" y="39116"/>
                  </a:lnTo>
                  <a:lnTo>
                    <a:pt x="661289" y="42799"/>
                  </a:lnTo>
                  <a:lnTo>
                    <a:pt x="46774" y="994778"/>
                  </a:lnTo>
                  <a:lnTo>
                    <a:pt x="0" y="964565"/>
                  </a:lnTo>
                  <a:lnTo>
                    <a:pt x="12065" y="1063117"/>
                  </a:lnTo>
                  <a:lnTo>
                    <a:pt x="106807" y="1033526"/>
                  </a:lnTo>
                  <a:lnTo>
                    <a:pt x="83985" y="1018794"/>
                  </a:lnTo>
                  <a:lnTo>
                    <a:pt x="60058" y="1003350"/>
                  </a:lnTo>
                  <a:lnTo>
                    <a:pt x="674624" y="51435"/>
                  </a:lnTo>
                  <a:lnTo>
                    <a:pt x="677037" y="47752"/>
                  </a:lnTo>
                  <a:close/>
                </a:path>
                <a:path w="2059940" h="1063625">
                  <a:moveTo>
                    <a:pt x="2059559" y="685292"/>
                  </a:moveTo>
                  <a:lnTo>
                    <a:pt x="2051164" y="663194"/>
                  </a:lnTo>
                  <a:lnTo>
                    <a:pt x="2024380" y="592582"/>
                  </a:lnTo>
                  <a:lnTo>
                    <a:pt x="1997087" y="640994"/>
                  </a:lnTo>
                  <a:lnTo>
                    <a:pt x="859536" y="0"/>
                  </a:lnTo>
                  <a:lnTo>
                    <a:pt x="854583" y="1270"/>
                  </a:lnTo>
                  <a:lnTo>
                    <a:pt x="852551" y="5080"/>
                  </a:lnTo>
                  <a:lnTo>
                    <a:pt x="850392" y="8890"/>
                  </a:lnTo>
                  <a:lnTo>
                    <a:pt x="851662" y="13716"/>
                  </a:lnTo>
                  <a:lnTo>
                    <a:pt x="1989302" y="654812"/>
                  </a:lnTo>
                  <a:lnTo>
                    <a:pt x="1962023" y="703211"/>
                  </a:lnTo>
                  <a:lnTo>
                    <a:pt x="2059559" y="685292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1484D19E-0BDF-62B3-9E46-607B58E7A3CE}"/>
              </a:ext>
            </a:extLst>
          </p:cNvPr>
          <p:cNvSpPr txBox="1"/>
          <p:nvPr/>
        </p:nvSpPr>
        <p:spPr>
          <a:xfrm>
            <a:off x="8846184" y="3355288"/>
            <a:ext cx="3562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60" dirty="0">
                <a:latin typeface="Cambria Math"/>
                <a:cs typeface="Cambria Math"/>
              </a:rPr>
              <a:t>𝒂</a:t>
            </a:r>
            <a:r>
              <a:rPr sz="2175" spc="89" baseline="-15325" dirty="0">
                <a:latin typeface="Cambria Math"/>
                <a:cs typeface="Cambria Math"/>
              </a:rPr>
              <a:t>𝑛</a:t>
            </a:r>
            <a:endParaRPr sz="2175" baseline="-15325" dirty="0">
              <a:latin typeface="Cambria Math"/>
              <a:cs typeface="Cambria Math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7758AE84-DCEC-5DFC-CEE9-0687CC18CDBA}"/>
              </a:ext>
            </a:extLst>
          </p:cNvPr>
          <p:cNvSpPr txBox="1"/>
          <p:nvPr/>
        </p:nvSpPr>
        <p:spPr>
          <a:xfrm>
            <a:off x="10967973" y="3042285"/>
            <a:ext cx="3168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35" dirty="0">
                <a:latin typeface="Cambria Math"/>
                <a:cs typeface="Cambria Math"/>
              </a:rPr>
              <a:t>𝒂</a:t>
            </a:r>
            <a:r>
              <a:rPr sz="2175" spc="52" baseline="-15325" dirty="0">
                <a:latin typeface="Cambria Math"/>
                <a:cs typeface="Cambria Math"/>
              </a:rPr>
              <a:t>𝑡</a:t>
            </a:r>
            <a:endParaRPr sz="2175" baseline="-15325" dirty="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0">
                <a:extLst>
                  <a:ext uri="{FF2B5EF4-FFF2-40B4-BE49-F238E27FC236}">
                    <a16:creationId xmlns:a16="http://schemas.microsoft.com/office/drawing/2014/main" id="{AE4163E0-E4DE-55A0-DD43-5D1506A3B605}"/>
                  </a:ext>
                </a:extLst>
              </p:cNvPr>
              <p:cNvSpPr txBox="1"/>
              <p:nvPr/>
            </p:nvSpPr>
            <p:spPr>
              <a:xfrm>
                <a:off x="138545" y="1954658"/>
                <a:ext cx="2336385" cy="2700098"/>
              </a:xfrm>
              <a:prstGeom prst="rect">
                <a:avLst/>
              </a:prstGeom>
              <a:noFill/>
            </p:spPr>
            <p:txBody>
              <a:bodyPr vert="horz" wrap="square" lIns="0" tIns="238125" rIns="0" bIns="0" rtlCol="0">
                <a:spAutoFit/>
              </a:bodyPr>
              <a:lstStyle/>
              <a:p>
                <a:pPr marL="414655">
                  <a:lnSpc>
                    <a:spcPct val="200000"/>
                  </a:lnSpc>
                  <a:spcBef>
                    <a:spcPts val="18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latin typeface="Cambria Math"/>
                  <a:cs typeface="Cambria Math"/>
                </a:endParaRPr>
              </a:p>
              <a:p>
                <a:pPr marL="414655">
                  <a:lnSpc>
                    <a:spcPct val="200000"/>
                  </a:lnSpc>
                  <a:spcBef>
                    <a:spcPts val="1880"/>
                  </a:spcBef>
                </a:pPr>
                <a:endParaRPr lang="en-US" sz="2400" b="1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/>
                </a:endParaRPr>
              </a:p>
              <a:p>
                <a:pPr marL="414655">
                  <a:lnSpc>
                    <a:spcPct val="200000"/>
                  </a:lnSpc>
                  <a:spcBef>
                    <a:spcPts val="18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ar-AE" sz="2400" b="1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3" name="object 10">
                <a:extLst>
                  <a:ext uri="{FF2B5EF4-FFF2-40B4-BE49-F238E27FC236}">
                    <a16:creationId xmlns:a16="http://schemas.microsoft.com/office/drawing/2014/main" id="{AE4163E0-E4DE-55A0-DD43-5D1506A3B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45" y="1954658"/>
                <a:ext cx="2336385" cy="2700098"/>
              </a:xfrm>
              <a:prstGeom prst="rect">
                <a:avLst/>
              </a:prstGeom>
              <a:blipFill>
                <a:blip r:embed="rId3"/>
                <a:stretch>
                  <a:fillRect b="-1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3">
                <a:extLst>
                  <a:ext uri="{FF2B5EF4-FFF2-40B4-BE49-F238E27FC236}">
                    <a16:creationId xmlns:a16="http://schemas.microsoft.com/office/drawing/2014/main" id="{AB9F85B1-9810-0F3C-0BCF-7BEBA111284D}"/>
                  </a:ext>
                </a:extLst>
              </p:cNvPr>
              <p:cNvSpPr txBox="1"/>
              <p:nvPr/>
            </p:nvSpPr>
            <p:spPr>
              <a:xfrm>
                <a:off x="2975419" y="1380927"/>
                <a:ext cx="1518285" cy="38215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spc="-125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Cambria Math"/>
                            <a:cs typeface="Cambria Math"/>
                          </a:rPr>
                          <m:t>𝑭</m:t>
                        </m:r>
                      </m:e>
                    </m:nary>
                  </m:oMath>
                </a14:m>
                <a:r>
                  <a:rPr sz="2400" spc="-12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=</a:t>
                </a:r>
                <a:r>
                  <a:rPr sz="2400" spc="13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𝑚𝒂</a:t>
                </a:r>
              </a:p>
            </p:txBody>
          </p:sp>
        </mc:Choice>
        <mc:Fallback xmlns="">
          <p:sp>
            <p:nvSpPr>
              <p:cNvPr id="20" name="object 13">
                <a:extLst>
                  <a:ext uri="{FF2B5EF4-FFF2-40B4-BE49-F238E27FC236}">
                    <a16:creationId xmlns:a16="http://schemas.microsoft.com/office/drawing/2014/main" id="{AB9F85B1-9810-0F3C-0BCF-7BEBA1112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419" y="1380927"/>
                <a:ext cx="1518285" cy="382156"/>
              </a:xfrm>
              <a:prstGeom prst="rect">
                <a:avLst/>
              </a:prstGeom>
              <a:blipFill>
                <a:blip r:embed="rId6"/>
                <a:stretch>
                  <a:fillRect l="-36145" t="-166129" b="-25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600658-1A6B-2F57-D98B-C166F38D6ECB}"/>
                  </a:ext>
                </a:extLst>
              </p:cNvPr>
              <p:cNvSpPr txBox="1"/>
              <p:nvPr/>
            </p:nvSpPr>
            <p:spPr>
              <a:xfrm>
                <a:off x="3385169" y="2291958"/>
                <a:ext cx="1688924" cy="701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𝒅𝒗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600658-1A6B-2F57-D98B-C166F38D6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169" y="2291958"/>
                <a:ext cx="1688924" cy="7015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C8961D-B87B-0243-9D07-90BDD2F79654}"/>
                  </a:ext>
                </a:extLst>
              </p:cNvPr>
              <p:cNvSpPr txBox="1"/>
              <p:nvPr/>
            </p:nvSpPr>
            <p:spPr>
              <a:xfrm>
                <a:off x="3457657" y="3931919"/>
                <a:ext cx="1688860" cy="7481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C8961D-B87B-0243-9D07-90BDD2F79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657" y="3931919"/>
                <a:ext cx="1688860" cy="7481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73F825-3720-DE77-8560-411F8F21C7CB}"/>
              </a:ext>
            </a:extLst>
          </p:cNvPr>
          <p:cNvCxnSpPr>
            <a:cxnSpLocks/>
          </p:cNvCxnSpPr>
          <p:nvPr/>
        </p:nvCxnSpPr>
        <p:spPr>
          <a:xfrm>
            <a:off x="2133600" y="3429000"/>
            <a:ext cx="1148379" cy="0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67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664" y="357307"/>
            <a:ext cx="1006812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/>
              <a:t>Kinematics</a:t>
            </a:r>
            <a:endParaRPr sz="2800" b="1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0" dirty="0">
                <a:solidFill>
                  <a:srgbClr val="FDFFFF"/>
                </a:solidFill>
                <a:latin typeface="Tahoma"/>
                <a:cs typeface="Tahoma"/>
              </a:rPr>
              <a:t>12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84" y="863344"/>
            <a:ext cx="5996916" cy="3569567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715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Problem:</a:t>
            </a:r>
            <a:endParaRPr sz="2400" dirty="0">
              <a:latin typeface="Times New Roman"/>
              <a:cs typeface="Times New Roman"/>
            </a:endParaRPr>
          </a:p>
          <a:p>
            <a:pPr marL="38100" marR="30480" algn="just">
              <a:lnSpc>
                <a:spcPct val="100000"/>
              </a:lnSpc>
              <a:spcBef>
                <a:spcPts val="620"/>
              </a:spcBef>
            </a:pPr>
            <a:r>
              <a:rPr lang="en-US" sz="2400" dirty="0">
                <a:latin typeface="Times New Roman"/>
                <a:cs typeface="Times New Roman"/>
              </a:rPr>
              <a:t>A motorist is traveling on a curved section of highway of radius 2500 ft at the speed of 60 mi/h. The motorist suddenly applies the brakes, causing the automobile to slow down at a constant rate. Knowing that after 8 s the speed has been reduced to 45 mi/h, </a:t>
            </a:r>
          </a:p>
          <a:p>
            <a:pPr marL="38100" marR="30480" algn="just">
              <a:lnSpc>
                <a:spcPct val="100000"/>
              </a:lnSpc>
              <a:spcBef>
                <a:spcPts val="620"/>
              </a:spcBef>
            </a:pPr>
            <a:r>
              <a:rPr lang="en-US" sz="2400" dirty="0">
                <a:latin typeface="Times New Roman"/>
                <a:cs typeface="Times New Roman"/>
              </a:rPr>
              <a:t>determine the acceleration of the automobile immediately after the brakes have been applied.</a:t>
            </a:r>
            <a:endParaRPr sz="24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DFADB-E30F-729D-475D-E4102E12B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266" y="1400464"/>
            <a:ext cx="4067175" cy="3429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2C54F7-CDDB-71A3-137C-1FE52F6C5645}"/>
              </a:ext>
            </a:extLst>
          </p:cNvPr>
          <p:cNvSpPr txBox="1"/>
          <p:nvPr/>
        </p:nvSpPr>
        <p:spPr>
          <a:xfrm>
            <a:off x="7804729" y="5126243"/>
            <a:ext cx="330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Reference: Example 11.10</a:t>
            </a:r>
            <a:endParaRPr lang="en-S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CF8C6-A689-647F-FBFE-67ECEEA7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D98FE8-D423-3199-2BDC-D5B56F100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02254" cy="6719147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A5B77513-9100-469E-15F6-2032BA4004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0664" y="210412"/>
            <a:ext cx="157224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/>
              <a:t>Kinematics </a:t>
            </a:r>
            <a:endParaRPr sz="2800" b="1" spc="-5" dirty="0"/>
          </a:p>
        </p:txBody>
      </p:sp>
    </p:spTree>
    <p:extLst>
      <p:ext uri="{BB962C8B-B14F-4D97-AF65-F5344CB8AC3E}">
        <p14:creationId xmlns:p14="http://schemas.microsoft.com/office/powerpoint/2010/main" val="1365975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4797" y="369767"/>
            <a:ext cx="534414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Equation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Motion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4797" y="1175765"/>
            <a:ext cx="1239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Problem: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31197" y="1856161"/>
            <a:ext cx="212090" cy="20320"/>
          </a:xfrm>
          <a:custGeom>
            <a:avLst/>
            <a:gdLst/>
            <a:ahLst/>
            <a:cxnLst/>
            <a:rect l="l" t="t" r="r" b="b"/>
            <a:pathLst>
              <a:path w="212090" h="20319">
                <a:moveTo>
                  <a:pt x="211835" y="0"/>
                </a:moveTo>
                <a:lnTo>
                  <a:pt x="0" y="0"/>
                </a:lnTo>
                <a:lnTo>
                  <a:pt x="0" y="19812"/>
                </a:lnTo>
                <a:lnTo>
                  <a:pt x="211835" y="19812"/>
                </a:lnTo>
                <a:lnTo>
                  <a:pt x="211835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47415" y="1641070"/>
            <a:ext cx="9907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2-kg</a:t>
            </a:r>
            <a:r>
              <a:rPr sz="24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ball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revolves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horizontal</a:t>
            </a:r>
            <a:r>
              <a:rPr sz="2400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circle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2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shown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sz="2400" spc="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constant</a:t>
            </a:r>
            <a:r>
              <a:rPr sz="2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speed</a:t>
            </a:r>
            <a:r>
              <a:rPr sz="2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mbria Math"/>
                <a:cs typeface="Cambria Math"/>
              </a:rPr>
              <a:t>1.5</a:t>
            </a:r>
            <a:r>
              <a:rPr sz="2400" spc="-15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lang="en-US" sz="2400" spc="-15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625" spc="254" baseline="44444" dirty="0">
                <a:solidFill>
                  <a:srgbClr val="404040"/>
                </a:solidFill>
                <a:latin typeface="Cambria Math"/>
                <a:cs typeface="Cambria Math"/>
              </a:rPr>
              <a:t>𝑚</a:t>
            </a:r>
            <a:r>
              <a:rPr sz="2625" spc="75" baseline="44444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.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1015" y="1836650"/>
            <a:ext cx="10314305" cy="97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5260" algn="r">
              <a:lnSpc>
                <a:spcPts val="1889"/>
              </a:lnSpc>
              <a:spcBef>
                <a:spcPts val="100"/>
              </a:spcBef>
            </a:pPr>
            <a:r>
              <a:rPr sz="1750" spc="35" dirty="0">
                <a:solidFill>
                  <a:srgbClr val="404040"/>
                </a:solidFill>
                <a:latin typeface="Cambria Math"/>
                <a:cs typeface="Cambria Math"/>
              </a:rPr>
              <a:t>𝑠</a:t>
            </a:r>
            <a:endParaRPr sz="1750" dirty="0">
              <a:latin typeface="Cambria Math"/>
              <a:cs typeface="Cambria Math"/>
            </a:endParaRPr>
          </a:p>
          <a:p>
            <a:pPr marL="12700">
              <a:lnSpc>
                <a:spcPts val="2670"/>
              </a:lnSpc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Knowing</a:t>
            </a:r>
            <a:r>
              <a:rPr sz="2400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𝐿</a:t>
            </a:r>
            <a:r>
              <a:rPr sz="2400" spc="18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2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600</a:t>
            </a:r>
            <a:r>
              <a:rPr sz="2400" spc="-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Cambria Math"/>
                <a:cs typeface="Cambria Math"/>
              </a:rPr>
              <a:t>𝑚𝑚</a:t>
            </a:r>
            <a:r>
              <a:rPr sz="2400" b="1" i="1" spc="5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400" b="1" i="1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determine</a:t>
            </a:r>
            <a:r>
              <a:rPr sz="24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(a)</a:t>
            </a:r>
            <a:r>
              <a:rPr sz="24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angle</a:t>
            </a:r>
            <a:r>
              <a:rPr sz="24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θ</a:t>
            </a:r>
            <a:r>
              <a:rPr sz="2400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4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cord</a:t>
            </a:r>
            <a:r>
              <a:rPr sz="24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forms</a:t>
            </a:r>
            <a:r>
              <a:rPr sz="2400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2400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vertical,</a:t>
            </a:r>
            <a:r>
              <a:rPr sz="2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(b)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tension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cord.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0" dirty="0">
                <a:solidFill>
                  <a:srgbClr val="FDFFFF"/>
                </a:solidFill>
                <a:latin typeface="Tahoma"/>
                <a:cs typeface="Tahoma"/>
              </a:rPr>
              <a:t>10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3335" y="2944367"/>
            <a:ext cx="3005327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4796" y="70631"/>
            <a:ext cx="4753021" cy="126765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pc="-5" dirty="0"/>
              <a:t>Equation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Motion</a:t>
            </a: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400" dirty="0">
                <a:solidFill>
                  <a:srgbClr val="C00000"/>
                </a:solidFill>
              </a:rPr>
              <a:t>Solution: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0" dirty="0">
                <a:solidFill>
                  <a:srgbClr val="FDFFFF"/>
                </a:solidFill>
                <a:latin typeface="Tahoma"/>
                <a:cs typeface="Tahoma"/>
              </a:rPr>
              <a:t>11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25167" y="1524000"/>
            <a:ext cx="2536190" cy="2970530"/>
            <a:chOff x="1725167" y="1524000"/>
            <a:chExt cx="2536190" cy="29705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5167" y="1524000"/>
              <a:ext cx="2535935" cy="29702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81477" y="3844289"/>
              <a:ext cx="763905" cy="0"/>
            </a:xfrm>
            <a:custGeom>
              <a:avLst/>
              <a:gdLst/>
              <a:ahLst/>
              <a:cxnLst/>
              <a:rect l="l" t="t" r="r" b="b"/>
              <a:pathLst>
                <a:path w="763904">
                  <a:moveTo>
                    <a:pt x="0" y="0"/>
                  </a:moveTo>
                  <a:lnTo>
                    <a:pt x="763524" y="0"/>
                  </a:lnTo>
                </a:path>
              </a:pathLst>
            </a:custGeom>
            <a:ln w="25400">
              <a:solidFill>
                <a:srgbClr val="9D2C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84475" y="4030217"/>
            <a:ext cx="1076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𝜌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𝐿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s</a:t>
            </a:r>
            <a:r>
              <a:rPr sz="1800" dirty="0">
                <a:latin typeface="Cambria Math"/>
                <a:cs typeface="Cambria Math"/>
              </a:rPr>
              <a:t>in</a:t>
            </a:r>
            <a:r>
              <a:rPr sz="1800" spc="-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𝜃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6071" y="1524000"/>
            <a:ext cx="3246120" cy="297027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7159" y="1524000"/>
            <a:ext cx="4050792" cy="261975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57159" y="4285488"/>
            <a:ext cx="3130296" cy="20970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74620" y="4651247"/>
            <a:ext cx="3619500" cy="17114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57A54A8E-BCB2-B0B5-C134-E93930EC1D6F}"/>
              </a:ext>
            </a:extLst>
          </p:cNvPr>
          <p:cNvSpPr txBox="1">
            <a:spLocks/>
          </p:cNvSpPr>
          <p:nvPr/>
        </p:nvSpPr>
        <p:spPr>
          <a:xfrm>
            <a:off x="763937" y="217638"/>
            <a:ext cx="1028636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dirty="0">
                <a:solidFill>
                  <a:srgbClr val="7030A0"/>
                </a:solidFill>
                <a:latin typeface="Times New Roman"/>
                <a:cs typeface="Times New Roman"/>
              </a:rPr>
              <a:t>Particle</a:t>
            </a:r>
            <a:r>
              <a:rPr lang="en-US" sz="2800" spc="2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/>
                <a:cs typeface="Times New Roman"/>
              </a:rPr>
              <a:t>Kinematics</a:t>
            </a:r>
            <a:r>
              <a:rPr lang="en-US" sz="2800" spc="-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spc="-1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/>
                <a:cs typeface="Times New Roman"/>
              </a:rPr>
              <a:t>Tangential</a:t>
            </a:r>
            <a:r>
              <a:rPr lang="en-US" sz="2800" spc="1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2800" spc="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/>
                <a:cs typeface="Times New Roman"/>
              </a:rPr>
              <a:t>Normal</a:t>
            </a:r>
            <a:r>
              <a:rPr lang="en-US" sz="2800" spc="1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E866E6B4-534A-B477-924B-7CAB5C45022B}"/>
              </a:ext>
            </a:extLst>
          </p:cNvPr>
          <p:cNvSpPr txBox="1"/>
          <p:nvPr/>
        </p:nvSpPr>
        <p:spPr>
          <a:xfrm>
            <a:off x="255126" y="751811"/>
            <a:ext cx="5999759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lang="en-US"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Practice 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Problem:</a:t>
            </a:r>
            <a:endParaRPr sz="2400" dirty="0">
              <a:latin typeface="Times New Roman"/>
              <a:cs typeface="Times New Roman"/>
            </a:endParaRPr>
          </a:p>
          <a:p>
            <a:pPr marL="25400" marR="18415" indent="457200" algn="just">
              <a:lnSpc>
                <a:spcPct val="100000"/>
              </a:lnSpc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Race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car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traveling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on a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straight portion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 the track while race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car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traveling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on a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circular portion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track.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At the instant shown,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 speed of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increasing</a:t>
            </a:r>
            <a:r>
              <a:rPr sz="24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sz="24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rate</a:t>
            </a:r>
            <a:r>
              <a:rPr sz="24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SG"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10</a:t>
            </a:r>
            <a:r>
              <a:rPr lang="en-SG" sz="2400" b="1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SG" sz="2400" b="1" spc="55" dirty="0">
                <a:solidFill>
                  <a:srgbClr val="404040"/>
                </a:solidFill>
                <a:latin typeface="Cambria Math"/>
                <a:cs typeface="Cambria Math"/>
              </a:rPr>
              <a:t>𝑚/𝑠</a:t>
            </a:r>
            <a:r>
              <a:rPr lang="en-SG" sz="2625" b="1" spc="82" baseline="28571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r>
              <a:rPr sz="2400" spc="55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400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speed</a:t>
            </a:r>
            <a:r>
              <a:rPr sz="24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2400" b="1" i="1" spc="1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400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decreasing</a:t>
            </a:r>
            <a:r>
              <a:rPr sz="2400" spc="1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sz="24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1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rate</a:t>
            </a:r>
            <a:r>
              <a:rPr sz="2400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1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6</a:t>
            </a:r>
            <a:r>
              <a:rPr sz="2400" b="1" spc="55" dirty="0">
                <a:solidFill>
                  <a:srgbClr val="404040"/>
                </a:solidFill>
                <a:latin typeface="Cambria Math"/>
                <a:cs typeface="Cambria Math"/>
              </a:rPr>
              <a:t>𝑚/𝑠</a:t>
            </a:r>
            <a:r>
              <a:rPr sz="2625" b="1" spc="82" baseline="28571" dirty="0">
                <a:solidFill>
                  <a:srgbClr val="404040"/>
                </a:solidFill>
                <a:latin typeface="Cambria Math"/>
                <a:cs typeface="Cambria Math"/>
              </a:rPr>
              <a:t>2</a:t>
            </a:r>
            <a:r>
              <a:rPr sz="2400" spc="55" dirty="0">
                <a:solidFill>
                  <a:srgbClr val="404040"/>
                </a:solidFill>
                <a:latin typeface="Times New Roman"/>
                <a:cs typeface="Times New Roman"/>
              </a:rPr>
              <a:t>.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For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 position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shown, determine</a:t>
            </a:r>
            <a:endParaRPr lang="en-US" sz="2400" spc="-5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25400" marR="18415" indent="457200" algn="just">
              <a:lnSpc>
                <a:spcPct val="100000"/>
              </a:lnSpc>
            </a:pPr>
            <a:endParaRPr lang="en-US" sz="2400" spc="-5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25400" marR="17780" algn="just">
              <a:lnSpc>
                <a:spcPct val="100000"/>
              </a:lnSpc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) the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velocity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of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B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relative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to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,</a:t>
            </a:r>
            <a:endParaRPr lang="en-US" sz="2400" b="1" spc="-5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25400" marR="17780" algn="just">
              <a:lnSpc>
                <a:spcPct val="100000"/>
              </a:lnSpc>
            </a:pPr>
            <a:endParaRPr lang="en-US" sz="2400" b="1" spc="-5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25400" marR="17780" algn="just">
              <a:lnSpc>
                <a:spcPct val="100000"/>
              </a:lnSpc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(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 the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 acceleration</a:t>
            </a:r>
            <a:r>
              <a:rPr sz="2400" b="1" spc="-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B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relative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.</a:t>
            </a:r>
            <a:endParaRPr sz="2400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pic>
        <p:nvPicPr>
          <p:cNvPr id="24" name="object 5">
            <a:extLst>
              <a:ext uri="{FF2B5EF4-FFF2-40B4-BE49-F238E27FC236}">
                <a16:creationId xmlns:a16="http://schemas.microsoft.com/office/drawing/2014/main" id="{5BDDF64E-A3AD-056B-67D6-D491581654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2572" y="1109210"/>
            <a:ext cx="5154167" cy="289864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116" y="4112316"/>
            <a:ext cx="2651760" cy="19888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64297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EF9E3B196684499E884074FD3CB02C" ma:contentTypeVersion="4" ma:contentTypeDescription="Create a new document." ma:contentTypeScope="" ma:versionID="28b3d92f1e6fa517cf934b1e63e8382b">
  <xsd:schema xmlns:xsd="http://www.w3.org/2001/XMLSchema" xmlns:xs="http://www.w3.org/2001/XMLSchema" xmlns:p="http://schemas.microsoft.com/office/2006/metadata/properties" xmlns:ns2="fe4160f2-581c-44de-8c1e-f3a36bb236c5" targetNamespace="http://schemas.microsoft.com/office/2006/metadata/properties" ma:root="true" ma:fieldsID="fab7115323ebc58acf5357dd32b4bda1" ns2:_="">
    <xsd:import namespace="fe4160f2-581c-44de-8c1e-f3a36bb236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4160f2-581c-44de-8c1e-f3a36bb236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8A4E0D-EA55-44B4-8E53-0C42088A298E}"/>
</file>

<file path=customXml/itemProps2.xml><?xml version="1.0" encoding="utf-8"?>
<ds:datastoreItem xmlns:ds="http://schemas.openxmlformats.org/officeDocument/2006/customXml" ds:itemID="{E640592F-135A-4169-B98B-6131C5243E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5456AD-F602-4C6A-A255-EBA20505D192}">
  <ds:schemaRefs>
    <ds:schemaRef ds:uri="e467288b-9371-487f-9388-5a273ed91689"/>
    <ds:schemaRef ds:uri="http://purl.org/dc/dcmitype/"/>
    <ds:schemaRef ds:uri="http://schemas.openxmlformats.org/package/2006/metadata/core-properties"/>
    <ds:schemaRef ds:uri="http://purl.org/dc/elements/1.1/"/>
    <ds:schemaRef ds:uri="af28b325-ae8e-4eb4-8c71-c3ad8b9de4c7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452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Bookman Old Style</vt:lpstr>
      <vt:lpstr>Calibri</vt:lpstr>
      <vt:lpstr>Calibri Light</vt:lpstr>
      <vt:lpstr>Cambria Math</vt:lpstr>
      <vt:lpstr>Dreaming Outloud Pro</vt:lpstr>
      <vt:lpstr>Tahoma</vt:lpstr>
      <vt:lpstr>Times New Roman</vt:lpstr>
      <vt:lpstr>Office Theme</vt:lpstr>
      <vt:lpstr>PowerPoint Presentation</vt:lpstr>
      <vt:lpstr>Equation of Motion</vt:lpstr>
      <vt:lpstr>Equation of Motion Solution:</vt:lpstr>
      <vt:lpstr>PowerPoint Presentation</vt:lpstr>
      <vt:lpstr>PowerPoint Presentation</vt:lpstr>
      <vt:lpstr>Particle Kinematics: Tangential &amp; Normal Components</vt:lpstr>
      <vt:lpstr>PowerPoint Presentation</vt:lpstr>
      <vt:lpstr>Kinematics</vt:lpstr>
      <vt:lpstr>Kinematics </vt:lpstr>
      <vt:lpstr>Equation of Motion</vt:lpstr>
      <vt:lpstr>Equation of Motion Solution: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Aminul Islam</dc:creator>
  <cp:lastModifiedBy>Sadia Tasnim</cp:lastModifiedBy>
  <cp:revision>6</cp:revision>
  <dcterms:created xsi:type="dcterms:W3CDTF">2023-06-01T16:56:59Z</dcterms:created>
  <dcterms:modified xsi:type="dcterms:W3CDTF">2025-07-07T16:51:33Z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0x01010008EF9E3B196684499E884074FD3CB02C</vt:lpwstr>
  </property>
</Properties>
</file>